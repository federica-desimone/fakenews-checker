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21"/>
  </p:notesMasterIdLst>
  <p:sldIdLst>
    <p:sldId id="256" r:id="rId2"/>
    <p:sldId id="257" r:id="rId3"/>
    <p:sldId id="296" r:id="rId4"/>
    <p:sldId id="258" r:id="rId5"/>
    <p:sldId id="297" r:id="rId6"/>
    <p:sldId id="298" r:id="rId7"/>
    <p:sldId id="305" r:id="rId8"/>
    <p:sldId id="261" r:id="rId9"/>
    <p:sldId id="262" r:id="rId10"/>
    <p:sldId id="300" r:id="rId11"/>
    <p:sldId id="301" r:id="rId12"/>
    <p:sldId id="304" r:id="rId13"/>
    <p:sldId id="265" r:id="rId14"/>
    <p:sldId id="302" r:id="rId15"/>
    <p:sldId id="267" r:id="rId16"/>
    <p:sldId id="269" r:id="rId17"/>
    <p:sldId id="303" r:id="rId18"/>
    <p:sldId id="266" r:id="rId19"/>
    <p:sldId id="270" r:id="rId20"/>
  </p:sldIdLst>
  <p:sldSz cx="9144000" cy="5143500" type="screen16x9"/>
  <p:notesSz cx="6858000" cy="9144000"/>
  <p:embeddedFontLst>
    <p:embeddedFont>
      <p:font typeface="Aldrich" panose="02000000000000000000" pitchFamily="2" charset="0"/>
      <p:regular r:id="rId22"/>
    </p:embeddedFont>
    <p:embeddedFont>
      <p:font typeface="Century" panose="02040604050505020304" pitchFamily="18" charset="0"/>
      <p:regular r:id="rId23"/>
    </p:embeddedFont>
    <p:embeddedFont>
      <p:font typeface="Saira" pitchFamily="2" charset="77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F554121-B832-4FEF-855F-C9FEF43D7703}">
  <a:tblStyle styleId="{CF554121-B832-4FEF-855F-C9FEF43D770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39"/>
    <p:restoredTop sz="94699"/>
  </p:normalViewPr>
  <p:slideViewPr>
    <p:cSldViewPr snapToGrid="0">
      <p:cViewPr varScale="1">
        <p:scale>
          <a:sx n="153" d="100"/>
          <a:sy n="153" d="100"/>
        </p:scale>
        <p:origin x="928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5" name="Google Shape;121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gdd0c7d16c6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7" name="Google Shape;1297;gdd0c7d16c6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dd0c7d16c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6" name="Google Shape;1306;gdd0c7d16c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5">
          <a:extLst>
            <a:ext uri="{FF2B5EF4-FFF2-40B4-BE49-F238E27FC236}">
              <a16:creationId xmlns:a16="http://schemas.microsoft.com/office/drawing/2014/main" id="{B9518715-75A1-F503-36D0-A57BF24D4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ge013acee29_0_200:notes">
            <a:extLst>
              <a:ext uri="{FF2B5EF4-FFF2-40B4-BE49-F238E27FC236}">
                <a16:creationId xmlns:a16="http://schemas.microsoft.com/office/drawing/2014/main" id="{1C9729B7-2ED8-8D96-9756-F53338B3EF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7" name="Google Shape;1427;ge013acee29_0_200:notes">
            <a:extLst>
              <a:ext uri="{FF2B5EF4-FFF2-40B4-BE49-F238E27FC236}">
                <a16:creationId xmlns:a16="http://schemas.microsoft.com/office/drawing/2014/main" id="{A7E1BB13-FED5-FCD2-C5E2-C5F9E6429D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2362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ge013acee29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0" name="Google Shape;1410;ge013acee29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ge013acee2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7" name="Google Shape;1427;ge013acee2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92DA9-E552-46A5-97C8-DA7E7A282512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22471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5">
          <a:extLst>
            <a:ext uri="{FF2B5EF4-FFF2-40B4-BE49-F238E27FC236}">
              <a16:creationId xmlns:a16="http://schemas.microsoft.com/office/drawing/2014/main" id="{D6E4F472-BC82-58D1-D2C6-B6F75595D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ge013acee29_0_200:notes">
            <a:extLst>
              <a:ext uri="{FF2B5EF4-FFF2-40B4-BE49-F238E27FC236}">
                <a16:creationId xmlns:a16="http://schemas.microsoft.com/office/drawing/2014/main" id="{DD81E9D8-3CFC-E65D-E4D2-DD14CE801E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7" name="Google Shape;1427;ge013acee29_0_200:notes">
            <a:extLst>
              <a:ext uri="{FF2B5EF4-FFF2-40B4-BE49-F238E27FC236}">
                <a16:creationId xmlns:a16="http://schemas.microsoft.com/office/drawing/2014/main" id="{0983AD95-0C21-5021-CC7A-E8545BAFC8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44650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1DBC5-CD2E-0786-4E2E-186F77347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5CF6524-A6B2-D90E-C33F-4F22AA574B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097EB98-2A1F-5E83-5C1E-6773153FAD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A83E787-9D79-64C0-3F7E-F27A72EAAD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92DA9-E552-46A5-97C8-DA7E7A282512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230121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e013acee29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e013acee29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2">
          <a:extLst>
            <a:ext uri="{FF2B5EF4-FFF2-40B4-BE49-F238E27FC236}">
              <a16:creationId xmlns:a16="http://schemas.microsoft.com/office/drawing/2014/main" id="{670DEA8E-0569-085B-F431-CBF71E25A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e013acee29_0_249:notes">
            <a:extLst>
              <a:ext uri="{FF2B5EF4-FFF2-40B4-BE49-F238E27FC236}">
                <a16:creationId xmlns:a16="http://schemas.microsoft.com/office/drawing/2014/main" id="{86ACC1A7-E70D-512A-37D9-13F08208BC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e013acee29_0_249:notes">
            <a:extLst>
              <a:ext uri="{FF2B5EF4-FFF2-40B4-BE49-F238E27FC236}">
                <a16:creationId xmlns:a16="http://schemas.microsoft.com/office/drawing/2014/main" id="{2E4DD540-4C10-8B0E-8190-4ACB943615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43657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gea355f518e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8" name="Google Shape;1518;gea355f518e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gdb0f9523dd_0_25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4" name="Google Shape;1534;gdb0f9523dd_0_25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2">
          <a:extLst>
            <a:ext uri="{FF2B5EF4-FFF2-40B4-BE49-F238E27FC236}">
              <a16:creationId xmlns:a16="http://schemas.microsoft.com/office/drawing/2014/main" id="{19AB8185-4242-7E1C-7AF8-441AF3BCA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gdb0f9523dd_0_25105:notes">
            <a:extLst>
              <a:ext uri="{FF2B5EF4-FFF2-40B4-BE49-F238E27FC236}">
                <a16:creationId xmlns:a16="http://schemas.microsoft.com/office/drawing/2014/main" id="{44C429EE-F0AE-B072-C87C-56D990DD2D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4" name="Google Shape;1534;gdb0f9523dd_0_25105:notes">
            <a:extLst>
              <a:ext uri="{FF2B5EF4-FFF2-40B4-BE49-F238E27FC236}">
                <a16:creationId xmlns:a16="http://schemas.microsoft.com/office/drawing/2014/main" id="{9C0E2B79-24E5-7456-A25C-97037ACD15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71448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e013acee29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e013acee29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ge013acee29_0_5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6" name="Google Shape;1576;ge013acee29_0_5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t="159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350" y="1119669"/>
            <a:ext cx="3697200" cy="237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500"/>
              <a:buNone/>
              <a:defRPr sz="50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350" y="3565519"/>
            <a:ext cx="3697200" cy="4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>
            <a:spLocks noGrp="1"/>
          </p:cNvSpPr>
          <p:nvPr>
            <p:ph type="pic" idx="2"/>
          </p:nvPr>
        </p:nvSpPr>
        <p:spPr>
          <a:xfrm>
            <a:off x="4691783" y="844730"/>
            <a:ext cx="3556500" cy="3417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5"/>
          <p:cNvPicPr preferRelativeResize="0"/>
          <p:nvPr/>
        </p:nvPicPr>
        <p:blipFill rotWithShape="1">
          <a:blip r:embed="rId2">
            <a:alphaModFix/>
          </a:blip>
          <a:srcRect t="159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5"/>
          <p:cNvSpPr txBox="1">
            <a:spLocks noGrp="1"/>
          </p:cNvSpPr>
          <p:nvPr>
            <p:ph type="title" idx="2"/>
          </p:nvPr>
        </p:nvSpPr>
        <p:spPr>
          <a:xfrm>
            <a:off x="720000" y="1801575"/>
            <a:ext cx="3522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5"/>
          <p:cNvSpPr txBox="1">
            <a:spLocks noGrp="1"/>
          </p:cNvSpPr>
          <p:nvPr>
            <p:ph type="title" idx="3"/>
          </p:nvPr>
        </p:nvSpPr>
        <p:spPr>
          <a:xfrm>
            <a:off x="4901688" y="1801575"/>
            <a:ext cx="3522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5"/>
          <p:cNvSpPr txBox="1">
            <a:spLocks noGrp="1"/>
          </p:cNvSpPr>
          <p:nvPr>
            <p:ph type="subTitle" idx="1"/>
          </p:nvPr>
        </p:nvSpPr>
        <p:spPr>
          <a:xfrm>
            <a:off x="720000" y="2195175"/>
            <a:ext cx="3522300" cy="19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■"/>
              <a:defRPr/>
            </a:lvl9pPr>
          </a:lstStyle>
          <a:p>
            <a:endParaRPr/>
          </a:p>
        </p:txBody>
      </p:sp>
      <p:sp>
        <p:nvSpPr>
          <p:cNvPr id="241" name="Google Shape;241;p5"/>
          <p:cNvSpPr txBox="1">
            <a:spLocks noGrp="1"/>
          </p:cNvSpPr>
          <p:nvPr>
            <p:ph type="subTitle" idx="4"/>
          </p:nvPr>
        </p:nvSpPr>
        <p:spPr>
          <a:xfrm>
            <a:off x="4901700" y="2195175"/>
            <a:ext cx="3522300" cy="19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6"/>
          <p:cNvPicPr preferRelativeResize="0"/>
          <p:nvPr/>
        </p:nvPicPr>
        <p:blipFill rotWithShape="1">
          <a:blip r:embed="rId2">
            <a:alphaModFix/>
          </a:blip>
          <a:srcRect t="159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5" name="Google Shape;245;p6"/>
          <p:cNvGrpSpPr/>
          <p:nvPr/>
        </p:nvGrpSpPr>
        <p:grpSpPr>
          <a:xfrm>
            <a:off x="7851115" y="237570"/>
            <a:ext cx="164358" cy="4668346"/>
            <a:chOff x="7646365" y="245645"/>
            <a:chExt cx="164358" cy="4668346"/>
          </a:xfrm>
        </p:grpSpPr>
        <p:grpSp>
          <p:nvGrpSpPr>
            <p:cNvPr id="246" name="Google Shape;246;p6"/>
            <p:cNvGrpSpPr/>
            <p:nvPr/>
          </p:nvGrpSpPr>
          <p:grpSpPr>
            <a:xfrm>
              <a:off x="7677771" y="245645"/>
              <a:ext cx="132911" cy="199379"/>
              <a:chOff x="2778349" y="5640986"/>
              <a:chExt cx="508847" cy="76361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9" name="Google Shape;249;p6"/>
            <p:cNvGrpSpPr/>
            <p:nvPr/>
          </p:nvGrpSpPr>
          <p:grpSpPr>
            <a:xfrm>
              <a:off x="7646365" y="4667421"/>
              <a:ext cx="164358" cy="246570"/>
              <a:chOff x="2778349" y="5640986"/>
              <a:chExt cx="508847" cy="763610"/>
            </a:xfrm>
          </p:grpSpPr>
          <p:sp>
            <p:nvSpPr>
              <p:cNvPr id="250" name="Google Shape;250;p6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2" name="Google Shape;252;p6"/>
          <p:cNvGrpSpPr/>
          <p:nvPr/>
        </p:nvGrpSpPr>
        <p:grpSpPr>
          <a:xfrm>
            <a:off x="7851137" y="-8"/>
            <a:ext cx="1292874" cy="5143509"/>
            <a:chOff x="7851137" y="-8"/>
            <a:chExt cx="1292874" cy="5143509"/>
          </a:xfrm>
        </p:grpSpPr>
        <p:grpSp>
          <p:nvGrpSpPr>
            <p:cNvPr id="253" name="Google Shape;253;p6"/>
            <p:cNvGrpSpPr/>
            <p:nvPr/>
          </p:nvGrpSpPr>
          <p:grpSpPr>
            <a:xfrm>
              <a:off x="7851137" y="-8"/>
              <a:ext cx="1292874" cy="335409"/>
              <a:chOff x="5798062" y="3183842"/>
              <a:chExt cx="1292874" cy="335409"/>
            </a:xfrm>
          </p:grpSpPr>
          <p:sp>
            <p:nvSpPr>
              <p:cNvPr id="254" name="Google Shape;254;p6"/>
              <p:cNvSpPr/>
              <p:nvPr/>
            </p:nvSpPr>
            <p:spPr>
              <a:xfrm rot="-5400000">
                <a:off x="6438366" y="2716650"/>
                <a:ext cx="112216" cy="1192923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11577" extrusionOk="0">
                    <a:moveTo>
                      <a:pt x="1016" y="1"/>
                    </a:moveTo>
                    <a:cubicBezTo>
                      <a:pt x="980" y="1"/>
                      <a:pt x="935" y="37"/>
                      <a:pt x="935" y="82"/>
                    </a:cubicBezTo>
                    <a:cubicBezTo>
                      <a:pt x="935" y="118"/>
                      <a:pt x="935" y="154"/>
                      <a:pt x="980" y="154"/>
                    </a:cubicBezTo>
                    <a:lnTo>
                      <a:pt x="980" y="5878"/>
                    </a:lnTo>
                    <a:lnTo>
                      <a:pt x="1" y="6777"/>
                    </a:lnTo>
                    <a:lnTo>
                      <a:pt x="1" y="11576"/>
                    </a:lnTo>
                    <a:lnTo>
                      <a:pt x="82" y="11576"/>
                    </a:lnTo>
                    <a:lnTo>
                      <a:pt x="82" y="6822"/>
                    </a:lnTo>
                    <a:lnTo>
                      <a:pt x="1052" y="5923"/>
                    </a:lnTo>
                    <a:lnTo>
                      <a:pt x="1052" y="154"/>
                    </a:lnTo>
                    <a:cubicBezTo>
                      <a:pt x="1088" y="154"/>
                      <a:pt x="1088" y="118"/>
                      <a:pt x="1088" y="82"/>
                    </a:cubicBezTo>
                    <a:cubicBezTo>
                      <a:pt x="1088" y="37"/>
                      <a:pt x="1052" y="1"/>
                      <a:pt x="101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 rot="-5400000">
                <a:off x="6930594" y="3116248"/>
                <a:ext cx="92740" cy="227930"/>
              </a:xfrm>
              <a:custGeom>
                <a:avLst/>
                <a:gdLst/>
                <a:ahLst/>
                <a:cxnLst/>
                <a:rect l="l" t="t" r="r" b="b"/>
                <a:pathLst>
                  <a:path w="900" h="2212" extrusionOk="0">
                    <a:moveTo>
                      <a:pt x="81" y="0"/>
                    </a:moveTo>
                    <a:cubicBezTo>
                      <a:pt x="36" y="0"/>
                      <a:pt x="0" y="36"/>
                      <a:pt x="0" y="72"/>
                    </a:cubicBezTo>
                    <a:cubicBezTo>
                      <a:pt x="0" y="108"/>
                      <a:pt x="36" y="153"/>
                      <a:pt x="81" y="153"/>
                    </a:cubicBezTo>
                    <a:lnTo>
                      <a:pt x="81" y="1537"/>
                    </a:lnTo>
                    <a:lnTo>
                      <a:pt x="791" y="2211"/>
                    </a:lnTo>
                    <a:lnTo>
                      <a:pt x="899" y="2211"/>
                    </a:lnTo>
                    <a:lnTo>
                      <a:pt x="153" y="1501"/>
                    </a:lnTo>
                    <a:lnTo>
                      <a:pt x="153" y="108"/>
                    </a:lnTo>
                    <a:lnTo>
                      <a:pt x="153" y="72"/>
                    </a:lnTo>
                    <a:cubicBezTo>
                      <a:pt x="153" y="36"/>
                      <a:pt x="153" y="0"/>
                      <a:pt x="8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 rot="-5400000">
                <a:off x="6878301" y="3110221"/>
                <a:ext cx="65846" cy="359412"/>
              </a:xfrm>
              <a:custGeom>
                <a:avLst/>
                <a:gdLst/>
                <a:ahLst/>
                <a:cxnLst/>
                <a:rect l="l" t="t" r="r" b="b"/>
                <a:pathLst>
                  <a:path w="639" h="3488" extrusionOk="0">
                    <a:moveTo>
                      <a:pt x="81" y="0"/>
                    </a:moveTo>
                    <a:cubicBezTo>
                      <a:pt x="36" y="0"/>
                      <a:pt x="0" y="0"/>
                      <a:pt x="0" y="81"/>
                    </a:cubicBezTo>
                    <a:cubicBezTo>
                      <a:pt x="0" y="81"/>
                      <a:pt x="36" y="117"/>
                      <a:pt x="81" y="117"/>
                    </a:cubicBezTo>
                    <a:lnTo>
                      <a:pt x="81" y="3002"/>
                    </a:lnTo>
                    <a:lnTo>
                      <a:pt x="566" y="3487"/>
                    </a:lnTo>
                    <a:lnTo>
                      <a:pt x="638" y="3487"/>
                    </a:lnTo>
                    <a:lnTo>
                      <a:pt x="117" y="3002"/>
                    </a:lnTo>
                    <a:lnTo>
                      <a:pt x="117" y="117"/>
                    </a:lnTo>
                    <a:cubicBezTo>
                      <a:pt x="153" y="117"/>
                      <a:pt x="189" y="81"/>
                      <a:pt x="189" y="81"/>
                    </a:cubicBezTo>
                    <a:cubicBezTo>
                      <a:pt x="189" y="0"/>
                      <a:pt x="153" y="0"/>
                      <a:pt x="8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 rot="-5400000">
                <a:off x="6619924" y="2998163"/>
                <a:ext cx="112113" cy="829904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8054" extrusionOk="0">
                    <a:moveTo>
                      <a:pt x="1007" y="1"/>
                    </a:moveTo>
                    <a:cubicBezTo>
                      <a:pt x="971" y="1"/>
                      <a:pt x="935" y="37"/>
                      <a:pt x="935" y="73"/>
                    </a:cubicBezTo>
                    <a:cubicBezTo>
                      <a:pt x="935" y="109"/>
                      <a:pt x="935" y="109"/>
                      <a:pt x="971" y="154"/>
                    </a:cubicBezTo>
                    <a:lnTo>
                      <a:pt x="971" y="2023"/>
                    </a:lnTo>
                    <a:lnTo>
                      <a:pt x="0" y="2886"/>
                    </a:lnTo>
                    <a:lnTo>
                      <a:pt x="0" y="8053"/>
                    </a:lnTo>
                    <a:lnTo>
                      <a:pt x="72" y="8053"/>
                    </a:lnTo>
                    <a:lnTo>
                      <a:pt x="72" y="2922"/>
                    </a:lnTo>
                    <a:lnTo>
                      <a:pt x="1052" y="2023"/>
                    </a:lnTo>
                    <a:lnTo>
                      <a:pt x="1052" y="154"/>
                    </a:lnTo>
                    <a:cubicBezTo>
                      <a:pt x="1088" y="109"/>
                      <a:pt x="1088" y="109"/>
                      <a:pt x="1088" y="73"/>
                    </a:cubicBezTo>
                    <a:cubicBezTo>
                      <a:pt x="1088" y="37"/>
                      <a:pt x="1052" y="1"/>
                      <a:pt x="100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6"/>
              <p:cNvSpPr/>
              <p:nvPr/>
            </p:nvSpPr>
            <p:spPr>
              <a:xfrm rot="-5400000">
                <a:off x="6538831" y="2967148"/>
                <a:ext cx="112216" cy="991990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9627" extrusionOk="0">
                    <a:moveTo>
                      <a:pt x="1007" y="1"/>
                    </a:moveTo>
                    <a:cubicBezTo>
                      <a:pt x="971" y="1"/>
                      <a:pt x="935" y="1"/>
                      <a:pt x="935" y="73"/>
                    </a:cubicBezTo>
                    <a:cubicBezTo>
                      <a:pt x="935" y="73"/>
                      <a:pt x="935" y="109"/>
                      <a:pt x="971" y="109"/>
                    </a:cubicBezTo>
                    <a:lnTo>
                      <a:pt x="971" y="3407"/>
                    </a:lnTo>
                    <a:lnTo>
                      <a:pt x="1" y="4270"/>
                    </a:lnTo>
                    <a:lnTo>
                      <a:pt x="37" y="4306"/>
                    </a:lnTo>
                    <a:lnTo>
                      <a:pt x="1" y="4306"/>
                    </a:lnTo>
                    <a:lnTo>
                      <a:pt x="1" y="9626"/>
                    </a:lnTo>
                    <a:lnTo>
                      <a:pt x="73" y="9626"/>
                    </a:lnTo>
                    <a:lnTo>
                      <a:pt x="73" y="4306"/>
                    </a:lnTo>
                    <a:lnTo>
                      <a:pt x="1043" y="3407"/>
                    </a:lnTo>
                    <a:lnTo>
                      <a:pt x="1043" y="109"/>
                    </a:lnTo>
                    <a:cubicBezTo>
                      <a:pt x="1088" y="109"/>
                      <a:pt x="1088" y="73"/>
                      <a:pt x="1088" y="73"/>
                    </a:cubicBezTo>
                    <a:cubicBezTo>
                      <a:pt x="1088" y="1"/>
                      <a:pt x="1043" y="1"/>
                      <a:pt x="100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6"/>
              <p:cNvSpPr/>
              <p:nvPr/>
            </p:nvSpPr>
            <p:spPr>
              <a:xfrm rot="-5400000">
                <a:off x="6388442" y="2716702"/>
                <a:ext cx="112113" cy="1292874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12547" extrusionOk="0">
                    <a:moveTo>
                      <a:pt x="1016" y="0"/>
                    </a:moveTo>
                    <a:cubicBezTo>
                      <a:pt x="971" y="0"/>
                      <a:pt x="935" y="36"/>
                      <a:pt x="935" y="72"/>
                    </a:cubicBezTo>
                    <a:cubicBezTo>
                      <a:pt x="935" y="108"/>
                      <a:pt x="935" y="153"/>
                      <a:pt x="971" y="153"/>
                    </a:cubicBezTo>
                    <a:lnTo>
                      <a:pt x="971" y="6669"/>
                    </a:lnTo>
                    <a:lnTo>
                      <a:pt x="0" y="7567"/>
                    </a:lnTo>
                    <a:lnTo>
                      <a:pt x="0" y="12546"/>
                    </a:lnTo>
                    <a:lnTo>
                      <a:pt x="72" y="12546"/>
                    </a:lnTo>
                    <a:lnTo>
                      <a:pt x="72" y="7603"/>
                    </a:lnTo>
                    <a:lnTo>
                      <a:pt x="1052" y="6705"/>
                    </a:lnTo>
                    <a:lnTo>
                      <a:pt x="1052" y="153"/>
                    </a:lnTo>
                    <a:cubicBezTo>
                      <a:pt x="1088" y="153"/>
                      <a:pt x="1088" y="108"/>
                      <a:pt x="1088" y="72"/>
                    </a:cubicBezTo>
                    <a:cubicBezTo>
                      <a:pt x="1088" y="36"/>
                      <a:pt x="1052" y="0"/>
                      <a:pt x="101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0" name="Google Shape;260;p6"/>
            <p:cNvGrpSpPr/>
            <p:nvPr/>
          </p:nvGrpSpPr>
          <p:grpSpPr>
            <a:xfrm rot="10800000" flipH="1">
              <a:off x="7851137" y="4808092"/>
              <a:ext cx="1292874" cy="335409"/>
              <a:chOff x="5798062" y="3183842"/>
              <a:chExt cx="1292874" cy="335409"/>
            </a:xfrm>
          </p:grpSpPr>
          <p:sp>
            <p:nvSpPr>
              <p:cNvPr id="261" name="Google Shape;261;p6"/>
              <p:cNvSpPr/>
              <p:nvPr/>
            </p:nvSpPr>
            <p:spPr>
              <a:xfrm rot="-5400000">
                <a:off x="6438366" y="2716650"/>
                <a:ext cx="112216" cy="1192923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11577" extrusionOk="0">
                    <a:moveTo>
                      <a:pt x="1016" y="1"/>
                    </a:moveTo>
                    <a:cubicBezTo>
                      <a:pt x="980" y="1"/>
                      <a:pt x="935" y="37"/>
                      <a:pt x="935" y="82"/>
                    </a:cubicBezTo>
                    <a:cubicBezTo>
                      <a:pt x="935" y="118"/>
                      <a:pt x="935" y="154"/>
                      <a:pt x="980" y="154"/>
                    </a:cubicBezTo>
                    <a:lnTo>
                      <a:pt x="980" y="5878"/>
                    </a:lnTo>
                    <a:lnTo>
                      <a:pt x="1" y="6777"/>
                    </a:lnTo>
                    <a:lnTo>
                      <a:pt x="1" y="11576"/>
                    </a:lnTo>
                    <a:lnTo>
                      <a:pt x="82" y="11576"/>
                    </a:lnTo>
                    <a:lnTo>
                      <a:pt x="82" y="6822"/>
                    </a:lnTo>
                    <a:lnTo>
                      <a:pt x="1052" y="5923"/>
                    </a:lnTo>
                    <a:lnTo>
                      <a:pt x="1052" y="154"/>
                    </a:lnTo>
                    <a:cubicBezTo>
                      <a:pt x="1088" y="154"/>
                      <a:pt x="1088" y="118"/>
                      <a:pt x="1088" y="82"/>
                    </a:cubicBezTo>
                    <a:cubicBezTo>
                      <a:pt x="1088" y="37"/>
                      <a:pt x="1052" y="1"/>
                      <a:pt x="101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 rot="-5400000">
                <a:off x="6930594" y="3116248"/>
                <a:ext cx="92740" cy="227930"/>
              </a:xfrm>
              <a:custGeom>
                <a:avLst/>
                <a:gdLst/>
                <a:ahLst/>
                <a:cxnLst/>
                <a:rect l="l" t="t" r="r" b="b"/>
                <a:pathLst>
                  <a:path w="900" h="2212" extrusionOk="0">
                    <a:moveTo>
                      <a:pt x="81" y="0"/>
                    </a:moveTo>
                    <a:cubicBezTo>
                      <a:pt x="36" y="0"/>
                      <a:pt x="0" y="36"/>
                      <a:pt x="0" y="72"/>
                    </a:cubicBezTo>
                    <a:cubicBezTo>
                      <a:pt x="0" y="108"/>
                      <a:pt x="36" y="153"/>
                      <a:pt x="81" y="153"/>
                    </a:cubicBezTo>
                    <a:lnTo>
                      <a:pt x="81" y="1537"/>
                    </a:lnTo>
                    <a:lnTo>
                      <a:pt x="791" y="2211"/>
                    </a:lnTo>
                    <a:lnTo>
                      <a:pt x="899" y="2211"/>
                    </a:lnTo>
                    <a:lnTo>
                      <a:pt x="153" y="1501"/>
                    </a:lnTo>
                    <a:lnTo>
                      <a:pt x="153" y="108"/>
                    </a:lnTo>
                    <a:lnTo>
                      <a:pt x="153" y="72"/>
                    </a:lnTo>
                    <a:cubicBezTo>
                      <a:pt x="153" y="36"/>
                      <a:pt x="153" y="0"/>
                      <a:pt x="8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6"/>
              <p:cNvSpPr/>
              <p:nvPr/>
            </p:nvSpPr>
            <p:spPr>
              <a:xfrm rot="-5400000">
                <a:off x="6878301" y="3110221"/>
                <a:ext cx="65846" cy="359412"/>
              </a:xfrm>
              <a:custGeom>
                <a:avLst/>
                <a:gdLst/>
                <a:ahLst/>
                <a:cxnLst/>
                <a:rect l="l" t="t" r="r" b="b"/>
                <a:pathLst>
                  <a:path w="639" h="3488" extrusionOk="0">
                    <a:moveTo>
                      <a:pt x="81" y="0"/>
                    </a:moveTo>
                    <a:cubicBezTo>
                      <a:pt x="36" y="0"/>
                      <a:pt x="0" y="0"/>
                      <a:pt x="0" y="81"/>
                    </a:cubicBezTo>
                    <a:cubicBezTo>
                      <a:pt x="0" y="81"/>
                      <a:pt x="36" y="117"/>
                      <a:pt x="81" y="117"/>
                    </a:cubicBezTo>
                    <a:lnTo>
                      <a:pt x="81" y="3002"/>
                    </a:lnTo>
                    <a:lnTo>
                      <a:pt x="566" y="3487"/>
                    </a:lnTo>
                    <a:lnTo>
                      <a:pt x="638" y="3487"/>
                    </a:lnTo>
                    <a:lnTo>
                      <a:pt x="117" y="3002"/>
                    </a:lnTo>
                    <a:lnTo>
                      <a:pt x="117" y="117"/>
                    </a:lnTo>
                    <a:cubicBezTo>
                      <a:pt x="153" y="117"/>
                      <a:pt x="189" y="81"/>
                      <a:pt x="189" y="81"/>
                    </a:cubicBezTo>
                    <a:cubicBezTo>
                      <a:pt x="189" y="0"/>
                      <a:pt x="153" y="0"/>
                      <a:pt x="8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6"/>
              <p:cNvSpPr/>
              <p:nvPr/>
            </p:nvSpPr>
            <p:spPr>
              <a:xfrm rot="-5400000">
                <a:off x="6619924" y="2998163"/>
                <a:ext cx="112113" cy="829904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8054" extrusionOk="0">
                    <a:moveTo>
                      <a:pt x="1007" y="1"/>
                    </a:moveTo>
                    <a:cubicBezTo>
                      <a:pt x="971" y="1"/>
                      <a:pt x="935" y="37"/>
                      <a:pt x="935" y="73"/>
                    </a:cubicBezTo>
                    <a:cubicBezTo>
                      <a:pt x="935" y="109"/>
                      <a:pt x="935" y="109"/>
                      <a:pt x="971" y="154"/>
                    </a:cubicBezTo>
                    <a:lnTo>
                      <a:pt x="971" y="2023"/>
                    </a:lnTo>
                    <a:lnTo>
                      <a:pt x="0" y="2886"/>
                    </a:lnTo>
                    <a:lnTo>
                      <a:pt x="0" y="8053"/>
                    </a:lnTo>
                    <a:lnTo>
                      <a:pt x="72" y="8053"/>
                    </a:lnTo>
                    <a:lnTo>
                      <a:pt x="72" y="2922"/>
                    </a:lnTo>
                    <a:lnTo>
                      <a:pt x="1052" y="2023"/>
                    </a:lnTo>
                    <a:lnTo>
                      <a:pt x="1052" y="154"/>
                    </a:lnTo>
                    <a:cubicBezTo>
                      <a:pt x="1088" y="109"/>
                      <a:pt x="1088" y="109"/>
                      <a:pt x="1088" y="73"/>
                    </a:cubicBezTo>
                    <a:cubicBezTo>
                      <a:pt x="1088" y="37"/>
                      <a:pt x="1052" y="1"/>
                      <a:pt x="100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6"/>
              <p:cNvSpPr/>
              <p:nvPr/>
            </p:nvSpPr>
            <p:spPr>
              <a:xfrm rot="-5400000">
                <a:off x="6538831" y="2967148"/>
                <a:ext cx="112216" cy="991990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9627" extrusionOk="0">
                    <a:moveTo>
                      <a:pt x="1007" y="1"/>
                    </a:moveTo>
                    <a:cubicBezTo>
                      <a:pt x="971" y="1"/>
                      <a:pt x="935" y="1"/>
                      <a:pt x="935" y="73"/>
                    </a:cubicBezTo>
                    <a:cubicBezTo>
                      <a:pt x="935" y="73"/>
                      <a:pt x="935" y="109"/>
                      <a:pt x="971" y="109"/>
                    </a:cubicBezTo>
                    <a:lnTo>
                      <a:pt x="971" y="3407"/>
                    </a:lnTo>
                    <a:lnTo>
                      <a:pt x="1" y="4270"/>
                    </a:lnTo>
                    <a:lnTo>
                      <a:pt x="37" y="4306"/>
                    </a:lnTo>
                    <a:lnTo>
                      <a:pt x="1" y="4306"/>
                    </a:lnTo>
                    <a:lnTo>
                      <a:pt x="1" y="9626"/>
                    </a:lnTo>
                    <a:lnTo>
                      <a:pt x="73" y="9626"/>
                    </a:lnTo>
                    <a:lnTo>
                      <a:pt x="73" y="4306"/>
                    </a:lnTo>
                    <a:lnTo>
                      <a:pt x="1043" y="3407"/>
                    </a:lnTo>
                    <a:lnTo>
                      <a:pt x="1043" y="109"/>
                    </a:lnTo>
                    <a:cubicBezTo>
                      <a:pt x="1088" y="109"/>
                      <a:pt x="1088" y="73"/>
                      <a:pt x="1088" y="73"/>
                    </a:cubicBezTo>
                    <a:cubicBezTo>
                      <a:pt x="1088" y="1"/>
                      <a:pt x="1043" y="1"/>
                      <a:pt x="100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 rot="-5400000">
                <a:off x="6388442" y="2716702"/>
                <a:ext cx="112113" cy="1292874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12547" extrusionOk="0">
                    <a:moveTo>
                      <a:pt x="1016" y="0"/>
                    </a:moveTo>
                    <a:cubicBezTo>
                      <a:pt x="971" y="0"/>
                      <a:pt x="935" y="36"/>
                      <a:pt x="935" y="72"/>
                    </a:cubicBezTo>
                    <a:cubicBezTo>
                      <a:pt x="935" y="108"/>
                      <a:pt x="935" y="153"/>
                      <a:pt x="971" y="153"/>
                    </a:cubicBezTo>
                    <a:lnTo>
                      <a:pt x="971" y="6669"/>
                    </a:lnTo>
                    <a:lnTo>
                      <a:pt x="0" y="7567"/>
                    </a:lnTo>
                    <a:lnTo>
                      <a:pt x="0" y="12546"/>
                    </a:lnTo>
                    <a:lnTo>
                      <a:pt x="72" y="12546"/>
                    </a:lnTo>
                    <a:lnTo>
                      <a:pt x="72" y="7603"/>
                    </a:lnTo>
                    <a:lnTo>
                      <a:pt x="1052" y="6705"/>
                    </a:lnTo>
                    <a:lnTo>
                      <a:pt x="1052" y="153"/>
                    </a:lnTo>
                    <a:cubicBezTo>
                      <a:pt x="1088" y="153"/>
                      <a:pt x="1088" y="108"/>
                      <a:pt x="1088" y="72"/>
                    </a:cubicBezTo>
                    <a:cubicBezTo>
                      <a:pt x="1088" y="36"/>
                      <a:pt x="1052" y="0"/>
                      <a:pt x="101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0"/>
          <p:cNvSpPr>
            <a:spLocks noGrp="1"/>
          </p:cNvSpPr>
          <p:nvPr>
            <p:ph type="pic" idx="2"/>
          </p:nvPr>
        </p:nvSpPr>
        <p:spPr>
          <a:xfrm>
            <a:off x="-735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10"/>
          <p:cNvSpPr txBox="1">
            <a:spLocks noGrp="1"/>
          </p:cNvSpPr>
          <p:nvPr>
            <p:ph type="body" idx="1"/>
          </p:nvPr>
        </p:nvSpPr>
        <p:spPr>
          <a:xfrm>
            <a:off x="720000" y="3998750"/>
            <a:ext cx="7704000" cy="60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drich"/>
              <a:buNone/>
              <a:defRPr sz="4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7" name="Google Shape;597;p13"/>
          <p:cNvPicPr preferRelativeResize="0"/>
          <p:nvPr/>
        </p:nvPicPr>
        <p:blipFill rotWithShape="1">
          <a:blip r:embed="rId2">
            <a:alphaModFix/>
          </a:blip>
          <a:srcRect t="159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9" name="Google Shape;599;p13"/>
          <p:cNvSpPr txBox="1">
            <a:spLocks noGrp="1"/>
          </p:cNvSpPr>
          <p:nvPr>
            <p:ph type="title" idx="2"/>
          </p:nvPr>
        </p:nvSpPr>
        <p:spPr>
          <a:xfrm>
            <a:off x="1589738" y="1654050"/>
            <a:ext cx="2885400" cy="51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00" name="Google Shape;600;p13"/>
          <p:cNvSpPr txBox="1">
            <a:spLocks noGrp="1"/>
          </p:cNvSpPr>
          <p:nvPr>
            <p:ph type="title" idx="3"/>
          </p:nvPr>
        </p:nvSpPr>
        <p:spPr>
          <a:xfrm>
            <a:off x="5485954" y="1654050"/>
            <a:ext cx="2885400" cy="51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01" name="Google Shape;601;p13"/>
          <p:cNvSpPr txBox="1">
            <a:spLocks noGrp="1"/>
          </p:cNvSpPr>
          <p:nvPr>
            <p:ph type="subTitle" idx="1"/>
          </p:nvPr>
        </p:nvSpPr>
        <p:spPr>
          <a:xfrm>
            <a:off x="1589739" y="2120870"/>
            <a:ext cx="288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02" name="Google Shape;602;p13"/>
          <p:cNvSpPr txBox="1">
            <a:spLocks noGrp="1"/>
          </p:cNvSpPr>
          <p:nvPr>
            <p:ph type="subTitle" idx="4"/>
          </p:nvPr>
        </p:nvSpPr>
        <p:spPr>
          <a:xfrm>
            <a:off x="5485961" y="2120870"/>
            <a:ext cx="288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03" name="Google Shape;603;p13"/>
          <p:cNvSpPr txBox="1">
            <a:spLocks noGrp="1"/>
          </p:cNvSpPr>
          <p:nvPr>
            <p:ph type="title" idx="5"/>
          </p:nvPr>
        </p:nvSpPr>
        <p:spPr>
          <a:xfrm>
            <a:off x="1589738" y="3178654"/>
            <a:ext cx="2885400" cy="51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04" name="Google Shape;604;p13"/>
          <p:cNvSpPr txBox="1">
            <a:spLocks noGrp="1"/>
          </p:cNvSpPr>
          <p:nvPr>
            <p:ph type="title" idx="6"/>
          </p:nvPr>
        </p:nvSpPr>
        <p:spPr>
          <a:xfrm>
            <a:off x="5485950" y="3178654"/>
            <a:ext cx="2885400" cy="51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05" name="Google Shape;605;p13"/>
          <p:cNvSpPr txBox="1">
            <a:spLocks noGrp="1"/>
          </p:cNvSpPr>
          <p:nvPr>
            <p:ph type="subTitle" idx="7"/>
          </p:nvPr>
        </p:nvSpPr>
        <p:spPr>
          <a:xfrm>
            <a:off x="1589771" y="3645374"/>
            <a:ext cx="288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06" name="Google Shape;606;p13"/>
          <p:cNvSpPr txBox="1">
            <a:spLocks noGrp="1"/>
          </p:cNvSpPr>
          <p:nvPr>
            <p:ph type="subTitle" idx="8"/>
          </p:nvPr>
        </p:nvSpPr>
        <p:spPr>
          <a:xfrm>
            <a:off x="5485967" y="3645374"/>
            <a:ext cx="288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07" name="Google Shape;607;p13"/>
          <p:cNvSpPr txBox="1">
            <a:spLocks noGrp="1"/>
          </p:cNvSpPr>
          <p:nvPr>
            <p:ph type="title" idx="9" hasCustomPrompt="1"/>
          </p:nvPr>
        </p:nvSpPr>
        <p:spPr>
          <a:xfrm>
            <a:off x="772625" y="1732899"/>
            <a:ext cx="775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608" name="Google Shape;608;p13"/>
          <p:cNvSpPr txBox="1">
            <a:spLocks noGrp="1"/>
          </p:cNvSpPr>
          <p:nvPr>
            <p:ph type="title" idx="13" hasCustomPrompt="1"/>
          </p:nvPr>
        </p:nvSpPr>
        <p:spPr>
          <a:xfrm>
            <a:off x="772625" y="3259799"/>
            <a:ext cx="775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609" name="Google Shape;609;p13"/>
          <p:cNvSpPr txBox="1">
            <a:spLocks noGrp="1"/>
          </p:cNvSpPr>
          <p:nvPr>
            <p:ph type="title" idx="14" hasCustomPrompt="1"/>
          </p:nvPr>
        </p:nvSpPr>
        <p:spPr>
          <a:xfrm>
            <a:off x="4668825" y="1732899"/>
            <a:ext cx="775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610" name="Google Shape;610;p13"/>
          <p:cNvSpPr txBox="1">
            <a:spLocks noGrp="1"/>
          </p:cNvSpPr>
          <p:nvPr>
            <p:ph type="title" idx="15" hasCustomPrompt="1"/>
          </p:nvPr>
        </p:nvSpPr>
        <p:spPr>
          <a:xfrm>
            <a:off x="4668825" y="3259799"/>
            <a:ext cx="775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grpSp>
        <p:nvGrpSpPr>
          <p:cNvPr id="611" name="Google Shape;611;p13"/>
          <p:cNvGrpSpPr/>
          <p:nvPr/>
        </p:nvGrpSpPr>
        <p:grpSpPr>
          <a:xfrm>
            <a:off x="1" y="300"/>
            <a:ext cx="9143987" cy="5143233"/>
            <a:chOff x="1" y="300"/>
            <a:chExt cx="9143987" cy="5143233"/>
          </a:xfrm>
        </p:grpSpPr>
        <p:grpSp>
          <p:nvGrpSpPr>
            <p:cNvPr id="612" name="Google Shape;612;p13"/>
            <p:cNvGrpSpPr/>
            <p:nvPr/>
          </p:nvGrpSpPr>
          <p:grpSpPr>
            <a:xfrm>
              <a:off x="7461201" y="300"/>
              <a:ext cx="1682787" cy="5143233"/>
              <a:chOff x="7461201" y="300"/>
              <a:chExt cx="1682787" cy="5143233"/>
            </a:xfrm>
          </p:grpSpPr>
          <p:grpSp>
            <p:nvGrpSpPr>
              <p:cNvPr id="613" name="Google Shape;613;p13"/>
              <p:cNvGrpSpPr/>
              <p:nvPr/>
            </p:nvGrpSpPr>
            <p:grpSpPr>
              <a:xfrm>
                <a:off x="7461201" y="4738773"/>
                <a:ext cx="1682787" cy="404760"/>
                <a:chOff x="7395926" y="4738773"/>
                <a:chExt cx="1682787" cy="404760"/>
              </a:xfrm>
            </p:grpSpPr>
            <p:sp>
              <p:nvSpPr>
                <p:cNvPr id="614" name="Google Shape;614;p13"/>
                <p:cNvSpPr/>
                <p:nvPr/>
              </p:nvSpPr>
              <p:spPr>
                <a:xfrm rot="-5400000">
                  <a:off x="8692399" y="4649854"/>
                  <a:ext cx="101087" cy="671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1" h="6517" extrusionOk="0">
                      <a:moveTo>
                        <a:pt x="899" y="1"/>
                      </a:moveTo>
                      <a:cubicBezTo>
                        <a:pt x="827" y="1"/>
                        <a:pt x="827" y="36"/>
                        <a:pt x="827" y="72"/>
                      </a:cubicBezTo>
                      <a:lnTo>
                        <a:pt x="827" y="108"/>
                      </a:lnTo>
                      <a:lnTo>
                        <a:pt x="1" y="818"/>
                      </a:lnTo>
                      <a:lnTo>
                        <a:pt x="1" y="1349"/>
                      </a:lnTo>
                      <a:lnTo>
                        <a:pt x="863" y="2095"/>
                      </a:lnTo>
                      <a:lnTo>
                        <a:pt x="863" y="6516"/>
                      </a:lnTo>
                      <a:lnTo>
                        <a:pt x="899" y="6516"/>
                      </a:lnTo>
                      <a:lnTo>
                        <a:pt x="899" y="1160"/>
                      </a:lnTo>
                      <a:cubicBezTo>
                        <a:pt x="935" y="1160"/>
                        <a:pt x="980" y="1160"/>
                        <a:pt x="980" y="1124"/>
                      </a:cubicBezTo>
                      <a:cubicBezTo>
                        <a:pt x="980" y="1088"/>
                        <a:pt x="935" y="1043"/>
                        <a:pt x="899" y="1043"/>
                      </a:cubicBezTo>
                      <a:cubicBezTo>
                        <a:pt x="827" y="1043"/>
                        <a:pt x="827" y="1088"/>
                        <a:pt x="827" y="1124"/>
                      </a:cubicBezTo>
                      <a:cubicBezTo>
                        <a:pt x="827" y="1160"/>
                        <a:pt x="827" y="1160"/>
                        <a:pt x="863" y="1160"/>
                      </a:cubicBezTo>
                      <a:lnTo>
                        <a:pt x="863" y="2023"/>
                      </a:lnTo>
                      <a:lnTo>
                        <a:pt x="82" y="1313"/>
                      </a:lnTo>
                      <a:lnTo>
                        <a:pt x="82" y="863"/>
                      </a:lnTo>
                      <a:lnTo>
                        <a:pt x="863" y="144"/>
                      </a:lnTo>
                      <a:lnTo>
                        <a:pt x="899" y="144"/>
                      </a:lnTo>
                      <a:cubicBezTo>
                        <a:pt x="935" y="144"/>
                        <a:pt x="980" y="108"/>
                        <a:pt x="980" y="72"/>
                      </a:cubicBezTo>
                      <a:cubicBezTo>
                        <a:pt x="980" y="36"/>
                        <a:pt x="935" y="1"/>
                        <a:pt x="89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5" name="Google Shape;615;p13"/>
                <p:cNvSpPr/>
                <p:nvPr/>
              </p:nvSpPr>
              <p:spPr>
                <a:xfrm rot="-5400000">
                  <a:off x="8086771" y="4047928"/>
                  <a:ext cx="301097" cy="1682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2" h="16331" extrusionOk="0">
                      <a:moveTo>
                        <a:pt x="73" y="1"/>
                      </a:moveTo>
                      <a:cubicBezTo>
                        <a:pt x="37" y="1"/>
                        <a:pt x="1" y="36"/>
                        <a:pt x="1" y="72"/>
                      </a:cubicBezTo>
                      <a:cubicBezTo>
                        <a:pt x="1" y="117"/>
                        <a:pt x="37" y="153"/>
                        <a:pt x="73" y="153"/>
                      </a:cubicBezTo>
                      <a:lnTo>
                        <a:pt x="73" y="2849"/>
                      </a:lnTo>
                      <a:lnTo>
                        <a:pt x="522" y="3263"/>
                      </a:lnTo>
                      <a:lnTo>
                        <a:pt x="522" y="4872"/>
                      </a:lnTo>
                      <a:lnTo>
                        <a:pt x="1421" y="5734"/>
                      </a:lnTo>
                      <a:lnTo>
                        <a:pt x="1421" y="16330"/>
                      </a:lnTo>
                      <a:lnTo>
                        <a:pt x="1502" y="16330"/>
                      </a:lnTo>
                      <a:lnTo>
                        <a:pt x="1502" y="8691"/>
                      </a:lnTo>
                      <a:lnTo>
                        <a:pt x="2095" y="8125"/>
                      </a:lnTo>
                      <a:lnTo>
                        <a:pt x="2095" y="6103"/>
                      </a:lnTo>
                      <a:lnTo>
                        <a:pt x="2922" y="5357"/>
                      </a:lnTo>
                      <a:lnTo>
                        <a:pt x="2922" y="4836"/>
                      </a:lnTo>
                      <a:lnTo>
                        <a:pt x="2140" y="4081"/>
                      </a:lnTo>
                      <a:cubicBezTo>
                        <a:pt x="2140" y="4045"/>
                        <a:pt x="2095" y="4009"/>
                        <a:pt x="2059" y="4009"/>
                      </a:cubicBezTo>
                      <a:cubicBezTo>
                        <a:pt x="2023" y="4009"/>
                        <a:pt x="1987" y="4045"/>
                        <a:pt x="1987" y="4081"/>
                      </a:cubicBezTo>
                      <a:cubicBezTo>
                        <a:pt x="1987" y="4117"/>
                        <a:pt x="2023" y="4162"/>
                        <a:pt x="2059" y="4162"/>
                      </a:cubicBezTo>
                      <a:lnTo>
                        <a:pt x="2095" y="4117"/>
                      </a:lnTo>
                      <a:lnTo>
                        <a:pt x="2850" y="4872"/>
                      </a:lnTo>
                      <a:lnTo>
                        <a:pt x="2850" y="5321"/>
                      </a:lnTo>
                      <a:lnTo>
                        <a:pt x="2095" y="6031"/>
                      </a:lnTo>
                      <a:lnTo>
                        <a:pt x="2095" y="5168"/>
                      </a:lnTo>
                      <a:lnTo>
                        <a:pt x="2140" y="5132"/>
                      </a:lnTo>
                      <a:cubicBezTo>
                        <a:pt x="2140" y="5096"/>
                        <a:pt x="2095" y="5060"/>
                        <a:pt x="2059" y="5060"/>
                      </a:cubicBezTo>
                      <a:cubicBezTo>
                        <a:pt x="2023" y="5060"/>
                        <a:pt x="1987" y="5096"/>
                        <a:pt x="1987" y="5132"/>
                      </a:cubicBezTo>
                      <a:cubicBezTo>
                        <a:pt x="1987" y="5132"/>
                        <a:pt x="1987" y="5168"/>
                        <a:pt x="2023" y="5168"/>
                      </a:cubicBezTo>
                      <a:lnTo>
                        <a:pt x="2023" y="8125"/>
                      </a:lnTo>
                      <a:lnTo>
                        <a:pt x="1502" y="8610"/>
                      </a:lnTo>
                      <a:lnTo>
                        <a:pt x="1502" y="5734"/>
                      </a:lnTo>
                      <a:lnTo>
                        <a:pt x="567" y="4872"/>
                      </a:lnTo>
                      <a:lnTo>
                        <a:pt x="567" y="3218"/>
                      </a:lnTo>
                      <a:lnTo>
                        <a:pt x="118" y="2814"/>
                      </a:lnTo>
                      <a:lnTo>
                        <a:pt x="118" y="153"/>
                      </a:lnTo>
                      <a:cubicBezTo>
                        <a:pt x="153" y="153"/>
                        <a:pt x="189" y="117"/>
                        <a:pt x="189" y="72"/>
                      </a:cubicBezTo>
                      <a:cubicBezTo>
                        <a:pt x="189" y="36"/>
                        <a:pt x="153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6" name="Google Shape;616;p13"/>
                <p:cNvSpPr/>
                <p:nvPr/>
              </p:nvSpPr>
              <p:spPr>
                <a:xfrm rot="-5400000">
                  <a:off x="8461381" y="4526204"/>
                  <a:ext cx="107476" cy="11271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10939" extrusionOk="0">
                      <a:moveTo>
                        <a:pt x="935" y="1"/>
                      </a:moveTo>
                      <a:cubicBezTo>
                        <a:pt x="899" y="1"/>
                        <a:pt x="854" y="37"/>
                        <a:pt x="854" y="73"/>
                      </a:cubicBezTo>
                      <a:cubicBezTo>
                        <a:pt x="854" y="118"/>
                        <a:pt x="899" y="118"/>
                        <a:pt x="935" y="154"/>
                      </a:cubicBezTo>
                      <a:lnTo>
                        <a:pt x="935" y="3488"/>
                      </a:lnTo>
                      <a:lnTo>
                        <a:pt x="0" y="4342"/>
                      </a:lnTo>
                      <a:lnTo>
                        <a:pt x="0" y="7451"/>
                      </a:lnTo>
                      <a:lnTo>
                        <a:pt x="935" y="8314"/>
                      </a:lnTo>
                      <a:lnTo>
                        <a:pt x="935" y="10938"/>
                      </a:lnTo>
                      <a:lnTo>
                        <a:pt x="971" y="10938"/>
                      </a:lnTo>
                      <a:lnTo>
                        <a:pt x="971" y="8314"/>
                      </a:lnTo>
                      <a:lnTo>
                        <a:pt x="36" y="7451"/>
                      </a:lnTo>
                      <a:lnTo>
                        <a:pt x="36" y="4387"/>
                      </a:lnTo>
                      <a:lnTo>
                        <a:pt x="971" y="3524"/>
                      </a:lnTo>
                      <a:lnTo>
                        <a:pt x="971" y="154"/>
                      </a:lnTo>
                      <a:cubicBezTo>
                        <a:pt x="1007" y="118"/>
                        <a:pt x="1043" y="118"/>
                        <a:pt x="1043" y="73"/>
                      </a:cubicBezTo>
                      <a:cubicBezTo>
                        <a:pt x="1043" y="37"/>
                        <a:pt x="1007" y="1"/>
                        <a:pt x="93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7" name="Google Shape;617;p13"/>
                <p:cNvSpPr/>
                <p:nvPr/>
              </p:nvSpPr>
              <p:spPr>
                <a:xfrm rot="-5400000">
                  <a:off x="8756285" y="4786901"/>
                  <a:ext cx="112216" cy="5326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5169" extrusionOk="0">
                      <a:moveTo>
                        <a:pt x="73" y="1"/>
                      </a:moveTo>
                      <a:cubicBezTo>
                        <a:pt x="37" y="1"/>
                        <a:pt x="1" y="37"/>
                        <a:pt x="1" y="73"/>
                      </a:cubicBezTo>
                      <a:cubicBezTo>
                        <a:pt x="1" y="108"/>
                        <a:pt x="37" y="144"/>
                        <a:pt x="73" y="144"/>
                      </a:cubicBezTo>
                      <a:lnTo>
                        <a:pt x="117" y="108"/>
                      </a:lnTo>
                      <a:lnTo>
                        <a:pt x="1016" y="935"/>
                      </a:lnTo>
                      <a:lnTo>
                        <a:pt x="1016" y="5168"/>
                      </a:lnTo>
                      <a:lnTo>
                        <a:pt x="1088" y="5168"/>
                      </a:lnTo>
                      <a:lnTo>
                        <a:pt x="1088" y="935"/>
                      </a:lnTo>
                      <a:lnTo>
                        <a:pt x="153" y="73"/>
                      </a:lnTo>
                      <a:cubicBezTo>
                        <a:pt x="153" y="37"/>
                        <a:pt x="153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18" name="Google Shape;618;p13"/>
              <p:cNvGrpSpPr/>
              <p:nvPr/>
            </p:nvGrpSpPr>
            <p:grpSpPr>
              <a:xfrm>
                <a:off x="7461201" y="300"/>
                <a:ext cx="1682787" cy="404861"/>
                <a:chOff x="7395926" y="300"/>
                <a:chExt cx="1682787" cy="404861"/>
              </a:xfrm>
            </p:grpSpPr>
            <p:sp>
              <p:nvSpPr>
                <p:cNvPr id="619" name="Google Shape;619;p13"/>
                <p:cNvSpPr/>
                <p:nvPr/>
              </p:nvSpPr>
              <p:spPr>
                <a:xfrm rot="-5400000">
                  <a:off x="8758191" y="-173788"/>
                  <a:ext cx="108403" cy="5326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2" h="5169" extrusionOk="0">
                      <a:moveTo>
                        <a:pt x="971" y="1"/>
                      </a:moveTo>
                      <a:cubicBezTo>
                        <a:pt x="935" y="1"/>
                        <a:pt x="899" y="37"/>
                        <a:pt x="899" y="73"/>
                      </a:cubicBezTo>
                      <a:lnTo>
                        <a:pt x="0" y="935"/>
                      </a:lnTo>
                      <a:lnTo>
                        <a:pt x="0" y="5168"/>
                      </a:lnTo>
                      <a:lnTo>
                        <a:pt x="36" y="5168"/>
                      </a:lnTo>
                      <a:lnTo>
                        <a:pt x="36" y="935"/>
                      </a:lnTo>
                      <a:lnTo>
                        <a:pt x="935" y="108"/>
                      </a:lnTo>
                      <a:lnTo>
                        <a:pt x="971" y="144"/>
                      </a:lnTo>
                      <a:cubicBezTo>
                        <a:pt x="1016" y="144"/>
                        <a:pt x="1052" y="108"/>
                        <a:pt x="1052" y="73"/>
                      </a:cubicBezTo>
                      <a:cubicBezTo>
                        <a:pt x="1052" y="37"/>
                        <a:pt x="1016" y="1"/>
                        <a:pt x="97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0" name="Google Shape;620;p13"/>
                <p:cNvSpPr/>
                <p:nvPr/>
              </p:nvSpPr>
              <p:spPr>
                <a:xfrm rot="-5400000">
                  <a:off x="8088626" y="-584927"/>
                  <a:ext cx="297388" cy="1682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6" h="16331" extrusionOk="0">
                      <a:moveTo>
                        <a:pt x="2805" y="1"/>
                      </a:moveTo>
                      <a:cubicBezTo>
                        <a:pt x="2769" y="1"/>
                        <a:pt x="2733" y="36"/>
                        <a:pt x="2733" y="72"/>
                      </a:cubicBezTo>
                      <a:cubicBezTo>
                        <a:pt x="2733" y="117"/>
                        <a:pt x="2769" y="153"/>
                        <a:pt x="2769" y="153"/>
                      </a:cubicBezTo>
                      <a:lnTo>
                        <a:pt x="2769" y="2814"/>
                      </a:lnTo>
                      <a:lnTo>
                        <a:pt x="2319" y="3218"/>
                      </a:lnTo>
                      <a:lnTo>
                        <a:pt x="2319" y="4872"/>
                      </a:lnTo>
                      <a:lnTo>
                        <a:pt x="1421" y="5734"/>
                      </a:lnTo>
                      <a:lnTo>
                        <a:pt x="1421" y="8610"/>
                      </a:lnTo>
                      <a:lnTo>
                        <a:pt x="899" y="8125"/>
                      </a:lnTo>
                      <a:lnTo>
                        <a:pt x="899" y="5168"/>
                      </a:lnTo>
                      <a:lnTo>
                        <a:pt x="935" y="5132"/>
                      </a:lnTo>
                      <a:cubicBezTo>
                        <a:pt x="935" y="5096"/>
                        <a:pt x="899" y="5060"/>
                        <a:pt x="863" y="5060"/>
                      </a:cubicBezTo>
                      <a:cubicBezTo>
                        <a:pt x="827" y="5060"/>
                        <a:pt x="782" y="5096"/>
                        <a:pt x="782" y="5132"/>
                      </a:cubicBezTo>
                      <a:cubicBezTo>
                        <a:pt x="782" y="5132"/>
                        <a:pt x="782" y="5168"/>
                        <a:pt x="827" y="5168"/>
                      </a:cubicBezTo>
                      <a:lnTo>
                        <a:pt x="827" y="6031"/>
                      </a:lnTo>
                      <a:lnTo>
                        <a:pt x="37" y="5321"/>
                      </a:lnTo>
                      <a:lnTo>
                        <a:pt x="37" y="4872"/>
                      </a:lnTo>
                      <a:lnTo>
                        <a:pt x="827" y="4117"/>
                      </a:lnTo>
                      <a:lnTo>
                        <a:pt x="863" y="4162"/>
                      </a:lnTo>
                      <a:cubicBezTo>
                        <a:pt x="899" y="4162"/>
                        <a:pt x="935" y="4117"/>
                        <a:pt x="935" y="4081"/>
                      </a:cubicBezTo>
                      <a:cubicBezTo>
                        <a:pt x="935" y="4045"/>
                        <a:pt x="899" y="4009"/>
                        <a:pt x="863" y="4009"/>
                      </a:cubicBezTo>
                      <a:cubicBezTo>
                        <a:pt x="827" y="4009"/>
                        <a:pt x="782" y="4045"/>
                        <a:pt x="782" y="4081"/>
                      </a:cubicBezTo>
                      <a:lnTo>
                        <a:pt x="1" y="4836"/>
                      </a:lnTo>
                      <a:lnTo>
                        <a:pt x="1" y="5357"/>
                      </a:lnTo>
                      <a:lnTo>
                        <a:pt x="827" y="6103"/>
                      </a:lnTo>
                      <a:lnTo>
                        <a:pt x="827" y="8125"/>
                      </a:lnTo>
                      <a:lnTo>
                        <a:pt x="1421" y="8691"/>
                      </a:lnTo>
                      <a:lnTo>
                        <a:pt x="1421" y="16330"/>
                      </a:lnTo>
                      <a:lnTo>
                        <a:pt x="1457" y="16330"/>
                      </a:lnTo>
                      <a:lnTo>
                        <a:pt x="1457" y="5734"/>
                      </a:lnTo>
                      <a:lnTo>
                        <a:pt x="2400" y="4872"/>
                      </a:lnTo>
                      <a:lnTo>
                        <a:pt x="2400" y="3263"/>
                      </a:lnTo>
                      <a:lnTo>
                        <a:pt x="2850" y="2849"/>
                      </a:lnTo>
                      <a:lnTo>
                        <a:pt x="2850" y="153"/>
                      </a:lnTo>
                      <a:cubicBezTo>
                        <a:pt x="2886" y="153"/>
                        <a:pt x="2886" y="117"/>
                        <a:pt x="2886" y="72"/>
                      </a:cubicBezTo>
                      <a:cubicBezTo>
                        <a:pt x="2886" y="36"/>
                        <a:pt x="2850" y="1"/>
                        <a:pt x="280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1" name="Google Shape;621;p13"/>
                <p:cNvSpPr/>
                <p:nvPr/>
              </p:nvSpPr>
              <p:spPr>
                <a:xfrm rot="-5400000">
                  <a:off x="8694254" y="-175591"/>
                  <a:ext cx="97378" cy="671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5" h="6517" extrusionOk="0">
                      <a:moveTo>
                        <a:pt x="82" y="1"/>
                      </a:moveTo>
                      <a:cubicBezTo>
                        <a:pt x="46" y="1"/>
                        <a:pt x="1" y="36"/>
                        <a:pt x="1" y="72"/>
                      </a:cubicBezTo>
                      <a:cubicBezTo>
                        <a:pt x="1" y="108"/>
                        <a:pt x="46" y="144"/>
                        <a:pt x="82" y="144"/>
                      </a:cubicBezTo>
                      <a:lnTo>
                        <a:pt x="118" y="144"/>
                      </a:lnTo>
                      <a:lnTo>
                        <a:pt x="900" y="863"/>
                      </a:lnTo>
                      <a:lnTo>
                        <a:pt x="900" y="1313"/>
                      </a:lnTo>
                      <a:lnTo>
                        <a:pt x="118" y="2023"/>
                      </a:lnTo>
                      <a:lnTo>
                        <a:pt x="118" y="1160"/>
                      </a:lnTo>
                      <a:cubicBezTo>
                        <a:pt x="154" y="1160"/>
                        <a:pt x="154" y="1160"/>
                        <a:pt x="154" y="1124"/>
                      </a:cubicBezTo>
                      <a:cubicBezTo>
                        <a:pt x="154" y="1088"/>
                        <a:pt x="118" y="1043"/>
                        <a:pt x="82" y="1043"/>
                      </a:cubicBezTo>
                      <a:cubicBezTo>
                        <a:pt x="46" y="1043"/>
                        <a:pt x="1" y="1088"/>
                        <a:pt x="1" y="1124"/>
                      </a:cubicBezTo>
                      <a:cubicBezTo>
                        <a:pt x="1" y="1160"/>
                        <a:pt x="1" y="1160"/>
                        <a:pt x="46" y="1160"/>
                      </a:cubicBezTo>
                      <a:lnTo>
                        <a:pt x="46" y="6516"/>
                      </a:lnTo>
                      <a:lnTo>
                        <a:pt x="118" y="6516"/>
                      </a:lnTo>
                      <a:lnTo>
                        <a:pt x="118" y="2095"/>
                      </a:lnTo>
                      <a:lnTo>
                        <a:pt x="945" y="1349"/>
                      </a:lnTo>
                      <a:lnTo>
                        <a:pt x="945" y="818"/>
                      </a:lnTo>
                      <a:lnTo>
                        <a:pt x="154" y="108"/>
                      </a:lnTo>
                      <a:lnTo>
                        <a:pt x="154" y="72"/>
                      </a:lnTo>
                      <a:cubicBezTo>
                        <a:pt x="154" y="36"/>
                        <a:pt x="118" y="1"/>
                        <a:pt x="8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2" name="Google Shape;622;p13"/>
                <p:cNvSpPr/>
                <p:nvPr/>
              </p:nvSpPr>
              <p:spPr>
                <a:xfrm rot="-5400000">
                  <a:off x="8461329" y="-509501"/>
                  <a:ext cx="107579" cy="11271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0939" extrusionOk="0">
                      <a:moveTo>
                        <a:pt x="72" y="1"/>
                      </a:moveTo>
                      <a:cubicBezTo>
                        <a:pt x="36" y="1"/>
                        <a:pt x="1" y="37"/>
                        <a:pt x="1" y="73"/>
                      </a:cubicBezTo>
                      <a:cubicBezTo>
                        <a:pt x="1" y="118"/>
                        <a:pt x="36" y="118"/>
                        <a:pt x="36" y="154"/>
                      </a:cubicBezTo>
                      <a:lnTo>
                        <a:pt x="36" y="3524"/>
                      </a:lnTo>
                      <a:lnTo>
                        <a:pt x="971" y="4387"/>
                      </a:lnTo>
                      <a:lnTo>
                        <a:pt x="971" y="7451"/>
                      </a:lnTo>
                      <a:lnTo>
                        <a:pt x="36" y="8314"/>
                      </a:lnTo>
                      <a:lnTo>
                        <a:pt x="36" y="10938"/>
                      </a:lnTo>
                      <a:lnTo>
                        <a:pt x="108" y="10938"/>
                      </a:lnTo>
                      <a:lnTo>
                        <a:pt x="108" y="8314"/>
                      </a:lnTo>
                      <a:lnTo>
                        <a:pt x="1043" y="7451"/>
                      </a:lnTo>
                      <a:lnTo>
                        <a:pt x="1043" y="4342"/>
                      </a:lnTo>
                      <a:lnTo>
                        <a:pt x="108" y="3488"/>
                      </a:lnTo>
                      <a:lnTo>
                        <a:pt x="108" y="154"/>
                      </a:lnTo>
                      <a:cubicBezTo>
                        <a:pt x="144" y="118"/>
                        <a:pt x="144" y="118"/>
                        <a:pt x="144" y="73"/>
                      </a:cubicBezTo>
                      <a:cubicBezTo>
                        <a:pt x="144" y="37"/>
                        <a:pt x="108" y="1"/>
                        <a:pt x="7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23" name="Google Shape;623;p13"/>
            <p:cNvGrpSpPr/>
            <p:nvPr/>
          </p:nvGrpSpPr>
          <p:grpSpPr>
            <a:xfrm flipH="1">
              <a:off x="1" y="300"/>
              <a:ext cx="1682787" cy="5143233"/>
              <a:chOff x="7461201" y="300"/>
              <a:chExt cx="1682787" cy="5143233"/>
            </a:xfrm>
          </p:grpSpPr>
          <p:grpSp>
            <p:nvGrpSpPr>
              <p:cNvPr id="624" name="Google Shape;624;p13"/>
              <p:cNvGrpSpPr/>
              <p:nvPr/>
            </p:nvGrpSpPr>
            <p:grpSpPr>
              <a:xfrm>
                <a:off x="7461201" y="4738773"/>
                <a:ext cx="1682787" cy="404760"/>
                <a:chOff x="7395926" y="4738773"/>
                <a:chExt cx="1682787" cy="404760"/>
              </a:xfrm>
            </p:grpSpPr>
            <p:sp>
              <p:nvSpPr>
                <p:cNvPr id="625" name="Google Shape;625;p13"/>
                <p:cNvSpPr/>
                <p:nvPr/>
              </p:nvSpPr>
              <p:spPr>
                <a:xfrm rot="-5400000">
                  <a:off x="8692399" y="4649854"/>
                  <a:ext cx="101087" cy="671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1" h="6517" extrusionOk="0">
                      <a:moveTo>
                        <a:pt x="899" y="1"/>
                      </a:moveTo>
                      <a:cubicBezTo>
                        <a:pt x="827" y="1"/>
                        <a:pt x="827" y="36"/>
                        <a:pt x="827" y="72"/>
                      </a:cubicBezTo>
                      <a:lnTo>
                        <a:pt x="827" y="108"/>
                      </a:lnTo>
                      <a:lnTo>
                        <a:pt x="1" y="818"/>
                      </a:lnTo>
                      <a:lnTo>
                        <a:pt x="1" y="1349"/>
                      </a:lnTo>
                      <a:lnTo>
                        <a:pt x="863" y="2095"/>
                      </a:lnTo>
                      <a:lnTo>
                        <a:pt x="863" y="6516"/>
                      </a:lnTo>
                      <a:lnTo>
                        <a:pt x="899" y="6516"/>
                      </a:lnTo>
                      <a:lnTo>
                        <a:pt x="899" y="1160"/>
                      </a:lnTo>
                      <a:cubicBezTo>
                        <a:pt x="935" y="1160"/>
                        <a:pt x="980" y="1160"/>
                        <a:pt x="980" y="1124"/>
                      </a:cubicBezTo>
                      <a:cubicBezTo>
                        <a:pt x="980" y="1088"/>
                        <a:pt x="935" y="1043"/>
                        <a:pt x="899" y="1043"/>
                      </a:cubicBezTo>
                      <a:cubicBezTo>
                        <a:pt x="827" y="1043"/>
                        <a:pt x="827" y="1088"/>
                        <a:pt x="827" y="1124"/>
                      </a:cubicBezTo>
                      <a:cubicBezTo>
                        <a:pt x="827" y="1160"/>
                        <a:pt x="827" y="1160"/>
                        <a:pt x="863" y="1160"/>
                      </a:cubicBezTo>
                      <a:lnTo>
                        <a:pt x="863" y="2023"/>
                      </a:lnTo>
                      <a:lnTo>
                        <a:pt x="82" y="1313"/>
                      </a:lnTo>
                      <a:lnTo>
                        <a:pt x="82" y="863"/>
                      </a:lnTo>
                      <a:lnTo>
                        <a:pt x="863" y="144"/>
                      </a:lnTo>
                      <a:lnTo>
                        <a:pt x="899" y="144"/>
                      </a:lnTo>
                      <a:cubicBezTo>
                        <a:pt x="935" y="144"/>
                        <a:pt x="980" y="108"/>
                        <a:pt x="980" y="72"/>
                      </a:cubicBezTo>
                      <a:cubicBezTo>
                        <a:pt x="980" y="36"/>
                        <a:pt x="935" y="1"/>
                        <a:pt x="89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6" name="Google Shape;626;p13"/>
                <p:cNvSpPr/>
                <p:nvPr/>
              </p:nvSpPr>
              <p:spPr>
                <a:xfrm rot="-5400000">
                  <a:off x="8086771" y="4047928"/>
                  <a:ext cx="301097" cy="1682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2" h="16331" extrusionOk="0">
                      <a:moveTo>
                        <a:pt x="73" y="1"/>
                      </a:moveTo>
                      <a:cubicBezTo>
                        <a:pt x="37" y="1"/>
                        <a:pt x="1" y="36"/>
                        <a:pt x="1" y="72"/>
                      </a:cubicBezTo>
                      <a:cubicBezTo>
                        <a:pt x="1" y="117"/>
                        <a:pt x="37" y="153"/>
                        <a:pt x="73" y="153"/>
                      </a:cubicBezTo>
                      <a:lnTo>
                        <a:pt x="73" y="2849"/>
                      </a:lnTo>
                      <a:lnTo>
                        <a:pt x="522" y="3263"/>
                      </a:lnTo>
                      <a:lnTo>
                        <a:pt x="522" y="4872"/>
                      </a:lnTo>
                      <a:lnTo>
                        <a:pt x="1421" y="5734"/>
                      </a:lnTo>
                      <a:lnTo>
                        <a:pt x="1421" y="16330"/>
                      </a:lnTo>
                      <a:lnTo>
                        <a:pt x="1502" y="16330"/>
                      </a:lnTo>
                      <a:lnTo>
                        <a:pt x="1502" y="8691"/>
                      </a:lnTo>
                      <a:lnTo>
                        <a:pt x="2095" y="8125"/>
                      </a:lnTo>
                      <a:lnTo>
                        <a:pt x="2095" y="6103"/>
                      </a:lnTo>
                      <a:lnTo>
                        <a:pt x="2922" y="5357"/>
                      </a:lnTo>
                      <a:lnTo>
                        <a:pt x="2922" y="4836"/>
                      </a:lnTo>
                      <a:lnTo>
                        <a:pt x="2140" y="4081"/>
                      </a:lnTo>
                      <a:cubicBezTo>
                        <a:pt x="2140" y="4045"/>
                        <a:pt x="2095" y="4009"/>
                        <a:pt x="2059" y="4009"/>
                      </a:cubicBezTo>
                      <a:cubicBezTo>
                        <a:pt x="2023" y="4009"/>
                        <a:pt x="1987" y="4045"/>
                        <a:pt x="1987" y="4081"/>
                      </a:cubicBezTo>
                      <a:cubicBezTo>
                        <a:pt x="1987" y="4117"/>
                        <a:pt x="2023" y="4162"/>
                        <a:pt x="2059" y="4162"/>
                      </a:cubicBezTo>
                      <a:lnTo>
                        <a:pt x="2095" y="4117"/>
                      </a:lnTo>
                      <a:lnTo>
                        <a:pt x="2850" y="4872"/>
                      </a:lnTo>
                      <a:lnTo>
                        <a:pt x="2850" y="5321"/>
                      </a:lnTo>
                      <a:lnTo>
                        <a:pt x="2095" y="6031"/>
                      </a:lnTo>
                      <a:lnTo>
                        <a:pt x="2095" y="5168"/>
                      </a:lnTo>
                      <a:lnTo>
                        <a:pt x="2140" y="5132"/>
                      </a:lnTo>
                      <a:cubicBezTo>
                        <a:pt x="2140" y="5096"/>
                        <a:pt x="2095" y="5060"/>
                        <a:pt x="2059" y="5060"/>
                      </a:cubicBezTo>
                      <a:cubicBezTo>
                        <a:pt x="2023" y="5060"/>
                        <a:pt x="1987" y="5096"/>
                        <a:pt x="1987" y="5132"/>
                      </a:cubicBezTo>
                      <a:cubicBezTo>
                        <a:pt x="1987" y="5132"/>
                        <a:pt x="1987" y="5168"/>
                        <a:pt x="2023" y="5168"/>
                      </a:cubicBezTo>
                      <a:lnTo>
                        <a:pt x="2023" y="8125"/>
                      </a:lnTo>
                      <a:lnTo>
                        <a:pt x="1502" y="8610"/>
                      </a:lnTo>
                      <a:lnTo>
                        <a:pt x="1502" y="5734"/>
                      </a:lnTo>
                      <a:lnTo>
                        <a:pt x="567" y="4872"/>
                      </a:lnTo>
                      <a:lnTo>
                        <a:pt x="567" y="3218"/>
                      </a:lnTo>
                      <a:lnTo>
                        <a:pt x="118" y="2814"/>
                      </a:lnTo>
                      <a:lnTo>
                        <a:pt x="118" y="153"/>
                      </a:lnTo>
                      <a:cubicBezTo>
                        <a:pt x="153" y="153"/>
                        <a:pt x="189" y="117"/>
                        <a:pt x="189" y="72"/>
                      </a:cubicBezTo>
                      <a:cubicBezTo>
                        <a:pt x="189" y="36"/>
                        <a:pt x="153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7" name="Google Shape;627;p13"/>
                <p:cNvSpPr/>
                <p:nvPr/>
              </p:nvSpPr>
              <p:spPr>
                <a:xfrm rot="-5400000">
                  <a:off x="8461381" y="4526204"/>
                  <a:ext cx="107476" cy="11271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10939" extrusionOk="0">
                      <a:moveTo>
                        <a:pt x="935" y="1"/>
                      </a:moveTo>
                      <a:cubicBezTo>
                        <a:pt x="899" y="1"/>
                        <a:pt x="854" y="37"/>
                        <a:pt x="854" y="73"/>
                      </a:cubicBezTo>
                      <a:cubicBezTo>
                        <a:pt x="854" y="118"/>
                        <a:pt x="899" y="118"/>
                        <a:pt x="935" y="154"/>
                      </a:cubicBezTo>
                      <a:lnTo>
                        <a:pt x="935" y="3488"/>
                      </a:lnTo>
                      <a:lnTo>
                        <a:pt x="0" y="4342"/>
                      </a:lnTo>
                      <a:lnTo>
                        <a:pt x="0" y="7451"/>
                      </a:lnTo>
                      <a:lnTo>
                        <a:pt x="935" y="8314"/>
                      </a:lnTo>
                      <a:lnTo>
                        <a:pt x="935" y="10938"/>
                      </a:lnTo>
                      <a:lnTo>
                        <a:pt x="971" y="10938"/>
                      </a:lnTo>
                      <a:lnTo>
                        <a:pt x="971" y="8314"/>
                      </a:lnTo>
                      <a:lnTo>
                        <a:pt x="36" y="7451"/>
                      </a:lnTo>
                      <a:lnTo>
                        <a:pt x="36" y="4387"/>
                      </a:lnTo>
                      <a:lnTo>
                        <a:pt x="971" y="3524"/>
                      </a:lnTo>
                      <a:lnTo>
                        <a:pt x="971" y="154"/>
                      </a:lnTo>
                      <a:cubicBezTo>
                        <a:pt x="1007" y="118"/>
                        <a:pt x="1043" y="118"/>
                        <a:pt x="1043" y="73"/>
                      </a:cubicBezTo>
                      <a:cubicBezTo>
                        <a:pt x="1043" y="37"/>
                        <a:pt x="1007" y="1"/>
                        <a:pt x="93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8" name="Google Shape;628;p13"/>
                <p:cNvSpPr/>
                <p:nvPr/>
              </p:nvSpPr>
              <p:spPr>
                <a:xfrm rot="-5400000">
                  <a:off x="8756285" y="4786901"/>
                  <a:ext cx="112216" cy="5326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5169" extrusionOk="0">
                      <a:moveTo>
                        <a:pt x="73" y="1"/>
                      </a:moveTo>
                      <a:cubicBezTo>
                        <a:pt x="37" y="1"/>
                        <a:pt x="1" y="37"/>
                        <a:pt x="1" y="73"/>
                      </a:cubicBezTo>
                      <a:cubicBezTo>
                        <a:pt x="1" y="108"/>
                        <a:pt x="37" y="144"/>
                        <a:pt x="73" y="144"/>
                      </a:cubicBezTo>
                      <a:lnTo>
                        <a:pt x="117" y="108"/>
                      </a:lnTo>
                      <a:lnTo>
                        <a:pt x="1016" y="935"/>
                      </a:lnTo>
                      <a:lnTo>
                        <a:pt x="1016" y="5168"/>
                      </a:lnTo>
                      <a:lnTo>
                        <a:pt x="1088" y="5168"/>
                      </a:lnTo>
                      <a:lnTo>
                        <a:pt x="1088" y="935"/>
                      </a:lnTo>
                      <a:lnTo>
                        <a:pt x="153" y="73"/>
                      </a:lnTo>
                      <a:cubicBezTo>
                        <a:pt x="153" y="37"/>
                        <a:pt x="153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29" name="Google Shape;629;p13"/>
              <p:cNvGrpSpPr/>
              <p:nvPr/>
            </p:nvGrpSpPr>
            <p:grpSpPr>
              <a:xfrm>
                <a:off x="7461201" y="300"/>
                <a:ext cx="1682787" cy="404861"/>
                <a:chOff x="7395926" y="300"/>
                <a:chExt cx="1682787" cy="404861"/>
              </a:xfrm>
            </p:grpSpPr>
            <p:sp>
              <p:nvSpPr>
                <p:cNvPr id="630" name="Google Shape;630;p13"/>
                <p:cNvSpPr/>
                <p:nvPr/>
              </p:nvSpPr>
              <p:spPr>
                <a:xfrm rot="-5400000">
                  <a:off x="8758191" y="-173788"/>
                  <a:ext cx="108403" cy="5326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2" h="5169" extrusionOk="0">
                      <a:moveTo>
                        <a:pt x="971" y="1"/>
                      </a:moveTo>
                      <a:cubicBezTo>
                        <a:pt x="935" y="1"/>
                        <a:pt x="899" y="37"/>
                        <a:pt x="899" y="73"/>
                      </a:cubicBezTo>
                      <a:lnTo>
                        <a:pt x="0" y="935"/>
                      </a:lnTo>
                      <a:lnTo>
                        <a:pt x="0" y="5168"/>
                      </a:lnTo>
                      <a:lnTo>
                        <a:pt x="36" y="5168"/>
                      </a:lnTo>
                      <a:lnTo>
                        <a:pt x="36" y="935"/>
                      </a:lnTo>
                      <a:lnTo>
                        <a:pt x="935" y="108"/>
                      </a:lnTo>
                      <a:lnTo>
                        <a:pt x="971" y="144"/>
                      </a:lnTo>
                      <a:cubicBezTo>
                        <a:pt x="1016" y="144"/>
                        <a:pt x="1052" y="108"/>
                        <a:pt x="1052" y="73"/>
                      </a:cubicBezTo>
                      <a:cubicBezTo>
                        <a:pt x="1052" y="37"/>
                        <a:pt x="1016" y="1"/>
                        <a:pt x="97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1" name="Google Shape;631;p13"/>
                <p:cNvSpPr/>
                <p:nvPr/>
              </p:nvSpPr>
              <p:spPr>
                <a:xfrm rot="-5400000">
                  <a:off x="8088626" y="-584927"/>
                  <a:ext cx="297388" cy="1682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6" h="16331" extrusionOk="0">
                      <a:moveTo>
                        <a:pt x="2805" y="1"/>
                      </a:moveTo>
                      <a:cubicBezTo>
                        <a:pt x="2769" y="1"/>
                        <a:pt x="2733" y="36"/>
                        <a:pt x="2733" y="72"/>
                      </a:cubicBezTo>
                      <a:cubicBezTo>
                        <a:pt x="2733" y="117"/>
                        <a:pt x="2769" y="153"/>
                        <a:pt x="2769" y="153"/>
                      </a:cubicBezTo>
                      <a:lnTo>
                        <a:pt x="2769" y="2814"/>
                      </a:lnTo>
                      <a:lnTo>
                        <a:pt x="2319" y="3218"/>
                      </a:lnTo>
                      <a:lnTo>
                        <a:pt x="2319" y="4872"/>
                      </a:lnTo>
                      <a:lnTo>
                        <a:pt x="1421" y="5734"/>
                      </a:lnTo>
                      <a:lnTo>
                        <a:pt x="1421" y="8610"/>
                      </a:lnTo>
                      <a:lnTo>
                        <a:pt x="899" y="8125"/>
                      </a:lnTo>
                      <a:lnTo>
                        <a:pt x="899" y="5168"/>
                      </a:lnTo>
                      <a:lnTo>
                        <a:pt x="935" y="5132"/>
                      </a:lnTo>
                      <a:cubicBezTo>
                        <a:pt x="935" y="5096"/>
                        <a:pt x="899" y="5060"/>
                        <a:pt x="863" y="5060"/>
                      </a:cubicBezTo>
                      <a:cubicBezTo>
                        <a:pt x="827" y="5060"/>
                        <a:pt x="782" y="5096"/>
                        <a:pt x="782" y="5132"/>
                      </a:cubicBezTo>
                      <a:cubicBezTo>
                        <a:pt x="782" y="5132"/>
                        <a:pt x="782" y="5168"/>
                        <a:pt x="827" y="5168"/>
                      </a:cubicBezTo>
                      <a:lnTo>
                        <a:pt x="827" y="6031"/>
                      </a:lnTo>
                      <a:lnTo>
                        <a:pt x="37" y="5321"/>
                      </a:lnTo>
                      <a:lnTo>
                        <a:pt x="37" y="4872"/>
                      </a:lnTo>
                      <a:lnTo>
                        <a:pt x="827" y="4117"/>
                      </a:lnTo>
                      <a:lnTo>
                        <a:pt x="863" y="4162"/>
                      </a:lnTo>
                      <a:cubicBezTo>
                        <a:pt x="899" y="4162"/>
                        <a:pt x="935" y="4117"/>
                        <a:pt x="935" y="4081"/>
                      </a:cubicBezTo>
                      <a:cubicBezTo>
                        <a:pt x="935" y="4045"/>
                        <a:pt x="899" y="4009"/>
                        <a:pt x="863" y="4009"/>
                      </a:cubicBezTo>
                      <a:cubicBezTo>
                        <a:pt x="827" y="4009"/>
                        <a:pt x="782" y="4045"/>
                        <a:pt x="782" y="4081"/>
                      </a:cubicBezTo>
                      <a:lnTo>
                        <a:pt x="1" y="4836"/>
                      </a:lnTo>
                      <a:lnTo>
                        <a:pt x="1" y="5357"/>
                      </a:lnTo>
                      <a:lnTo>
                        <a:pt x="827" y="6103"/>
                      </a:lnTo>
                      <a:lnTo>
                        <a:pt x="827" y="8125"/>
                      </a:lnTo>
                      <a:lnTo>
                        <a:pt x="1421" y="8691"/>
                      </a:lnTo>
                      <a:lnTo>
                        <a:pt x="1421" y="16330"/>
                      </a:lnTo>
                      <a:lnTo>
                        <a:pt x="1457" y="16330"/>
                      </a:lnTo>
                      <a:lnTo>
                        <a:pt x="1457" y="5734"/>
                      </a:lnTo>
                      <a:lnTo>
                        <a:pt x="2400" y="4872"/>
                      </a:lnTo>
                      <a:lnTo>
                        <a:pt x="2400" y="3263"/>
                      </a:lnTo>
                      <a:lnTo>
                        <a:pt x="2850" y="2849"/>
                      </a:lnTo>
                      <a:lnTo>
                        <a:pt x="2850" y="153"/>
                      </a:lnTo>
                      <a:cubicBezTo>
                        <a:pt x="2886" y="153"/>
                        <a:pt x="2886" y="117"/>
                        <a:pt x="2886" y="72"/>
                      </a:cubicBezTo>
                      <a:cubicBezTo>
                        <a:pt x="2886" y="36"/>
                        <a:pt x="2850" y="1"/>
                        <a:pt x="280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2" name="Google Shape;632;p13"/>
                <p:cNvSpPr/>
                <p:nvPr/>
              </p:nvSpPr>
              <p:spPr>
                <a:xfrm rot="-5400000">
                  <a:off x="8694254" y="-175591"/>
                  <a:ext cx="97378" cy="671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5" h="6517" extrusionOk="0">
                      <a:moveTo>
                        <a:pt x="82" y="1"/>
                      </a:moveTo>
                      <a:cubicBezTo>
                        <a:pt x="46" y="1"/>
                        <a:pt x="1" y="36"/>
                        <a:pt x="1" y="72"/>
                      </a:cubicBezTo>
                      <a:cubicBezTo>
                        <a:pt x="1" y="108"/>
                        <a:pt x="46" y="144"/>
                        <a:pt x="82" y="144"/>
                      </a:cubicBezTo>
                      <a:lnTo>
                        <a:pt x="118" y="144"/>
                      </a:lnTo>
                      <a:lnTo>
                        <a:pt x="900" y="863"/>
                      </a:lnTo>
                      <a:lnTo>
                        <a:pt x="900" y="1313"/>
                      </a:lnTo>
                      <a:lnTo>
                        <a:pt x="118" y="2023"/>
                      </a:lnTo>
                      <a:lnTo>
                        <a:pt x="118" y="1160"/>
                      </a:lnTo>
                      <a:cubicBezTo>
                        <a:pt x="154" y="1160"/>
                        <a:pt x="154" y="1160"/>
                        <a:pt x="154" y="1124"/>
                      </a:cubicBezTo>
                      <a:cubicBezTo>
                        <a:pt x="154" y="1088"/>
                        <a:pt x="118" y="1043"/>
                        <a:pt x="82" y="1043"/>
                      </a:cubicBezTo>
                      <a:cubicBezTo>
                        <a:pt x="46" y="1043"/>
                        <a:pt x="1" y="1088"/>
                        <a:pt x="1" y="1124"/>
                      </a:cubicBezTo>
                      <a:cubicBezTo>
                        <a:pt x="1" y="1160"/>
                        <a:pt x="1" y="1160"/>
                        <a:pt x="46" y="1160"/>
                      </a:cubicBezTo>
                      <a:lnTo>
                        <a:pt x="46" y="6516"/>
                      </a:lnTo>
                      <a:lnTo>
                        <a:pt x="118" y="6516"/>
                      </a:lnTo>
                      <a:lnTo>
                        <a:pt x="118" y="2095"/>
                      </a:lnTo>
                      <a:lnTo>
                        <a:pt x="945" y="1349"/>
                      </a:lnTo>
                      <a:lnTo>
                        <a:pt x="945" y="818"/>
                      </a:lnTo>
                      <a:lnTo>
                        <a:pt x="154" y="108"/>
                      </a:lnTo>
                      <a:lnTo>
                        <a:pt x="154" y="72"/>
                      </a:lnTo>
                      <a:cubicBezTo>
                        <a:pt x="154" y="36"/>
                        <a:pt x="118" y="1"/>
                        <a:pt x="8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3" name="Google Shape;633;p13"/>
                <p:cNvSpPr/>
                <p:nvPr/>
              </p:nvSpPr>
              <p:spPr>
                <a:xfrm rot="-5400000">
                  <a:off x="8461329" y="-509501"/>
                  <a:ext cx="107579" cy="11271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0939" extrusionOk="0">
                      <a:moveTo>
                        <a:pt x="72" y="1"/>
                      </a:moveTo>
                      <a:cubicBezTo>
                        <a:pt x="36" y="1"/>
                        <a:pt x="1" y="37"/>
                        <a:pt x="1" y="73"/>
                      </a:cubicBezTo>
                      <a:cubicBezTo>
                        <a:pt x="1" y="118"/>
                        <a:pt x="36" y="118"/>
                        <a:pt x="36" y="154"/>
                      </a:cubicBezTo>
                      <a:lnTo>
                        <a:pt x="36" y="3524"/>
                      </a:lnTo>
                      <a:lnTo>
                        <a:pt x="971" y="4387"/>
                      </a:lnTo>
                      <a:lnTo>
                        <a:pt x="971" y="7451"/>
                      </a:lnTo>
                      <a:lnTo>
                        <a:pt x="36" y="8314"/>
                      </a:lnTo>
                      <a:lnTo>
                        <a:pt x="36" y="10938"/>
                      </a:lnTo>
                      <a:lnTo>
                        <a:pt x="108" y="10938"/>
                      </a:lnTo>
                      <a:lnTo>
                        <a:pt x="108" y="8314"/>
                      </a:lnTo>
                      <a:lnTo>
                        <a:pt x="1043" y="7451"/>
                      </a:lnTo>
                      <a:lnTo>
                        <a:pt x="1043" y="4342"/>
                      </a:lnTo>
                      <a:lnTo>
                        <a:pt x="108" y="3488"/>
                      </a:lnTo>
                      <a:lnTo>
                        <a:pt x="108" y="154"/>
                      </a:lnTo>
                      <a:cubicBezTo>
                        <a:pt x="144" y="118"/>
                        <a:pt x="144" y="118"/>
                        <a:pt x="144" y="73"/>
                      </a:cubicBezTo>
                      <a:cubicBezTo>
                        <a:pt x="144" y="37"/>
                        <a:pt x="108" y="1"/>
                        <a:pt x="7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634" name="Google Shape;634;p13"/>
          <p:cNvGrpSpPr/>
          <p:nvPr/>
        </p:nvGrpSpPr>
        <p:grpSpPr>
          <a:xfrm>
            <a:off x="1351780" y="220554"/>
            <a:ext cx="6451661" cy="4696579"/>
            <a:chOff x="1351780" y="220554"/>
            <a:chExt cx="6451661" cy="4696579"/>
          </a:xfrm>
        </p:grpSpPr>
        <p:grpSp>
          <p:nvGrpSpPr>
            <p:cNvPr id="635" name="Google Shape;635;p13"/>
            <p:cNvGrpSpPr/>
            <p:nvPr/>
          </p:nvGrpSpPr>
          <p:grpSpPr>
            <a:xfrm>
              <a:off x="7670530" y="220554"/>
              <a:ext cx="132911" cy="199379"/>
              <a:chOff x="2778349" y="5640986"/>
              <a:chExt cx="508847" cy="763610"/>
            </a:xfrm>
          </p:grpSpPr>
          <p:sp>
            <p:nvSpPr>
              <p:cNvPr id="636" name="Google Shape;636;p13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13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38" name="Google Shape;638;p13"/>
            <p:cNvGrpSpPr/>
            <p:nvPr/>
          </p:nvGrpSpPr>
          <p:grpSpPr>
            <a:xfrm>
              <a:off x="7670530" y="4717754"/>
              <a:ext cx="132911" cy="199379"/>
              <a:chOff x="2778349" y="5640986"/>
              <a:chExt cx="508847" cy="763610"/>
            </a:xfrm>
          </p:grpSpPr>
          <p:sp>
            <p:nvSpPr>
              <p:cNvPr id="639" name="Google Shape;639;p13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13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1" name="Google Shape;641;p13"/>
            <p:cNvGrpSpPr/>
            <p:nvPr/>
          </p:nvGrpSpPr>
          <p:grpSpPr>
            <a:xfrm>
              <a:off x="1351780" y="220554"/>
              <a:ext cx="132911" cy="199379"/>
              <a:chOff x="2778349" y="5640986"/>
              <a:chExt cx="508847" cy="763610"/>
            </a:xfrm>
          </p:grpSpPr>
          <p:sp>
            <p:nvSpPr>
              <p:cNvPr id="642" name="Google Shape;642;p13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13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4" name="Google Shape;644;p13"/>
            <p:cNvGrpSpPr/>
            <p:nvPr/>
          </p:nvGrpSpPr>
          <p:grpSpPr>
            <a:xfrm>
              <a:off x="1351780" y="4717754"/>
              <a:ext cx="132911" cy="199379"/>
              <a:chOff x="2778349" y="5640986"/>
              <a:chExt cx="508847" cy="763610"/>
            </a:xfrm>
          </p:grpSpPr>
          <p:sp>
            <p:nvSpPr>
              <p:cNvPr id="645" name="Google Shape;645;p13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13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_1"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8" name="Google Shape;648;p14"/>
          <p:cNvPicPr preferRelativeResize="0"/>
          <p:nvPr/>
        </p:nvPicPr>
        <p:blipFill rotWithShape="1">
          <a:blip r:embed="rId2">
            <a:alphaModFix/>
          </a:blip>
          <a:srcRect t="159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50" name="Google Shape;650;p14"/>
          <p:cNvGrpSpPr/>
          <p:nvPr/>
        </p:nvGrpSpPr>
        <p:grpSpPr>
          <a:xfrm>
            <a:off x="5743" y="-12"/>
            <a:ext cx="9138270" cy="5143512"/>
            <a:chOff x="5743" y="-12"/>
            <a:chExt cx="9138270" cy="5143512"/>
          </a:xfrm>
        </p:grpSpPr>
        <p:grpSp>
          <p:nvGrpSpPr>
            <p:cNvPr id="651" name="Google Shape;651;p14"/>
            <p:cNvGrpSpPr/>
            <p:nvPr/>
          </p:nvGrpSpPr>
          <p:grpSpPr>
            <a:xfrm rot="-5400000">
              <a:off x="8034447" y="573209"/>
              <a:ext cx="1682787" cy="536345"/>
              <a:chOff x="5088951" y="1790997"/>
              <a:chExt cx="1682787" cy="536345"/>
            </a:xfrm>
          </p:grpSpPr>
          <p:sp>
            <p:nvSpPr>
              <p:cNvPr id="652" name="Google Shape;652;p14"/>
              <p:cNvSpPr/>
              <p:nvPr/>
            </p:nvSpPr>
            <p:spPr>
              <a:xfrm rot="-5400000">
                <a:off x="6451216" y="1616909"/>
                <a:ext cx="108403" cy="532627"/>
              </a:xfrm>
              <a:custGeom>
                <a:avLst/>
                <a:gdLst/>
                <a:ahLst/>
                <a:cxnLst/>
                <a:rect l="l" t="t" r="r" b="b"/>
                <a:pathLst>
                  <a:path w="1052" h="5169" extrusionOk="0">
                    <a:moveTo>
                      <a:pt x="971" y="1"/>
                    </a:moveTo>
                    <a:cubicBezTo>
                      <a:pt x="935" y="1"/>
                      <a:pt x="899" y="37"/>
                      <a:pt x="899" y="73"/>
                    </a:cubicBezTo>
                    <a:lnTo>
                      <a:pt x="0" y="935"/>
                    </a:lnTo>
                    <a:lnTo>
                      <a:pt x="0" y="5168"/>
                    </a:lnTo>
                    <a:lnTo>
                      <a:pt x="36" y="5168"/>
                    </a:lnTo>
                    <a:lnTo>
                      <a:pt x="36" y="935"/>
                    </a:lnTo>
                    <a:lnTo>
                      <a:pt x="935" y="108"/>
                    </a:lnTo>
                    <a:lnTo>
                      <a:pt x="971" y="144"/>
                    </a:lnTo>
                    <a:cubicBezTo>
                      <a:pt x="1016" y="144"/>
                      <a:pt x="1052" y="108"/>
                      <a:pt x="1052" y="73"/>
                    </a:cubicBezTo>
                    <a:cubicBezTo>
                      <a:pt x="1052" y="37"/>
                      <a:pt x="1016" y="1"/>
                      <a:pt x="97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14"/>
              <p:cNvSpPr/>
              <p:nvPr/>
            </p:nvSpPr>
            <p:spPr>
              <a:xfrm rot="-5400000">
                <a:off x="5781651" y="1205771"/>
                <a:ext cx="297388" cy="1682787"/>
              </a:xfrm>
              <a:custGeom>
                <a:avLst/>
                <a:gdLst/>
                <a:ahLst/>
                <a:cxnLst/>
                <a:rect l="l" t="t" r="r" b="b"/>
                <a:pathLst>
                  <a:path w="2886" h="16331" extrusionOk="0">
                    <a:moveTo>
                      <a:pt x="2805" y="1"/>
                    </a:moveTo>
                    <a:cubicBezTo>
                      <a:pt x="2769" y="1"/>
                      <a:pt x="2733" y="36"/>
                      <a:pt x="2733" y="72"/>
                    </a:cubicBezTo>
                    <a:cubicBezTo>
                      <a:pt x="2733" y="117"/>
                      <a:pt x="2769" y="153"/>
                      <a:pt x="2769" y="153"/>
                    </a:cubicBezTo>
                    <a:lnTo>
                      <a:pt x="2769" y="2814"/>
                    </a:lnTo>
                    <a:lnTo>
                      <a:pt x="2319" y="3218"/>
                    </a:lnTo>
                    <a:lnTo>
                      <a:pt x="2319" y="4872"/>
                    </a:lnTo>
                    <a:lnTo>
                      <a:pt x="1421" y="5734"/>
                    </a:lnTo>
                    <a:lnTo>
                      <a:pt x="1421" y="8610"/>
                    </a:lnTo>
                    <a:lnTo>
                      <a:pt x="899" y="8125"/>
                    </a:lnTo>
                    <a:lnTo>
                      <a:pt x="899" y="5168"/>
                    </a:lnTo>
                    <a:lnTo>
                      <a:pt x="935" y="5132"/>
                    </a:lnTo>
                    <a:cubicBezTo>
                      <a:pt x="935" y="5096"/>
                      <a:pt x="899" y="5060"/>
                      <a:pt x="863" y="5060"/>
                    </a:cubicBezTo>
                    <a:cubicBezTo>
                      <a:pt x="827" y="5060"/>
                      <a:pt x="782" y="5096"/>
                      <a:pt x="782" y="5132"/>
                    </a:cubicBezTo>
                    <a:cubicBezTo>
                      <a:pt x="782" y="5132"/>
                      <a:pt x="782" y="5168"/>
                      <a:pt x="827" y="5168"/>
                    </a:cubicBezTo>
                    <a:lnTo>
                      <a:pt x="827" y="6031"/>
                    </a:lnTo>
                    <a:lnTo>
                      <a:pt x="37" y="5321"/>
                    </a:lnTo>
                    <a:lnTo>
                      <a:pt x="37" y="4872"/>
                    </a:lnTo>
                    <a:lnTo>
                      <a:pt x="827" y="4117"/>
                    </a:lnTo>
                    <a:lnTo>
                      <a:pt x="863" y="4162"/>
                    </a:lnTo>
                    <a:cubicBezTo>
                      <a:pt x="899" y="4162"/>
                      <a:pt x="935" y="4117"/>
                      <a:pt x="935" y="4081"/>
                    </a:cubicBezTo>
                    <a:cubicBezTo>
                      <a:pt x="935" y="4045"/>
                      <a:pt x="899" y="4009"/>
                      <a:pt x="863" y="4009"/>
                    </a:cubicBezTo>
                    <a:cubicBezTo>
                      <a:pt x="827" y="4009"/>
                      <a:pt x="782" y="4045"/>
                      <a:pt x="782" y="4081"/>
                    </a:cubicBezTo>
                    <a:lnTo>
                      <a:pt x="1" y="4836"/>
                    </a:lnTo>
                    <a:lnTo>
                      <a:pt x="1" y="5357"/>
                    </a:lnTo>
                    <a:lnTo>
                      <a:pt x="827" y="6103"/>
                    </a:lnTo>
                    <a:lnTo>
                      <a:pt x="827" y="8125"/>
                    </a:lnTo>
                    <a:lnTo>
                      <a:pt x="1421" y="8691"/>
                    </a:lnTo>
                    <a:lnTo>
                      <a:pt x="1421" y="16330"/>
                    </a:lnTo>
                    <a:lnTo>
                      <a:pt x="1457" y="16330"/>
                    </a:lnTo>
                    <a:lnTo>
                      <a:pt x="1457" y="5734"/>
                    </a:lnTo>
                    <a:lnTo>
                      <a:pt x="2400" y="4872"/>
                    </a:lnTo>
                    <a:lnTo>
                      <a:pt x="2400" y="3263"/>
                    </a:lnTo>
                    <a:lnTo>
                      <a:pt x="2850" y="2849"/>
                    </a:lnTo>
                    <a:lnTo>
                      <a:pt x="2850" y="153"/>
                    </a:lnTo>
                    <a:cubicBezTo>
                      <a:pt x="2886" y="153"/>
                      <a:pt x="2886" y="117"/>
                      <a:pt x="2886" y="72"/>
                    </a:cubicBezTo>
                    <a:cubicBezTo>
                      <a:pt x="2886" y="36"/>
                      <a:pt x="2850" y="1"/>
                      <a:pt x="280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14"/>
              <p:cNvSpPr/>
              <p:nvPr/>
            </p:nvSpPr>
            <p:spPr>
              <a:xfrm rot="-5400000">
                <a:off x="6387279" y="1615107"/>
                <a:ext cx="97378" cy="671528"/>
              </a:xfrm>
              <a:custGeom>
                <a:avLst/>
                <a:gdLst/>
                <a:ahLst/>
                <a:cxnLst/>
                <a:rect l="l" t="t" r="r" b="b"/>
                <a:pathLst>
                  <a:path w="945" h="6517" extrusionOk="0">
                    <a:moveTo>
                      <a:pt x="82" y="1"/>
                    </a:moveTo>
                    <a:cubicBezTo>
                      <a:pt x="46" y="1"/>
                      <a:pt x="1" y="36"/>
                      <a:pt x="1" y="72"/>
                    </a:cubicBezTo>
                    <a:cubicBezTo>
                      <a:pt x="1" y="108"/>
                      <a:pt x="46" y="144"/>
                      <a:pt x="82" y="144"/>
                    </a:cubicBezTo>
                    <a:lnTo>
                      <a:pt x="118" y="144"/>
                    </a:lnTo>
                    <a:lnTo>
                      <a:pt x="900" y="863"/>
                    </a:lnTo>
                    <a:lnTo>
                      <a:pt x="900" y="1313"/>
                    </a:lnTo>
                    <a:lnTo>
                      <a:pt x="118" y="2023"/>
                    </a:lnTo>
                    <a:lnTo>
                      <a:pt x="118" y="1160"/>
                    </a:lnTo>
                    <a:cubicBezTo>
                      <a:pt x="154" y="1160"/>
                      <a:pt x="154" y="1160"/>
                      <a:pt x="154" y="1124"/>
                    </a:cubicBezTo>
                    <a:cubicBezTo>
                      <a:pt x="154" y="1088"/>
                      <a:pt x="118" y="1043"/>
                      <a:pt x="82" y="1043"/>
                    </a:cubicBezTo>
                    <a:cubicBezTo>
                      <a:pt x="46" y="1043"/>
                      <a:pt x="1" y="1088"/>
                      <a:pt x="1" y="1124"/>
                    </a:cubicBezTo>
                    <a:cubicBezTo>
                      <a:pt x="1" y="1160"/>
                      <a:pt x="1" y="1160"/>
                      <a:pt x="46" y="1160"/>
                    </a:cubicBezTo>
                    <a:lnTo>
                      <a:pt x="46" y="6516"/>
                    </a:lnTo>
                    <a:lnTo>
                      <a:pt x="118" y="6516"/>
                    </a:lnTo>
                    <a:lnTo>
                      <a:pt x="118" y="2095"/>
                    </a:lnTo>
                    <a:lnTo>
                      <a:pt x="945" y="1349"/>
                    </a:lnTo>
                    <a:lnTo>
                      <a:pt x="945" y="818"/>
                    </a:lnTo>
                    <a:lnTo>
                      <a:pt x="154" y="108"/>
                    </a:lnTo>
                    <a:lnTo>
                      <a:pt x="154" y="72"/>
                    </a:lnTo>
                    <a:cubicBezTo>
                      <a:pt x="154" y="36"/>
                      <a:pt x="118" y="1"/>
                      <a:pt x="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 rot="-5400000">
                <a:off x="6088612" y="1644219"/>
                <a:ext cx="235355" cy="1130891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10975" extrusionOk="0">
                    <a:moveTo>
                      <a:pt x="710" y="1"/>
                    </a:moveTo>
                    <a:cubicBezTo>
                      <a:pt x="638" y="1"/>
                      <a:pt x="638" y="1"/>
                      <a:pt x="638" y="37"/>
                    </a:cubicBezTo>
                    <a:cubicBezTo>
                      <a:pt x="638" y="109"/>
                      <a:pt x="638" y="109"/>
                      <a:pt x="710" y="109"/>
                    </a:cubicBezTo>
                    <a:lnTo>
                      <a:pt x="755" y="109"/>
                    </a:lnTo>
                    <a:lnTo>
                      <a:pt x="1609" y="936"/>
                    </a:lnTo>
                    <a:lnTo>
                      <a:pt x="1609" y="8422"/>
                    </a:lnTo>
                    <a:lnTo>
                      <a:pt x="117" y="9815"/>
                    </a:lnTo>
                    <a:lnTo>
                      <a:pt x="117" y="9321"/>
                    </a:lnTo>
                    <a:lnTo>
                      <a:pt x="1277" y="8242"/>
                    </a:lnTo>
                    <a:lnTo>
                      <a:pt x="1277" y="1277"/>
                    </a:lnTo>
                    <a:cubicBezTo>
                      <a:pt x="1313" y="1277"/>
                      <a:pt x="1348" y="1232"/>
                      <a:pt x="1348" y="1232"/>
                    </a:cubicBezTo>
                    <a:cubicBezTo>
                      <a:pt x="1348" y="1196"/>
                      <a:pt x="1313" y="1160"/>
                      <a:pt x="1277" y="1160"/>
                    </a:cubicBezTo>
                    <a:cubicBezTo>
                      <a:pt x="1205" y="1160"/>
                      <a:pt x="1160" y="1196"/>
                      <a:pt x="1160" y="1232"/>
                    </a:cubicBezTo>
                    <a:cubicBezTo>
                      <a:pt x="1160" y="1232"/>
                      <a:pt x="1205" y="1277"/>
                      <a:pt x="1241" y="1277"/>
                    </a:cubicBezTo>
                    <a:lnTo>
                      <a:pt x="1241" y="8242"/>
                    </a:lnTo>
                    <a:lnTo>
                      <a:pt x="117" y="9249"/>
                    </a:lnTo>
                    <a:lnTo>
                      <a:pt x="117" y="7523"/>
                    </a:lnTo>
                    <a:cubicBezTo>
                      <a:pt x="153" y="7487"/>
                      <a:pt x="153" y="7487"/>
                      <a:pt x="153" y="7451"/>
                    </a:cubicBezTo>
                    <a:cubicBezTo>
                      <a:pt x="153" y="7415"/>
                      <a:pt x="153" y="7379"/>
                      <a:pt x="81" y="7379"/>
                    </a:cubicBezTo>
                    <a:cubicBezTo>
                      <a:pt x="36" y="7379"/>
                      <a:pt x="0" y="7415"/>
                      <a:pt x="0" y="7451"/>
                    </a:cubicBezTo>
                    <a:cubicBezTo>
                      <a:pt x="0" y="7487"/>
                      <a:pt x="36" y="7487"/>
                      <a:pt x="81" y="7523"/>
                    </a:cubicBezTo>
                    <a:lnTo>
                      <a:pt x="81" y="10974"/>
                    </a:lnTo>
                    <a:lnTo>
                      <a:pt x="117" y="10974"/>
                    </a:lnTo>
                    <a:lnTo>
                      <a:pt x="117" y="9887"/>
                    </a:lnTo>
                    <a:lnTo>
                      <a:pt x="2247" y="7937"/>
                    </a:lnTo>
                    <a:lnTo>
                      <a:pt x="2247" y="5133"/>
                    </a:lnTo>
                    <a:cubicBezTo>
                      <a:pt x="2247" y="5133"/>
                      <a:pt x="2283" y="5097"/>
                      <a:pt x="2283" y="5052"/>
                    </a:cubicBezTo>
                    <a:cubicBezTo>
                      <a:pt x="2283" y="5016"/>
                      <a:pt x="2247" y="5016"/>
                      <a:pt x="2211" y="5016"/>
                    </a:cubicBezTo>
                    <a:cubicBezTo>
                      <a:pt x="2175" y="5016"/>
                      <a:pt x="2139" y="5016"/>
                      <a:pt x="2139" y="5052"/>
                    </a:cubicBezTo>
                    <a:cubicBezTo>
                      <a:pt x="2139" y="5097"/>
                      <a:pt x="2139" y="5133"/>
                      <a:pt x="2175" y="5133"/>
                    </a:cubicBezTo>
                    <a:lnTo>
                      <a:pt x="2175" y="7901"/>
                    </a:lnTo>
                    <a:lnTo>
                      <a:pt x="1690" y="8350"/>
                    </a:lnTo>
                    <a:lnTo>
                      <a:pt x="1690" y="936"/>
                    </a:lnTo>
                    <a:lnTo>
                      <a:pt x="791" y="73"/>
                    </a:lnTo>
                    <a:lnTo>
                      <a:pt x="791" y="37"/>
                    </a:lnTo>
                    <a:cubicBezTo>
                      <a:pt x="791" y="1"/>
                      <a:pt x="755" y="1"/>
                      <a:pt x="71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 rot="-5400000">
                <a:off x="6154354" y="1281196"/>
                <a:ext cx="107579" cy="1127182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0939" extrusionOk="0">
                    <a:moveTo>
                      <a:pt x="72" y="1"/>
                    </a:moveTo>
                    <a:cubicBezTo>
                      <a:pt x="36" y="1"/>
                      <a:pt x="1" y="37"/>
                      <a:pt x="1" y="73"/>
                    </a:cubicBezTo>
                    <a:cubicBezTo>
                      <a:pt x="1" y="118"/>
                      <a:pt x="36" y="118"/>
                      <a:pt x="36" y="154"/>
                    </a:cubicBezTo>
                    <a:lnTo>
                      <a:pt x="36" y="3524"/>
                    </a:lnTo>
                    <a:lnTo>
                      <a:pt x="971" y="4387"/>
                    </a:lnTo>
                    <a:lnTo>
                      <a:pt x="971" y="7451"/>
                    </a:lnTo>
                    <a:lnTo>
                      <a:pt x="36" y="8314"/>
                    </a:lnTo>
                    <a:lnTo>
                      <a:pt x="36" y="10938"/>
                    </a:lnTo>
                    <a:lnTo>
                      <a:pt x="108" y="10938"/>
                    </a:lnTo>
                    <a:lnTo>
                      <a:pt x="108" y="8314"/>
                    </a:lnTo>
                    <a:lnTo>
                      <a:pt x="1043" y="7451"/>
                    </a:lnTo>
                    <a:lnTo>
                      <a:pt x="1043" y="4342"/>
                    </a:lnTo>
                    <a:lnTo>
                      <a:pt x="108" y="3488"/>
                    </a:lnTo>
                    <a:lnTo>
                      <a:pt x="108" y="154"/>
                    </a:lnTo>
                    <a:cubicBezTo>
                      <a:pt x="144" y="118"/>
                      <a:pt x="144" y="118"/>
                      <a:pt x="144" y="73"/>
                    </a:cubicBezTo>
                    <a:cubicBezTo>
                      <a:pt x="144" y="37"/>
                      <a:pt x="108" y="1"/>
                      <a:pt x="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7" name="Google Shape;657;p14"/>
            <p:cNvGrpSpPr/>
            <p:nvPr/>
          </p:nvGrpSpPr>
          <p:grpSpPr>
            <a:xfrm rot="-5400000">
              <a:off x="-567478" y="573209"/>
              <a:ext cx="1682787" cy="536345"/>
              <a:chOff x="5088951" y="1790997"/>
              <a:chExt cx="1682787" cy="536345"/>
            </a:xfrm>
          </p:grpSpPr>
          <p:sp>
            <p:nvSpPr>
              <p:cNvPr id="658" name="Google Shape;658;p14"/>
              <p:cNvSpPr/>
              <p:nvPr/>
            </p:nvSpPr>
            <p:spPr>
              <a:xfrm rot="-5400000">
                <a:off x="6451216" y="1616909"/>
                <a:ext cx="108403" cy="532627"/>
              </a:xfrm>
              <a:custGeom>
                <a:avLst/>
                <a:gdLst/>
                <a:ahLst/>
                <a:cxnLst/>
                <a:rect l="l" t="t" r="r" b="b"/>
                <a:pathLst>
                  <a:path w="1052" h="5169" extrusionOk="0">
                    <a:moveTo>
                      <a:pt x="971" y="1"/>
                    </a:moveTo>
                    <a:cubicBezTo>
                      <a:pt x="935" y="1"/>
                      <a:pt x="899" y="37"/>
                      <a:pt x="899" y="73"/>
                    </a:cubicBezTo>
                    <a:lnTo>
                      <a:pt x="0" y="935"/>
                    </a:lnTo>
                    <a:lnTo>
                      <a:pt x="0" y="5168"/>
                    </a:lnTo>
                    <a:lnTo>
                      <a:pt x="36" y="5168"/>
                    </a:lnTo>
                    <a:lnTo>
                      <a:pt x="36" y="935"/>
                    </a:lnTo>
                    <a:lnTo>
                      <a:pt x="935" y="108"/>
                    </a:lnTo>
                    <a:lnTo>
                      <a:pt x="971" y="144"/>
                    </a:lnTo>
                    <a:cubicBezTo>
                      <a:pt x="1016" y="144"/>
                      <a:pt x="1052" y="108"/>
                      <a:pt x="1052" y="73"/>
                    </a:cubicBezTo>
                    <a:cubicBezTo>
                      <a:pt x="1052" y="37"/>
                      <a:pt x="1016" y="1"/>
                      <a:pt x="97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14"/>
              <p:cNvSpPr/>
              <p:nvPr/>
            </p:nvSpPr>
            <p:spPr>
              <a:xfrm rot="-5400000">
                <a:off x="5781651" y="1205771"/>
                <a:ext cx="297388" cy="1682787"/>
              </a:xfrm>
              <a:custGeom>
                <a:avLst/>
                <a:gdLst/>
                <a:ahLst/>
                <a:cxnLst/>
                <a:rect l="l" t="t" r="r" b="b"/>
                <a:pathLst>
                  <a:path w="2886" h="16331" extrusionOk="0">
                    <a:moveTo>
                      <a:pt x="2805" y="1"/>
                    </a:moveTo>
                    <a:cubicBezTo>
                      <a:pt x="2769" y="1"/>
                      <a:pt x="2733" y="36"/>
                      <a:pt x="2733" y="72"/>
                    </a:cubicBezTo>
                    <a:cubicBezTo>
                      <a:pt x="2733" y="117"/>
                      <a:pt x="2769" y="153"/>
                      <a:pt x="2769" y="153"/>
                    </a:cubicBezTo>
                    <a:lnTo>
                      <a:pt x="2769" y="2814"/>
                    </a:lnTo>
                    <a:lnTo>
                      <a:pt x="2319" y="3218"/>
                    </a:lnTo>
                    <a:lnTo>
                      <a:pt x="2319" y="4872"/>
                    </a:lnTo>
                    <a:lnTo>
                      <a:pt x="1421" y="5734"/>
                    </a:lnTo>
                    <a:lnTo>
                      <a:pt x="1421" y="8610"/>
                    </a:lnTo>
                    <a:lnTo>
                      <a:pt x="899" y="8125"/>
                    </a:lnTo>
                    <a:lnTo>
                      <a:pt x="899" y="5168"/>
                    </a:lnTo>
                    <a:lnTo>
                      <a:pt x="935" y="5132"/>
                    </a:lnTo>
                    <a:cubicBezTo>
                      <a:pt x="935" y="5096"/>
                      <a:pt x="899" y="5060"/>
                      <a:pt x="863" y="5060"/>
                    </a:cubicBezTo>
                    <a:cubicBezTo>
                      <a:pt x="827" y="5060"/>
                      <a:pt x="782" y="5096"/>
                      <a:pt x="782" y="5132"/>
                    </a:cubicBezTo>
                    <a:cubicBezTo>
                      <a:pt x="782" y="5132"/>
                      <a:pt x="782" y="5168"/>
                      <a:pt x="827" y="5168"/>
                    </a:cubicBezTo>
                    <a:lnTo>
                      <a:pt x="827" y="6031"/>
                    </a:lnTo>
                    <a:lnTo>
                      <a:pt x="37" y="5321"/>
                    </a:lnTo>
                    <a:lnTo>
                      <a:pt x="37" y="4872"/>
                    </a:lnTo>
                    <a:lnTo>
                      <a:pt x="827" y="4117"/>
                    </a:lnTo>
                    <a:lnTo>
                      <a:pt x="863" y="4162"/>
                    </a:lnTo>
                    <a:cubicBezTo>
                      <a:pt x="899" y="4162"/>
                      <a:pt x="935" y="4117"/>
                      <a:pt x="935" y="4081"/>
                    </a:cubicBezTo>
                    <a:cubicBezTo>
                      <a:pt x="935" y="4045"/>
                      <a:pt x="899" y="4009"/>
                      <a:pt x="863" y="4009"/>
                    </a:cubicBezTo>
                    <a:cubicBezTo>
                      <a:pt x="827" y="4009"/>
                      <a:pt x="782" y="4045"/>
                      <a:pt x="782" y="4081"/>
                    </a:cubicBezTo>
                    <a:lnTo>
                      <a:pt x="1" y="4836"/>
                    </a:lnTo>
                    <a:lnTo>
                      <a:pt x="1" y="5357"/>
                    </a:lnTo>
                    <a:lnTo>
                      <a:pt x="827" y="6103"/>
                    </a:lnTo>
                    <a:lnTo>
                      <a:pt x="827" y="8125"/>
                    </a:lnTo>
                    <a:lnTo>
                      <a:pt x="1421" y="8691"/>
                    </a:lnTo>
                    <a:lnTo>
                      <a:pt x="1421" y="16330"/>
                    </a:lnTo>
                    <a:lnTo>
                      <a:pt x="1457" y="16330"/>
                    </a:lnTo>
                    <a:lnTo>
                      <a:pt x="1457" y="5734"/>
                    </a:lnTo>
                    <a:lnTo>
                      <a:pt x="2400" y="4872"/>
                    </a:lnTo>
                    <a:lnTo>
                      <a:pt x="2400" y="3263"/>
                    </a:lnTo>
                    <a:lnTo>
                      <a:pt x="2850" y="2849"/>
                    </a:lnTo>
                    <a:lnTo>
                      <a:pt x="2850" y="153"/>
                    </a:lnTo>
                    <a:cubicBezTo>
                      <a:pt x="2886" y="153"/>
                      <a:pt x="2886" y="117"/>
                      <a:pt x="2886" y="72"/>
                    </a:cubicBezTo>
                    <a:cubicBezTo>
                      <a:pt x="2886" y="36"/>
                      <a:pt x="2850" y="1"/>
                      <a:pt x="280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14"/>
              <p:cNvSpPr/>
              <p:nvPr/>
            </p:nvSpPr>
            <p:spPr>
              <a:xfrm rot="-5400000">
                <a:off x="6387279" y="1615107"/>
                <a:ext cx="97378" cy="671528"/>
              </a:xfrm>
              <a:custGeom>
                <a:avLst/>
                <a:gdLst/>
                <a:ahLst/>
                <a:cxnLst/>
                <a:rect l="l" t="t" r="r" b="b"/>
                <a:pathLst>
                  <a:path w="945" h="6517" extrusionOk="0">
                    <a:moveTo>
                      <a:pt x="82" y="1"/>
                    </a:moveTo>
                    <a:cubicBezTo>
                      <a:pt x="46" y="1"/>
                      <a:pt x="1" y="36"/>
                      <a:pt x="1" y="72"/>
                    </a:cubicBezTo>
                    <a:cubicBezTo>
                      <a:pt x="1" y="108"/>
                      <a:pt x="46" y="144"/>
                      <a:pt x="82" y="144"/>
                    </a:cubicBezTo>
                    <a:lnTo>
                      <a:pt x="118" y="144"/>
                    </a:lnTo>
                    <a:lnTo>
                      <a:pt x="900" y="863"/>
                    </a:lnTo>
                    <a:lnTo>
                      <a:pt x="900" y="1313"/>
                    </a:lnTo>
                    <a:lnTo>
                      <a:pt x="118" y="2023"/>
                    </a:lnTo>
                    <a:lnTo>
                      <a:pt x="118" y="1160"/>
                    </a:lnTo>
                    <a:cubicBezTo>
                      <a:pt x="154" y="1160"/>
                      <a:pt x="154" y="1160"/>
                      <a:pt x="154" y="1124"/>
                    </a:cubicBezTo>
                    <a:cubicBezTo>
                      <a:pt x="154" y="1088"/>
                      <a:pt x="118" y="1043"/>
                      <a:pt x="82" y="1043"/>
                    </a:cubicBezTo>
                    <a:cubicBezTo>
                      <a:pt x="46" y="1043"/>
                      <a:pt x="1" y="1088"/>
                      <a:pt x="1" y="1124"/>
                    </a:cubicBezTo>
                    <a:cubicBezTo>
                      <a:pt x="1" y="1160"/>
                      <a:pt x="1" y="1160"/>
                      <a:pt x="46" y="1160"/>
                    </a:cubicBezTo>
                    <a:lnTo>
                      <a:pt x="46" y="6516"/>
                    </a:lnTo>
                    <a:lnTo>
                      <a:pt x="118" y="6516"/>
                    </a:lnTo>
                    <a:lnTo>
                      <a:pt x="118" y="2095"/>
                    </a:lnTo>
                    <a:lnTo>
                      <a:pt x="945" y="1349"/>
                    </a:lnTo>
                    <a:lnTo>
                      <a:pt x="945" y="818"/>
                    </a:lnTo>
                    <a:lnTo>
                      <a:pt x="154" y="108"/>
                    </a:lnTo>
                    <a:lnTo>
                      <a:pt x="154" y="72"/>
                    </a:lnTo>
                    <a:cubicBezTo>
                      <a:pt x="154" y="36"/>
                      <a:pt x="118" y="1"/>
                      <a:pt x="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14"/>
              <p:cNvSpPr/>
              <p:nvPr/>
            </p:nvSpPr>
            <p:spPr>
              <a:xfrm rot="-5400000">
                <a:off x="6088612" y="1644219"/>
                <a:ext cx="235355" cy="1130891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10975" extrusionOk="0">
                    <a:moveTo>
                      <a:pt x="710" y="1"/>
                    </a:moveTo>
                    <a:cubicBezTo>
                      <a:pt x="638" y="1"/>
                      <a:pt x="638" y="1"/>
                      <a:pt x="638" y="37"/>
                    </a:cubicBezTo>
                    <a:cubicBezTo>
                      <a:pt x="638" y="109"/>
                      <a:pt x="638" y="109"/>
                      <a:pt x="710" y="109"/>
                    </a:cubicBezTo>
                    <a:lnTo>
                      <a:pt x="755" y="109"/>
                    </a:lnTo>
                    <a:lnTo>
                      <a:pt x="1609" y="936"/>
                    </a:lnTo>
                    <a:lnTo>
                      <a:pt x="1609" y="8422"/>
                    </a:lnTo>
                    <a:lnTo>
                      <a:pt x="117" y="9815"/>
                    </a:lnTo>
                    <a:lnTo>
                      <a:pt x="117" y="9321"/>
                    </a:lnTo>
                    <a:lnTo>
                      <a:pt x="1277" y="8242"/>
                    </a:lnTo>
                    <a:lnTo>
                      <a:pt x="1277" y="1277"/>
                    </a:lnTo>
                    <a:cubicBezTo>
                      <a:pt x="1313" y="1277"/>
                      <a:pt x="1348" y="1232"/>
                      <a:pt x="1348" y="1232"/>
                    </a:cubicBezTo>
                    <a:cubicBezTo>
                      <a:pt x="1348" y="1196"/>
                      <a:pt x="1313" y="1160"/>
                      <a:pt x="1277" y="1160"/>
                    </a:cubicBezTo>
                    <a:cubicBezTo>
                      <a:pt x="1205" y="1160"/>
                      <a:pt x="1160" y="1196"/>
                      <a:pt x="1160" y="1232"/>
                    </a:cubicBezTo>
                    <a:cubicBezTo>
                      <a:pt x="1160" y="1232"/>
                      <a:pt x="1205" y="1277"/>
                      <a:pt x="1241" y="1277"/>
                    </a:cubicBezTo>
                    <a:lnTo>
                      <a:pt x="1241" y="8242"/>
                    </a:lnTo>
                    <a:lnTo>
                      <a:pt x="117" y="9249"/>
                    </a:lnTo>
                    <a:lnTo>
                      <a:pt x="117" y="7523"/>
                    </a:lnTo>
                    <a:cubicBezTo>
                      <a:pt x="153" y="7487"/>
                      <a:pt x="153" y="7487"/>
                      <a:pt x="153" y="7451"/>
                    </a:cubicBezTo>
                    <a:cubicBezTo>
                      <a:pt x="153" y="7415"/>
                      <a:pt x="153" y="7379"/>
                      <a:pt x="81" y="7379"/>
                    </a:cubicBezTo>
                    <a:cubicBezTo>
                      <a:pt x="36" y="7379"/>
                      <a:pt x="0" y="7415"/>
                      <a:pt x="0" y="7451"/>
                    </a:cubicBezTo>
                    <a:cubicBezTo>
                      <a:pt x="0" y="7487"/>
                      <a:pt x="36" y="7487"/>
                      <a:pt x="81" y="7523"/>
                    </a:cubicBezTo>
                    <a:lnTo>
                      <a:pt x="81" y="10974"/>
                    </a:lnTo>
                    <a:lnTo>
                      <a:pt x="117" y="10974"/>
                    </a:lnTo>
                    <a:lnTo>
                      <a:pt x="117" y="9887"/>
                    </a:lnTo>
                    <a:lnTo>
                      <a:pt x="2247" y="7937"/>
                    </a:lnTo>
                    <a:lnTo>
                      <a:pt x="2247" y="5133"/>
                    </a:lnTo>
                    <a:cubicBezTo>
                      <a:pt x="2247" y="5133"/>
                      <a:pt x="2283" y="5097"/>
                      <a:pt x="2283" y="5052"/>
                    </a:cubicBezTo>
                    <a:cubicBezTo>
                      <a:pt x="2283" y="5016"/>
                      <a:pt x="2247" y="5016"/>
                      <a:pt x="2211" y="5016"/>
                    </a:cubicBezTo>
                    <a:cubicBezTo>
                      <a:pt x="2175" y="5016"/>
                      <a:pt x="2139" y="5016"/>
                      <a:pt x="2139" y="5052"/>
                    </a:cubicBezTo>
                    <a:cubicBezTo>
                      <a:pt x="2139" y="5097"/>
                      <a:pt x="2139" y="5133"/>
                      <a:pt x="2175" y="5133"/>
                    </a:cubicBezTo>
                    <a:lnTo>
                      <a:pt x="2175" y="7901"/>
                    </a:lnTo>
                    <a:lnTo>
                      <a:pt x="1690" y="8350"/>
                    </a:lnTo>
                    <a:lnTo>
                      <a:pt x="1690" y="936"/>
                    </a:lnTo>
                    <a:lnTo>
                      <a:pt x="791" y="73"/>
                    </a:lnTo>
                    <a:lnTo>
                      <a:pt x="791" y="37"/>
                    </a:lnTo>
                    <a:cubicBezTo>
                      <a:pt x="791" y="1"/>
                      <a:pt x="755" y="1"/>
                      <a:pt x="71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 rot="-5400000">
                <a:off x="6154354" y="1281196"/>
                <a:ext cx="107579" cy="1127182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0939" extrusionOk="0">
                    <a:moveTo>
                      <a:pt x="72" y="1"/>
                    </a:moveTo>
                    <a:cubicBezTo>
                      <a:pt x="36" y="1"/>
                      <a:pt x="1" y="37"/>
                      <a:pt x="1" y="73"/>
                    </a:cubicBezTo>
                    <a:cubicBezTo>
                      <a:pt x="1" y="118"/>
                      <a:pt x="36" y="118"/>
                      <a:pt x="36" y="154"/>
                    </a:cubicBezTo>
                    <a:lnTo>
                      <a:pt x="36" y="3524"/>
                    </a:lnTo>
                    <a:lnTo>
                      <a:pt x="971" y="4387"/>
                    </a:lnTo>
                    <a:lnTo>
                      <a:pt x="971" y="7451"/>
                    </a:lnTo>
                    <a:lnTo>
                      <a:pt x="36" y="8314"/>
                    </a:lnTo>
                    <a:lnTo>
                      <a:pt x="36" y="10938"/>
                    </a:lnTo>
                    <a:lnTo>
                      <a:pt x="108" y="10938"/>
                    </a:lnTo>
                    <a:lnTo>
                      <a:pt x="108" y="8314"/>
                    </a:lnTo>
                    <a:lnTo>
                      <a:pt x="1043" y="7451"/>
                    </a:lnTo>
                    <a:lnTo>
                      <a:pt x="1043" y="4342"/>
                    </a:lnTo>
                    <a:lnTo>
                      <a:pt x="108" y="3488"/>
                    </a:lnTo>
                    <a:lnTo>
                      <a:pt x="108" y="154"/>
                    </a:lnTo>
                    <a:cubicBezTo>
                      <a:pt x="144" y="118"/>
                      <a:pt x="144" y="118"/>
                      <a:pt x="144" y="73"/>
                    </a:cubicBezTo>
                    <a:cubicBezTo>
                      <a:pt x="144" y="37"/>
                      <a:pt x="108" y="1"/>
                      <a:pt x="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3" name="Google Shape;663;p14"/>
            <p:cNvGrpSpPr/>
            <p:nvPr/>
          </p:nvGrpSpPr>
          <p:grpSpPr>
            <a:xfrm rot="-5400000" flipH="1">
              <a:off x="8034447" y="4033934"/>
              <a:ext cx="1682787" cy="536345"/>
              <a:chOff x="5088951" y="1790997"/>
              <a:chExt cx="1682787" cy="536345"/>
            </a:xfrm>
          </p:grpSpPr>
          <p:sp>
            <p:nvSpPr>
              <p:cNvPr id="664" name="Google Shape;664;p14"/>
              <p:cNvSpPr/>
              <p:nvPr/>
            </p:nvSpPr>
            <p:spPr>
              <a:xfrm rot="-5400000">
                <a:off x="6451216" y="1616909"/>
                <a:ext cx="108403" cy="532627"/>
              </a:xfrm>
              <a:custGeom>
                <a:avLst/>
                <a:gdLst/>
                <a:ahLst/>
                <a:cxnLst/>
                <a:rect l="l" t="t" r="r" b="b"/>
                <a:pathLst>
                  <a:path w="1052" h="5169" extrusionOk="0">
                    <a:moveTo>
                      <a:pt x="971" y="1"/>
                    </a:moveTo>
                    <a:cubicBezTo>
                      <a:pt x="935" y="1"/>
                      <a:pt x="899" y="37"/>
                      <a:pt x="899" y="73"/>
                    </a:cubicBezTo>
                    <a:lnTo>
                      <a:pt x="0" y="935"/>
                    </a:lnTo>
                    <a:lnTo>
                      <a:pt x="0" y="5168"/>
                    </a:lnTo>
                    <a:lnTo>
                      <a:pt x="36" y="5168"/>
                    </a:lnTo>
                    <a:lnTo>
                      <a:pt x="36" y="935"/>
                    </a:lnTo>
                    <a:lnTo>
                      <a:pt x="935" y="108"/>
                    </a:lnTo>
                    <a:lnTo>
                      <a:pt x="971" y="144"/>
                    </a:lnTo>
                    <a:cubicBezTo>
                      <a:pt x="1016" y="144"/>
                      <a:pt x="1052" y="108"/>
                      <a:pt x="1052" y="73"/>
                    </a:cubicBezTo>
                    <a:cubicBezTo>
                      <a:pt x="1052" y="37"/>
                      <a:pt x="1016" y="1"/>
                      <a:pt x="97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14"/>
              <p:cNvSpPr/>
              <p:nvPr/>
            </p:nvSpPr>
            <p:spPr>
              <a:xfrm rot="-5400000">
                <a:off x="5781651" y="1205771"/>
                <a:ext cx="297388" cy="1682787"/>
              </a:xfrm>
              <a:custGeom>
                <a:avLst/>
                <a:gdLst/>
                <a:ahLst/>
                <a:cxnLst/>
                <a:rect l="l" t="t" r="r" b="b"/>
                <a:pathLst>
                  <a:path w="2886" h="16331" extrusionOk="0">
                    <a:moveTo>
                      <a:pt x="2805" y="1"/>
                    </a:moveTo>
                    <a:cubicBezTo>
                      <a:pt x="2769" y="1"/>
                      <a:pt x="2733" y="36"/>
                      <a:pt x="2733" y="72"/>
                    </a:cubicBezTo>
                    <a:cubicBezTo>
                      <a:pt x="2733" y="117"/>
                      <a:pt x="2769" y="153"/>
                      <a:pt x="2769" y="153"/>
                    </a:cubicBezTo>
                    <a:lnTo>
                      <a:pt x="2769" y="2814"/>
                    </a:lnTo>
                    <a:lnTo>
                      <a:pt x="2319" y="3218"/>
                    </a:lnTo>
                    <a:lnTo>
                      <a:pt x="2319" y="4872"/>
                    </a:lnTo>
                    <a:lnTo>
                      <a:pt x="1421" y="5734"/>
                    </a:lnTo>
                    <a:lnTo>
                      <a:pt x="1421" y="8610"/>
                    </a:lnTo>
                    <a:lnTo>
                      <a:pt x="899" y="8125"/>
                    </a:lnTo>
                    <a:lnTo>
                      <a:pt x="899" y="5168"/>
                    </a:lnTo>
                    <a:lnTo>
                      <a:pt x="935" y="5132"/>
                    </a:lnTo>
                    <a:cubicBezTo>
                      <a:pt x="935" y="5096"/>
                      <a:pt x="899" y="5060"/>
                      <a:pt x="863" y="5060"/>
                    </a:cubicBezTo>
                    <a:cubicBezTo>
                      <a:pt x="827" y="5060"/>
                      <a:pt x="782" y="5096"/>
                      <a:pt x="782" y="5132"/>
                    </a:cubicBezTo>
                    <a:cubicBezTo>
                      <a:pt x="782" y="5132"/>
                      <a:pt x="782" y="5168"/>
                      <a:pt x="827" y="5168"/>
                    </a:cubicBezTo>
                    <a:lnTo>
                      <a:pt x="827" y="6031"/>
                    </a:lnTo>
                    <a:lnTo>
                      <a:pt x="37" y="5321"/>
                    </a:lnTo>
                    <a:lnTo>
                      <a:pt x="37" y="4872"/>
                    </a:lnTo>
                    <a:lnTo>
                      <a:pt x="827" y="4117"/>
                    </a:lnTo>
                    <a:lnTo>
                      <a:pt x="863" y="4162"/>
                    </a:lnTo>
                    <a:cubicBezTo>
                      <a:pt x="899" y="4162"/>
                      <a:pt x="935" y="4117"/>
                      <a:pt x="935" y="4081"/>
                    </a:cubicBezTo>
                    <a:cubicBezTo>
                      <a:pt x="935" y="4045"/>
                      <a:pt x="899" y="4009"/>
                      <a:pt x="863" y="4009"/>
                    </a:cubicBezTo>
                    <a:cubicBezTo>
                      <a:pt x="827" y="4009"/>
                      <a:pt x="782" y="4045"/>
                      <a:pt x="782" y="4081"/>
                    </a:cubicBezTo>
                    <a:lnTo>
                      <a:pt x="1" y="4836"/>
                    </a:lnTo>
                    <a:lnTo>
                      <a:pt x="1" y="5357"/>
                    </a:lnTo>
                    <a:lnTo>
                      <a:pt x="827" y="6103"/>
                    </a:lnTo>
                    <a:lnTo>
                      <a:pt x="827" y="8125"/>
                    </a:lnTo>
                    <a:lnTo>
                      <a:pt x="1421" y="8691"/>
                    </a:lnTo>
                    <a:lnTo>
                      <a:pt x="1421" y="16330"/>
                    </a:lnTo>
                    <a:lnTo>
                      <a:pt x="1457" y="16330"/>
                    </a:lnTo>
                    <a:lnTo>
                      <a:pt x="1457" y="5734"/>
                    </a:lnTo>
                    <a:lnTo>
                      <a:pt x="2400" y="4872"/>
                    </a:lnTo>
                    <a:lnTo>
                      <a:pt x="2400" y="3263"/>
                    </a:lnTo>
                    <a:lnTo>
                      <a:pt x="2850" y="2849"/>
                    </a:lnTo>
                    <a:lnTo>
                      <a:pt x="2850" y="153"/>
                    </a:lnTo>
                    <a:cubicBezTo>
                      <a:pt x="2886" y="153"/>
                      <a:pt x="2886" y="117"/>
                      <a:pt x="2886" y="72"/>
                    </a:cubicBezTo>
                    <a:cubicBezTo>
                      <a:pt x="2886" y="36"/>
                      <a:pt x="2850" y="1"/>
                      <a:pt x="280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14"/>
              <p:cNvSpPr/>
              <p:nvPr/>
            </p:nvSpPr>
            <p:spPr>
              <a:xfrm rot="-5400000">
                <a:off x="6387279" y="1615107"/>
                <a:ext cx="97378" cy="671528"/>
              </a:xfrm>
              <a:custGeom>
                <a:avLst/>
                <a:gdLst/>
                <a:ahLst/>
                <a:cxnLst/>
                <a:rect l="l" t="t" r="r" b="b"/>
                <a:pathLst>
                  <a:path w="945" h="6517" extrusionOk="0">
                    <a:moveTo>
                      <a:pt x="82" y="1"/>
                    </a:moveTo>
                    <a:cubicBezTo>
                      <a:pt x="46" y="1"/>
                      <a:pt x="1" y="36"/>
                      <a:pt x="1" y="72"/>
                    </a:cubicBezTo>
                    <a:cubicBezTo>
                      <a:pt x="1" y="108"/>
                      <a:pt x="46" y="144"/>
                      <a:pt x="82" y="144"/>
                    </a:cubicBezTo>
                    <a:lnTo>
                      <a:pt x="118" y="144"/>
                    </a:lnTo>
                    <a:lnTo>
                      <a:pt x="900" y="863"/>
                    </a:lnTo>
                    <a:lnTo>
                      <a:pt x="900" y="1313"/>
                    </a:lnTo>
                    <a:lnTo>
                      <a:pt x="118" y="2023"/>
                    </a:lnTo>
                    <a:lnTo>
                      <a:pt x="118" y="1160"/>
                    </a:lnTo>
                    <a:cubicBezTo>
                      <a:pt x="154" y="1160"/>
                      <a:pt x="154" y="1160"/>
                      <a:pt x="154" y="1124"/>
                    </a:cubicBezTo>
                    <a:cubicBezTo>
                      <a:pt x="154" y="1088"/>
                      <a:pt x="118" y="1043"/>
                      <a:pt x="82" y="1043"/>
                    </a:cubicBezTo>
                    <a:cubicBezTo>
                      <a:pt x="46" y="1043"/>
                      <a:pt x="1" y="1088"/>
                      <a:pt x="1" y="1124"/>
                    </a:cubicBezTo>
                    <a:cubicBezTo>
                      <a:pt x="1" y="1160"/>
                      <a:pt x="1" y="1160"/>
                      <a:pt x="46" y="1160"/>
                    </a:cubicBezTo>
                    <a:lnTo>
                      <a:pt x="46" y="6516"/>
                    </a:lnTo>
                    <a:lnTo>
                      <a:pt x="118" y="6516"/>
                    </a:lnTo>
                    <a:lnTo>
                      <a:pt x="118" y="2095"/>
                    </a:lnTo>
                    <a:lnTo>
                      <a:pt x="945" y="1349"/>
                    </a:lnTo>
                    <a:lnTo>
                      <a:pt x="945" y="818"/>
                    </a:lnTo>
                    <a:lnTo>
                      <a:pt x="154" y="108"/>
                    </a:lnTo>
                    <a:lnTo>
                      <a:pt x="154" y="72"/>
                    </a:lnTo>
                    <a:cubicBezTo>
                      <a:pt x="154" y="36"/>
                      <a:pt x="118" y="1"/>
                      <a:pt x="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14"/>
              <p:cNvSpPr/>
              <p:nvPr/>
            </p:nvSpPr>
            <p:spPr>
              <a:xfrm rot="-5400000">
                <a:off x="6088612" y="1644219"/>
                <a:ext cx="235355" cy="1130891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10975" extrusionOk="0">
                    <a:moveTo>
                      <a:pt x="710" y="1"/>
                    </a:moveTo>
                    <a:cubicBezTo>
                      <a:pt x="638" y="1"/>
                      <a:pt x="638" y="1"/>
                      <a:pt x="638" y="37"/>
                    </a:cubicBezTo>
                    <a:cubicBezTo>
                      <a:pt x="638" y="109"/>
                      <a:pt x="638" y="109"/>
                      <a:pt x="710" y="109"/>
                    </a:cubicBezTo>
                    <a:lnTo>
                      <a:pt x="755" y="109"/>
                    </a:lnTo>
                    <a:lnTo>
                      <a:pt x="1609" y="936"/>
                    </a:lnTo>
                    <a:lnTo>
                      <a:pt x="1609" y="8422"/>
                    </a:lnTo>
                    <a:lnTo>
                      <a:pt x="117" y="9815"/>
                    </a:lnTo>
                    <a:lnTo>
                      <a:pt x="117" y="9321"/>
                    </a:lnTo>
                    <a:lnTo>
                      <a:pt x="1277" y="8242"/>
                    </a:lnTo>
                    <a:lnTo>
                      <a:pt x="1277" y="1277"/>
                    </a:lnTo>
                    <a:cubicBezTo>
                      <a:pt x="1313" y="1277"/>
                      <a:pt x="1348" y="1232"/>
                      <a:pt x="1348" y="1232"/>
                    </a:cubicBezTo>
                    <a:cubicBezTo>
                      <a:pt x="1348" y="1196"/>
                      <a:pt x="1313" y="1160"/>
                      <a:pt x="1277" y="1160"/>
                    </a:cubicBezTo>
                    <a:cubicBezTo>
                      <a:pt x="1205" y="1160"/>
                      <a:pt x="1160" y="1196"/>
                      <a:pt x="1160" y="1232"/>
                    </a:cubicBezTo>
                    <a:cubicBezTo>
                      <a:pt x="1160" y="1232"/>
                      <a:pt x="1205" y="1277"/>
                      <a:pt x="1241" y="1277"/>
                    </a:cubicBezTo>
                    <a:lnTo>
                      <a:pt x="1241" y="8242"/>
                    </a:lnTo>
                    <a:lnTo>
                      <a:pt x="117" y="9249"/>
                    </a:lnTo>
                    <a:lnTo>
                      <a:pt x="117" y="7523"/>
                    </a:lnTo>
                    <a:cubicBezTo>
                      <a:pt x="153" y="7487"/>
                      <a:pt x="153" y="7487"/>
                      <a:pt x="153" y="7451"/>
                    </a:cubicBezTo>
                    <a:cubicBezTo>
                      <a:pt x="153" y="7415"/>
                      <a:pt x="153" y="7379"/>
                      <a:pt x="81" y="7379"/>
                    </a:cubicBezTo>
                    <a:cubicBezTo>
                      <a:pt x="36" y="7379"/>
                      <a:pt x="0" y="7415"/>
                      <a:pt x="0" y="7451"/>
                    </a:cubicBezTo>
                    <a:cubicBezTo>
                      <a:pt x="0" y="7487"/>
                      <a:pt x="36" y="7487"/>
                      <a:pt x="81" y="7523"/>
                    </a:cubicBezTo>
                    <a:lnTo>
                      <a:pt x="81" y="10974"/>
                    </a:lnTo>
                    <a:lnTo>
                      <a:pt x="117" y="10974"/>
                    </a:lnTo>
                    <a:lnTo>
                      <a:pt x="117" y="9887"/>
                    </a:lnTo>
                    <a:lnTo>
                      <a:pt x="2247" y="7937"/>
                    </a:lnTo>
                    <a:lnTo>
                      <a:pt x="2247" y="5133"/>
                    </a:lnTo>
                    <a:cubicBezTo>
                      <a:pt x="2247" y="5133"/>
                      <a:pt x="2283" y="5097"/>
                      <a:pt x="2283" y="5052"/>
                    </a:cubicBezTo>
                    <a:cubicBezTo>
                      <a:pt x="2283" y="5016"/>
                      <a:pt x="2247" y="5016"/>
                      <a:pt x="2211" y="5016"/>
                    </a:cubicBezTo>
                    <a:cubicBezTo>
                      <a:pt x="2175" y="5016"/>
                      <a:pt x="2139" y="5016"/>
                      <a:pt x="2139" y="5052"/>
                    </a:cubicBezTo>
                    <a:cubicBezTo>
                      <a:pt x="2139" y="5097"/>
                      <a:pt x="2139" y="5133"/>
                      <a:pt x="2175" y="5133"/>
                    </a:cubicBezTo>
                    <a:lnTo>
                      <a:pt x="2175" y="7901"/>
                    </a:lnTo>
                    <a:lnTo>
                      <a:pt x="1690" y="8350"/>
                    </a:lnTo>
                    <a:lnTo>
                      <a:pt x="1690" y="936"/>
                    </a:lnTo>
                    <a:lnTo>
                      <a:pt x="791" y="73"/>
                    </a:lnTo>
                    <a:lnTo>
                      <a:pt x="791" y="37"/>
                    </a:lnTo>
                    <a:cubicBezTo>
                      <a:pt x="791" y="1"/>
                      <a:pt x="755" y="1"/>
                      <a:pt x="71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14"/>
              <p:cNvSpPr/>
              <p:nvPr/>
            </p:nvSpPr>
            <p:spPr>
              <a:xfrm rot="-5400000">
                <a:off x="6154354" y="1281196"/>
                <a:ext cx="107579" cy="1127182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0939" extrusionOk="0">
                    <a:moveTo>
                      <a:pt x="72" y="1"/>
                    </a:moveTo>
                    <a:cubicBezTo>
                      <a:pt x="36" y="1"/>
                      <a:pt x="1" y="37"/>
                      <a:pt x="1" y="73"/>
                    </a:cubicBezTo>
                    <a:cubicBezTo>
                      <a:pt x="1" y="118"/>
                      <a:pt x="36" y="118"/>
                      <a:pt x="36" y="154"/>
                    </a:cubicBezTo>
                    <a:lnTo>
                      <a:pt x="36" y="3524"/>
                    </a:lnTo>
                    <a:lnTo>
                      <a:pt x="971" y="4387"/>
                    </a:lnTo>
                    <a:lnTo>
                      <a:pt x="971" y="7451"/>
                    </a:lnTo>
                    <a:lnTo>
                      <a:pt x="36" y="8314"/>
                    </a:lnTo>
                    <a:lnTo>
                      <a:pt x="36" y="10938"/>
                    </a:lnTo>
                    <a:lnTo>
                      <a:pt x="108" y="10938"/>
                    </a:lnTo>
                    <a:lnTo>
                      <a:pt x="108" y="8314"/>
                    </a:lnTo>
                    <a:lnTo>
                      <a:pt x="1043" y="7451"/>
                    </a:lnTo>
                    <a:lnTo>
                      <a:pt x="1043" y="4342"/>
                    </a:lnTo>
                    <a:lnTo>
                      <a:pt x="108" y="3488"/>
                    </a:lnTo>
                    <a:lnTo>
                      <a:pt x="108" y="154"/>
                    </a:lnTo>
                    <a:cubicBezTo>
                      <a:pt x="144" y="118"/>
                      <a:pt x="144" y="118"/>
                      <a:pt x="144" y="73"/>
                    </a:cubicBezTo>
                    <a:cubicBezTo>
                      <a:pt x="144" y="37"/>
                      <a:pt x="108" y="1"/>
                      <a:pt x="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9" name="Google Shape;669;p14"/>
            <p:cNvGrpSpPr/>
            <p:nvPr/>
          </p:nvGrpSpPr>
          <p:grpSpPr>
            <a:xfrm rot="-5400000" flipH="1">
              <a:off x="-567478" y="4033934"/>
              <a:ext cx="1682787" cy="536345"/>
              <a:chOff x="5088951" y="1790997"/>
              <a:chExt cx="1682787" cy="536345"/>
            </a:xfrm>
          </p:grpSpPr>
          <p:sp>
            <p:nvSpPr>
              <p:cNvPr id="670" name="Google Shape;670;p14"/>
              <p:cNvSpPr/>
              <p:nvPr/>
            </p:nvSpPr>
            <p:spPr>
              <a:xfrm rot="-5400000">
                <a:off x="6451216" y="1616909"/>
                <a:ext cx="108403" cy="532627"/>
              </a:xfrm>
              <a:custGeom>
                <a:avLst/>
                <a:gdLst/>
                <a:ahLst/>
                <a:cxnLst/>
                <a:rect l="l" t="t" r="r" b="b"/>
                <a:pathLst>
                  <a:path w="1052" h="5169" extrusionOk="0">
                    <a:moveTo>
                      <a:pt x="971" y="1"/>
                    </a:moveTo>
                    <a:cubicBezTo>
                      <a:pt x="935" y="1"/>
                      <a:pt x="899" y="37"/>
                      <a:pt x="899" y="73"/>
                    </a:cubicBezTo>
                    <a:lnTo>
                      <a:pt x="0" y="935"/>
                    </a:lnTo>
                    <a:lnTo>
                      <a:pt x="0" y="5168"/>
                    </a:lnTo>
                    <a:lnTo>
                      <a:pt x="36" y="5168"/>
                    </a:lnTo>
                    <a:lnTo>
                      <a:pt x="36" y="935"/>
                    </a:lnTo>
                    <a:lnTo>
                      <a:pt x="935" y="108"/>
                    </a:lnTo>
                    <a:lnTo>
                      <a:pt x="971" y="144"/>
                    </a:lnTo>
                    <a:cubicBezTo>
                      <a:pt x="1016" y="144"/>
                      <a:pt x="1052" y="108"/>
                      <a:pt x="1052" y="73"/>
                    </a:cubicBezTo>
                    <a:cubicBezTo>
                      <a:pt x="1052" y="37"/>
                      <a:pt x="1016" y="1"/>
                      <a:pt x="97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14"/>
              <p:cNvSpPr/>
              <p:nvPr/>
            </p:nvSpPr>
            <p:spPr>
              <a:xfrm rot="-5400000">
                <a:off x="5781651" y="1205771"/>
                <a:ext cx="297388" cy="1682787"/>
              </a:xfrm>
              <a:custGeom>
                <a:avLst/>
                <a:gdLst/>
                <a:ahLst/>
                <a:cxnLst/>
                <a:rect l="l" t="t" r="r" b="b"/>
                <a:pathLst>
                  <a:path w="2886" h="16331" extrusionOk="0">
                    <a:moveTo>
                      <a:pt x="2805" y="1"/>
                    </a:moveTo>
                    <a:cubicBezTo>
                      <a:pt x="2769" y="1"/>
                      <a:pt x="2733" y="36"/>
                      <a:pt x="2733" y="72"/>
                    </a:cubicBezTo>
                    <a:cubicBezTo>
                      <a:pt x="2733" y="117"/>
                      <a:pt x="2769" y="153"/>
                      <a:pt x="2769" y="153"/>
                    </a:cubicBezTo>
                    <a:lnTo>
                      <a:pt x="2769" y="2814"/>
                    </a:lnTo>
                    <a:lnTo>
                      <a:pt x="2319" y="3218"/>
                    </a:lnTo>
                    <a:lnTo>
                      <a:pt x="2319" y="4872"/>
                    </a:lnTo>
                    <a:lnTo>
                      <a:pt x="1421" y="5734"/>
                    </a:lnTo>
                    <a:lnTo>
                      <a:pt x="1421" y="8610"/>
                    </a:lnTo>
                    <a:lnTo>
                      <a:pt x="899" y="8125"/>
                    </a:lnTo>
                    <a:lnTo>
                      <a:pt x="899" y="5168"/>
                    </a:lnTo>
                    <a:lnTo>
                      <a:pt x="935" y="5132"/>
                    </a:lnTo>
                    <a:cubicBezTo>
                      <a:pt x="935" y="5096"/>
                      <a:pt x="899" y="5060"/>
                      <a:pt x="863" y="5060"/>
                    </a:cubicBezTo>
                    <a:cubicBezTo>
                      <a:pt x="827" y="5060"/>
                      <a:pt x="782" y="5096"/>
                      <a:pt x="782" y="5132"/>
                    </a:cubicBezTo>
                    <a:cubicBezTo>
                      <a:pt x="782" y="5132"/>
                      <a:pt x="782" y="5168"/>
                      <a:pt x="827" y="5168"/>
                    </a:cubicBezTo>
                    <a:lnTo>
                      <a:pt x="827" y="6031"/>
                    </a:lnTo>
                    <a:lnTo>
                      <a:pt x="37" y="5321"/>
                    </a:lnTo>
                    <a:lnTo>
                      <a:pt x="37" y="4872"/>
                    </a:lnTo>
                    <a:lnTo>
                      <a:pt x="827" y="4117"/>
                    </a:lnTo>
                    <a:lnTo>
                      <a:pt x="863" y="4162"/>
                    </a:lnTo>
                    <a:cubicBezTo>
                      <a:pt x="899" y="4162"/>
                      <a:pt x="935" y="4117"/>
                      <a:pt x="935" y="4081"/>
                    </a:cubicBezTo>
                    <a:cubicBezTo>
                      <a:pt x="935" y="4045"/>
                      <a:pt x="899" y="4009"/>
                      <a:pt x="863" y="4009"/>
                    </a:cubicBezTo>
                    <a:cubicBezTo>
                      <a:pt x="827" y="4009"/>
                      <a:pt x="782" y="4045"/>
                      <a:pt x="782" y="4081"/>
                    </a:cubicBezTo>
                    <a:lnTo>
                      <a:pt x="1" y="4836"/>
                    </a:lnTo>
                    <a:lnTo>
                      <a:pt x="1" y="5357"/>
                    </a:lnTo>
                    <a:lnTo>
                      <a:pt x="827" y="6103"/>
                    </a:lnTo>
                    <a:lnTo>
                      <a:pt x="827" y="8125"/>
                    </a:lnTo>
                    <a:lnTo>
                      <a:pt x="1421" y="8691"/>
                    </a:lnTo>
                    <a:lnTo>
                      <a:pt x="1421" y="16330"/>
                    </a:lnTo>
                    <a:lnTo>
                      <a:pt x="1457" y="16330"/>
                    </a:lnTo>
                    <a:lnTo>
                      <a:pt x="1457" y="5734"/>
                    </a:lnTo>
                    <a:lnTo>
                      <a:pt x="2400" y="4872"/>
                    </a:lnTo>
                    <a:lnTo>
                      <a:pt x="2400" y="3263"/>
                    </a:lnTo>
                    <a:lnTo>
                      <a:pt x="2850" y="2849"/>
                    </a:lnTo>
                    <a:lnTo>
                      <a:pt x="2850" y="153"/>
                    </a:lnTo>
                    <a:cubicBezTo>
                      <a:pt x="2886" y="153"/>
                      <a:pt x="2886" y="117"/>
                      <a:pt x="2886" y="72"/>
                    </a:cubicBezTo>
                    <a:cubicBezTo>
                      <a:pt x="2886" y="36"/>
                      <a:pt x="2850" y="1"/>
                      <a:pt x="280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14"/>
              <p:cNvSpPr/>
              <p:nvPr/>
            </p:nvSpPr>
            <p:spPr>
              <a:xfrm rot="-5400000">
                <a:off x="6387279" y="1615107"/>
                <a:ext cx="97378" cy="671528"/>
              </a:xfrm>
              <a:custGeom>
                <a:avLst/>
                <a:gdLst/>
                <a:ahLst/>
                <a:cxnLst/>
                <a:rect l="l" t="t" r="r" b="b"/>
                <a:pathLst>
                  <a:path w="945" h="6517" extrusionOk="0">
                    <a:moveTo>
                      <a:pt x="82" y="1"/>
                    </a:moveTo>
                    <a:cubicBezTo>
                      <a:pt x="46" y="1"/>
                      <a:pt x="1" y="36"/>
                      <a:pt x="1" y="72"/>
                    </a:cubicBezTo>
                    <a:cubicBezTo>
                      <a:pt x="1" y="108"/>
                      <a:pt x="46" y="144"/>
                      <a:pt x="82" y="144"/>
                    </a:cubicBezTo>
                    <a:lnTo>
                      <a:pt x="118" y="144"/>
                    </a:lnTo>
                    <a:lnTo>
                      <a:pt x="900" y="863"/>
                    </a:lnTo>
                    <a:lnTo>
                      <a:pt x="900" y="1313"/>
                    </a:lnTo>
                    <a:lnTo>
                      <a:pt x="118" y="2023"/>
                    </a:lnTo>
                    <a:lnTo>
                      <a:pt x="118" y="1160"/>
                    </a:lnTo>
                    <a:cubicBezTo>
                      <a:pt x="154" y="1160"/>
                      <a:pt x="154" y="1160"/>
                      <a:pt x="154" y="1124"/>
                    </a:cubicBezTo>
                    <a:cubicBezTo>
                      <a:pt x="154" y="1088"/>
                      <a:pt x="118" y="1043"/>
                      <a:pt x="82" y="1043"/>
                    </a:cubicBezTo>
                    <a:cubicBezTo>
                      <a:pt x="46" y="1043"/>
                      <a:pt x="1" y="1088"/>
                      <a:pt x="1" y="1124"/>
                    </a:cubicBezTo>
                    <a:cubicBezTo>
                      <a:pt x="1" y="1160"/>
                      <a:pt x="1" y="1160"/>
                      <a:pt x="46" y="1160"/>
                    </a:cubicBezTo>
                    <a:lnTo>
                      <a:pt x="46" y="6516"/>
                    </a:lnTo>
                    <a:lnTo>
                      <a:pt x="118" y="6516"/>
                    </a:lnTo>
                    <a:lnTo>
                      <a:pt x="118" y="2095"/>
                    </a:lnTo>
                    <a:lnTo>
                      <a:pt x="945" y="1349"/>
                    </a:lnTo>
                    <a:lnTo>
                      <a:pt x="945" y="818"/>
                    </a:lnTo>
                    <a:lnTo>
                      <a:pt x="154" y="108"/>
                    </a:lnTo>
                    <a:lnTo>
                      <a:pt x="154" y="72"/>
                    </a:lnTo>
                    <a:cubicBezTo>
                      <a:pt x="154" y="36"/>
                      <a:pt x="118" y="1"/>
                      <a:pt x="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14"/>
              <p:cNvSpPr/>
              <p:nvPr/>
            </p:nvSpPr>
            <p:spPr>
              <a:xfrm rot="-5400000">
                <a:off x="6088612" y="1644219"/>
                <a:ext cx="235355" cy="1130891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10975" extrusionOk="0">
                    <a:moveTo>
                      <a:pt x="710" y="1"/>
                    </a:moveTo>
                    <a:cubicBezTo>
                      <a:pt x="638" y="1"/>
                      <a:pt x="638" y="1"/>
                      <a:pt x="638" y="37"/>
                    </a:cubicBezTo>
                    <a:cubicBezTo>
                      <a:pt x="638" y="109"/>
                      <a:pt x="638" y="109"/>
                      <a:pt x="710" y="109"/>
                    </a:cubicBezTo>
                    <a:lnTo>
                      <a:pt x="755" y="109"/>
                    </a:lnTo>
                    <a:lnTo>
                      <a:pt x="1609" y="936"/>
                    </a:lnTo>
                    <a:lnTo>
                      <a:pt x="1609" y="8422"/>
                    </a:lnTo>
                    <a:lnTo>
                      <a:pt x="117" y="9815"/>
                    </a:lnTo>
                    <a:lnTo>
                      <a:pt x="117" y="9321"/>
                    </a:lnTo>
                    <a:lnTo>
                      <a:pt x="1277" y="8242"/>
                    </a:lnTo>
                    <a:lnTo>
                      <a:pt x="1277" y="1277"/>
                    </a:lnTo>
                    <a:cubicBezTo>
                      <a:pt x="1313" y="1277"/>
                      <a:pt x="1348" y="1232"/>
                      <a:pt x="1348" y="1232"/>
                    </a:cubicBezTo>
                    <a:cubicBezTo>
                      <a:pt x="1348" y="1196"/>
                      <a:pt x="1313" y="1160"/>
                      <a:pt x="1277" y="1160"/>
                    </a:cubicBezTo>
                    <a:cubicBezTo>
                      <a:pt x="1205" y="1160"/>
                      <a:pt x="1160" y="1196"/>
                      <a:pt x="1160" y="1232"/>
                    </a:cubicBezTo>
                    <a:cubicBezTo>
                      <a:pt x="1160" y="1232"/>
                      <a:pt x="1205" y="1277"/>
                      <a:pt x="1241" y="1277"/>
                    </a:cubicBezTo>
                    <a:lnTo>
                      <a:pt x="1241" y="8242"/>
                    </a:lnTo>
                    <a:lnTo>
                      <a:pt x="117" y="9249"/>
                    </a:lnTo>
                    <a:lnTo>
                      <a:pt x="117" y="7523"/>
                    </a:lnTo>
                    <a:cubicBezTo>
                      <a:pt x="153" y="7487"/>
                      <a:pt x="153" y="7487"/>
                      <a:pt x="153" y="7451"/>
                    </a:cubicBezTo>
                    <a:cubicBezTo>
                      <a:pt x="153" y="7415"/>
                      <a:pt x="153" y="7379"/>
                      <a:pt x="81" y="7379"/>
                    </a:cubicBezTo>
                    <a:cubicBezTo>
                      <a:pt x="36" y="7379"/>
                      <a:pt x="0" y="7415"/>
                      <a:pt x="0" y="7451"/>
                    </a:cubicBezTo>
                    <a:cubicBezTo>
                      <a:pt x="0" y="7487"/>
                      <a:pt x="36" y="7487"/>
                      <a:pt x="81" y="7523"/>
                    </a:cubicBezTo>
                    <a:lnTo>
                      <a:pt x="81" y="10974"/>
                    </a:lnTo>
                    <a:lnTo>
                      <a:pt x="117" y="10974"/>
                    </a:lnTo>
                    <a:lnTo>
                      <a:pt x="117" y="9887"/>
                    </a:lnTo>
                    <a:lnTo>
                      <a:pt x="2247" y="7937"/>
                    </a:lnTo>
                    <a:lnTo>
                      <a:pt x="2247" y="5133"/>
                    </a:lnTo>
                    <a:cubicBezTo>
                      <a:pt x="2247" y="5133"/>
                      <a:pt x="2283" y="5097"/>
                      <a:pt x="2283" y="5052"/>
                    </a:cubicBezTo>
                    <a:cubicBezTo>
                      <a:pt x="2283" y="5016"/>
                      <a:pt x="2247" y="5016"/>
                      <a:pt x="2211" y="5016"/>
                    </a:cubicBezTo>
                    <a:cubicBezTo>
                      <a:pt x="2175" y="5016"/>
                      <a:pt x="2139" y="5016"/>
                      <a:pt x="2139" y="5052"/>
                    </a:cubicBezTo>
                    <a:cubicBezTo>
                      <a:pt x="2139" y="5097"/>
                      <a:pt x="2139" y="5133"/>
                      <a:pt x="2175" y="5133"/>
                    </a:cubicBezTo>
                    <a:lnTo>
                      <a:pt x="2175" y="7901"/>
                    </a:lnTo>
                    <a:lnTo>
                      <a:pt x="1690" y="8350"/>
                    </a:lnTo>
                    <a:lnTo>
                      <a:pt x="1690" y="936"/>
                    </a:lnTo>
                    <a:lnTo>
                      <a:pt x="791" y="73"/>
                    </a:lnTo>
                    <a:lnTo>
                      <a:pt x="791" y="37"/>
                    </a:lnTo>
                    <a:cubicBezTo>
                      <a:pt x="791" y="1"/>
                      <a:pt x="755" y="1"/>
                      <a:pt x="71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14"/>
              <p:cNvSpPr/>
              <p:nvPr/>
            </p:nvSpPr>
            <p:spPr>
              <a:xfrm rot="-5400000">
                <a:off x="6154354" y="1281196"/>
                <a:ext cx="107579" cy="1127182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0939" extrusionOk="0">
                    <a:moveTo>
                      <a:pt x="72" y="1"/>
                    </a:moveTo>
                    <a:cubicBezTo>
                      <a:pt x="36" y="1"/>
                      <a:pt x="1" y="37"/>
                      <a:pt x="1" y="73"/>
                    </a:cubicBezTo>
                    <a:cubicBezTo>
                      <a:pt x="1" y="118"/>
                      <a:pt x="36" y="118"/>
                      <a:pt x="36" y="154"/>
                    </a:cubicBezTo>
                    <a:lnTo>
                      <a:pt x="36" y="3524"/>
                    </a:lnTo>
                    <a:lnTo>
                      <a:pt x="971" y="4387"/>
                    </a:lnTo>
                    <a:lnTo>
                      <a:pt x="971" y="7451"/>
                    </a:lnTo>
                    <a:lnTo>
                      <a:pt x="36" y="8314"/>
                    </a:lnTo>
                    <a:lnTo>
                      <a:pt x="36" y="10938"/>
                    </a:lnTo>
                    <a:lnTo>
                      <a:pt x="108" y="10938"/>
                    </a:lnTo>
                    <a:lnTo>
                      <a:pt x="108" y="8314"/>
                    </a:lnTo>
                    <a:lnTo>
                      <a:pt x="1043" y="7451"/>
                    </a:lnTo>
                    <a:lnTo>
                      <a:pt x="1043" y="4342"/>
                    </a:lnTo>
                    <a:lnTo>
                      <a:pt x="108" y="3488"/>
                    </a:lnTo>
                    <a:lnTo>
                      <a:pt x="108" y="154"/>
                    </a:lnTo>
                    <a:cubicBezTo>
                      <a:pt x="144" y="118"/>
                      <a:pt x="144" y="118"/>
                      <a:pt x="144" y="73"/>
                    </a:cubicBezTo>
                    <a:cubicBezTo>
                      <a:pt x="144" y="37"/>
                      <a:pt x="108" y="1"/>
                      <a:pt x="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75" name="Google Shape;675;p14"/>
          <p:cNvGrpSpPr/>
          <p:nvPr/>
        </p:nvGrpSpPr>
        <p:grpSpPr>
          <a:xfrm>
            <a:off x="207459" y="1430595"/>
            <a:ext cx="8734836" cy="2282298"/>
            <a:chOff x="207459" y="1430595"/>
            <a:chExt cx="8734836" cy="2282298"/>
          </a:xfrm>
        </p:grpSpPr>
        <p:grpSp>
          <p:nvGrpSpPr>
            <p:cNvPr id="676" name="Google Shape;676;p14"/>
            <p:cNvGrpSpPr/>
            <p:nvPr/>
          </p:nvGrpSpPr>
          <p:grpSpPr>
            <a:xfrm>
              <a:off x="8809384" y="1430595"/>
              <a:ext cx="132911" cy="199379"/>
              <a:chOff x="2778349" y="5640986"/>
              <a:chExt cx="508847" cy="763610"/>
            </a:xfrm>
          </p:grpSpPr>
          <p:sp>
            <p:nvSpPr>
              <p:cNvPr id="677" name="Google Shape;677;p14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14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9" name="Google Shape;679;p14"/>
            <p:cNvGrpSpPr/>
            <p:nvPr/>
          </p:nvGrpSpPr>
          <p:grpSpPr>
            <a:xfrm>
              <a:off x="207459" y="1430595"/>
              <a:ext cx="132911" cy="199379"/>
              <a:chOff x="2778349" y="5640986"/>
              <a:chExt cx="508847" cy="763610"/>
            </a:xfrm>
          </p:grpSpPr>
          <p:sp>
            <p:nvSpPr>
              <p:cNvPr id="680" name="Google Shape;680;p14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14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82" name="Google Shape;682;p14"/>
            <p:cNvGrpSpPr/>
            <p:nvPr/>
          </p:nvGrpSpPr>
          <p:grpSpPr>
            <a:xfrm>
              <a:off x="8809384" y="3513514"/>
              <a:ext cx="132911" cy="199379"/>
              <a:chOff x="2778349" y="5640986"/>
              <a:chExt cx="508847" cy="763610"/>
            </a:xfrm>
          </p:grpSpPr>
          <p:sp>
            <p:nvSpPr>
              <p:cNvPr id="683" name="Google Shape;683;p14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14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85" name="Google Shape;685;p14"/>
            <p:cNvGrpSpPr/>
            <p:nvPr/>
          </p:nvGrpSpPr>
          <p:grpSpPr>
            <a:xfrm>
              <a:off x="207459" y="3513514"/>
              <a:ext cx="132911" cy="199379"/>
              <a:chOff x="2778349" y="5640986"/>
              <a:chExt cx="508847" cy="763610"/>
            </a:xfrm>
          </p:grpSpPr>
          <p:sp>
            <p:nvSpPr>
              <p:cNvPr id="686" name="Google Shape;686;p14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14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2"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15"/>
          <p:cNvPicPr preferRelativeResize="0"/>
          <p:nvPr/>
        </p:nvPicPr>
        <p:blipFill rotWithShape="1">
          <a:blip r:embed="rId2">
            <a:alphaModFix/>
          </a:blip>
          <a:srcRect t="159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91" name="Google Shape;691;p15"/>
          <p:cNvGrpSpPr/>
          <p:nvPr/>
        </p:nvGrpSpPr>
        <p:grpSpPr>
          <a:xfrm>
            <a:off x="1" y="300"/>
            <a:ext cx="9143987" cy="5143233"/>
            <a:chOff x="1" y="300"/>
            <a:chExt cx="9143987" cy="5143233"/>
          </a:xfrm>
        </p:grpSpPr>
        <p:grpSp>
          <p:nvGrpSpPr>
            <p:cNvPr id="692" name="Google Shape;692;p15"/>
            <p:cNvGrpSpPr/>
            <p:nvPr/>
          </p:nvGrpSpPr>
          <p:grpSpPr>
            <a:xfrm>
              <a:off x="7461201" y="300"/>
              <a:ext cx="1682787" cy="5143233"/>
              <a:chOff x="7461201" y="300"/>
              <a:chExt cx="1682787" cy="5143233"/>
            </a:xfrm>
          </p:grpSpPr>
          <p:grpSp>
            <p:nvGrpSpPr>
              <p:cNvPr id="693" name="Google Shape;693;p15"/>
              <p:cNvGrpSpPr/>
              <p:nvPr/>
            </p:nvGrpSpPr>
            <p:grpSpPr>
              <a:xfrm>
                <a:off x="7461201" y="4738773"/>
                <a:ext cx="1682787" cy="404760"/>
                <a:chOff x="7395926" y="4738773"/>
                <a:chExt cx="1682787" cy="404760"/>
              </a:xfrm>
            </p:grpSpPr>
            <p:sp>
              <p:nvSpPr>
                <p:cNvPr id="694" name="Google Shape;694;p15"/>
                <p:cNvSpPr/>
                <p:nvPr/>
              </p:nvSpPr>
              <p:spPr>
                <a:xfrm rot="-5400000">
                  <a:off x="8692399" y="4649854"/>
                  <a:ext cx="101087" cy="671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1" h="6517" extrusionOk="0">
                      <a:moveTo>
                        <a:pt x="899" y="1"/>
                      </a:moveTo>
                      <a:cubicBezTo>
                        <a:pt x="827" y="1"/>
                        <a:pt x="827" y="36"/>
                        <a:pt x="827" y="72"/>
                      </a:cubicBezTo>
                      <a:lnTo>
                        <a:pt x="827" y="108"/>
                      </a:lnTo>
                      <a:lnTo>
                        <a:pt x="1" y="818"/>
                      </a:lnTo>
                      <a:lnTo>
                        <a:pt x="1" y="1349"/>
                      </a:lnTo>
                      <a:lnTo>
                        <a:pt x="863" y="2095"/>
                      </a:lnTo>
                      <a:lnTo>
                        <a:pt x="863" y="6516"/>
                      </a:lnTo>
                      <a:lnTo>
                        <a:pt x="899" y="6516"/>
                      </a:lnTo>
                      <a:lnTo>
                        <a:pt x="899" y="1160"/>
                      </a:lnTo>
                      <a:cubicBezTo>
                        <a:pt x="935" y="1160"/>
                        <a:pt x="980" y="1160"/>
                        <a:pt x="980" y="1124"/>
                      </a:cubicBezTo>
                      <a:cubicBezTo>
                        <a:pt x="980" y="1088"/>
                        <a:pt x="935" y="1043"/>
                        <a:pt x="899" y="1043"/>
                      </a:cubicBezTo>
                      <a:cubicBezTo>
                        <a:pt x="827" y="1043"/>
                        <a:pt x="827" y="1088"/>
                        <a:pt x="827" y="1124"/>
                      </a:cubicBezTo>
                      <a:cubicBezTo>
                        <a:pt x="827" y="1160"/>
                        <a:pt x="827" y="1160"/>
                        <a:pt x="863" y="1160"/>
                      </a:cubicBezTo>
                      <a:lnTo>
                        <a:pt x="863" y="2023"/>
                      </a:lnTo>
                      <a:lnTo>
                        <a:pt x="82" y="1313"/>
                      </a:lnTo>
                      <a:lnTo>
                        <a:pt x="82" y="863"/>
                      </a:lnTo>
                      <a:lnTo>
                        <a:pt x="863" y="144"/>
                      </a:lnTo>
                      <a:lnTo>
                        <a:pt x="899" y="144"/>
                      </a:lnTo>
                      <a:cubicBezTo>
                        <a:pt x="935" y="144"/>
                        <a:pt x="980" y="108"/>
                        <a:pt x="980" y="72"/>
                      </a:cubicBezTo>
                      <a:cubicBezTo>
                        <a:pt x="980" y="36"/>
                        <a:pt x="935" y="1"/>
                        <a:pt x="89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5" name="Google Shape;695;p15"/>
                <p:cNvSpPr/>
                <p:nvPr/>
              </p:nvSpPr>
              <p:spPr>
                <a:xfrm rot="-5400000">
                  <a:off x="8086771" y="4047928"/>
                  <a:ext cx="301097" cy="1682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2" h="16331" extrusionOk="0">
                      <a:moveTo>
                        <a:pt x="73" y="1"/>
                      </a:moveTo>
                      <a:cubicBezTo>
                        <a:pt x="37" y="1"/>
                        <a:pt x="1" y="36"/>
                        <a:pt x="1" y="72"/>
                      </a:cubicBezTo>
                      <a:cubicBezTo>
                        <a:pt x="1" y="117"/>
                        <a:pt x="37" y="153"/>
                        <a:pt x="73" y="153"/>
                      </a:cubicBezTo>
                      <a:lnTo>
                        <a:pt x="73" y="2849"/>
                      </a:lnTo>
                      <a:lnTo>
                        <a:pt x="522" y="3263"/>
                      </a:lnTo>
                      <a:lnTo>
                        <a:pt x="522" y="4872"/>
                      </a:lnTo>
                      <a:lnTo>
                        <a:pt x="1421" y="5734"/>
                      </a:lnTo>
                      <a:lnTo>
                        <a:pt x="1421" y="16330"/>
                      </a:lnTo>
                      <a:lnTo>
                        <a:pt x="1502" y="16330"/>
                      </a:lnTo>
                      <a:lnTo>
                        <a:pt x="1502" y="8691"/>
                      </a:lnTo>
                      <a:lnTo>
                        <a:pt x="2095" y="8125"/>
                      </a:lnTo>
                      <a:lnTo>
                        <a:pt x="2095" y="6103"/>
                      </a:lnTo>
                      <a:lnTo>
                        <a:pt x="2922" y="5357"/>
                      </a:lnTo>
                      <a:lnTo>
                        <a:pt x="2922" y="4836"/>
                      </a:lnTo>
                      <a:lnTo>
                        <a:pt x="2140" y="4081"/>
                      </a:lnTo>
                      <a:cubicBezTo>
                        <a:pt x="2140" y="4045"/>
                        <a:pt x="2095" y="4009"/>
                        <a:pt x="2059" y="4009"/>
                      </a:cubicBezTo>
                      <a:cubicBezTo>
                        <a:pt x="2023" y="4009"/>
                        <a:pt x="1987" y="4045"/>
                        <a:pt x="1987" y="4081"/>
                      </a:cubicBezTo>
                      <a:cubicBezTo>
                        <a:pt x="1987" y="4117"/>
                        <a:pt x="2023" y="4162"/>
                        <a:pt x="2059" y="4162"/>
                      </a:cubicBezTo>
                      <a:lnTo>
                        <a:pt x="2095" y="4117"/>
                      </a:lnTo>
                      <a:lnTo>
                        <a:pt x="2850" y="4872"/>
                      </a:lnTo>
                      <a:lnTo>
                        <a:pt x="2850" y="5321"/>
                      </a:lnTo>
                      <a:lnTo>
                        <a:pt x="2095" y="6031"/>
                      </a:lnTo>
                      <a:lnTo>
                        <a:pt x="2095" y="5168"/>
                      </a:lnTo>
                      <a:lnTo>
                        <a:pt x="2140" y="5132"/>
                      </a:lnTo>
                      <a:cubicBezTo>
                        <a:pt x="2140" y="5096"/>
                        <a:pt x="2095" y="5060"/>
                        <a:pt x="2059" y="5060"/>
                      </a:cubicBezTo>
                      <a:cubicBezTo>
                        <a:pt x="2023" y="5060"/>
                        <a:pt x="1987" y="5096"/>
                        <a:pt x="1987" y="5132"/>
                      </a:cubicBezTo>
                      <a:cubicBezTo>
                        <a:pt x="1987" y="5132"/>
                        <a:pt x="1987" y="5168"/>
                        <a:pt x="2023" y="5168"/>
                      </a:cubicBezTo>
                      <a:lnTo>
                        <a:pt x="2023" y="8125"/>
                      </a:lnTo>
                      <a:lnTo>
                        <a:pt x="1502" y="8610"/>
                      </a:lnTo>
                      <a:lnTo>
                        <a:pt x="1502" y="5734"/>
                      </a:lnTo>
                      <a:lnTo>
                        <a:pt x="567" y="4872"/>
                      </a:lnTo>
                      <a:lnTo>
                        <a:pt x="567" y="3218"/>
                      </a:lnTo>
                      <a:lnTo>
                        <a:pt x="118" y="2814"/>
                      </a:lnTo>
                      <a:lnTo>
                        <a:pt x="118" y="153"/>
                      </a:lnTo>
                      <a:cubicBezTo>
                        <a:pt x="153" y="153"/>
                        <a:pt x="189" y="117"/>
                        <a:pt x="189" y="72"/>
                      </a:cubicBezTo>
                      <a:cubicBezTo>
                        <a:pt x="189" y="36"/>
                        <a:pt x="153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6" name="Google Shape;696;p15"/>
                <p:cNvSpPr/>
                <p:nvPr/>
              </p:nvSpPr>
              <p:spPr>
                <a:xfrm rot="-5400000">
                  <a:off x="8461381" y="4526204"/>
                  <a:ext cx="107476" cy="11271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10939" extrusionOk="0">
                      <a:moveTo>
                        <a:pt x="935" y="1"/>
                      </a:moveTo>
                      <a:cubicBezTo>
                        <a:pt x="899" y="1"/>
                        <a:pt x="854" y="37"/>
                        <a:pt x="854" y="73"/>
                      </a:cubicBezTo>
                      <a:cubicBezTo>
                        <a:pt x="854" y="118"/>
                        <a:pt x="899" y="118"/>
                        <a:pt x="935" y="154"/>
                      </a:cubicBezTo>
                      <a:lnTo>
                        <a:pt x="935" y="3488"/>
                      </a:lnTo>
                      <a:lnTo>
                        <a:pt x="0" y="4342"/>
                      </a:lnTo>
                      <a:lnTo>
                        <a:pt x="0" y="7451"/>
                      </a:lnTo>
                      <a:lnTo>
                        <a:pt x="935" y="8314"/>
                      </a:lnTo>
                      <a:lnTo>
                        <a:pt x="935" y="10938"/>
                      </a:lnTo>
                      <a:lnTo>
                        <a:pt x="971" y="10938"/>
                      </a:lnTo>
                      <a:lnTo>
                        <a:pt x="971" y="8314"/>
                      </a:lnTo>
                      <a:lnTo>
                        <a:pt x="36" y="7451"/>
                      </a:lnTo>
                      <a:lnTo>
                        <a:pt x="36" y="4387"/>
                      </a:lnTo>
                      <a:lnTo>
                        <a:pt x="971" y="3524"/>
                      </a:lnTo>
                      <a:lnTo>
                        <a:pt x="971" y="154"/>
                      </a:lnTo>
                      <a:cubicBezTo>
                        <a:pt x="1007" y="118"/>
                        <a:pt x="1043" y="118"/>
                        <a:pt x="1043" y="73"/>
                      </a:cubicBezTo>
                      <a:cubicBezTo>
                        <a:pt x="1043" y="37"/>
                        <a:pt x="1007" y="1"/>
                        <a:pt x="93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7" name="Google Shape;697;p15"/>
                <p:cNvSpPr/>
                <p:nvPr/>
              </p:nvSpPr>
              <p:spPr>
                <a:xfrm rot="-5400000">
                  <a:off x="8756285" y="4786901"/>
                  <a:ext cx="112216" cy="5326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5169" extrusionOk="0">
                      <a:moveTo>
                        <a:pt x="73" y="1"/>
                      </a:moveTo>
                      <a:cubicBezTo>
                        <a:pt x="37" y="1"/>
                        <a:pt x="1" y="37"/>
                        <a:pt x="1" y="73"/>
                      </a:cubicBezTo>
                      <a:cubicBezTo>
                        <a:pt x="1" y="108"/>
                        <a:pt x="37" y="144"/>
                        <a:pt x="73" y="144"/>
                      </a:cubicBezTo>
                      <a:lnTo>
                        <a:pt x="117" y="108"/>
                      </a:lnTo>
                      <a:lnTo>
                        <a:pt x="1016" y="935"/>
                      </a:lnTo>
                      <a:lnTo>
                        <a:pt x="1016" y="5168"/>
                      </a:lnTo>
                      <a:lnTo>
                        <a:pt x="1088" y="5168"/>
                      </a:lnTo>
                      <a:lnTo>
                        <a:pt x="1088" y="935"/>
                      </a:lnTo>
                      <a:lnTo>
                        <a:pt x="153" y="73"/>
                      </a:lnTo>
                      <a:cubicBezTo>
                        <a:pt x="153" y="37"/>
                        <a:pt x="153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98" name="Google Shape;698;p15"/>
              <p:cNvGrpSpPr/>
              <p:nvPr/>
            </p:nvGrpSpPr>
            <p:grpSpPr>
              <a:xfrm>
                <a:off x="7461201" y="300"/>
                <a:ext cx="1682787" cy="404861"/>
                <a:chOff x="7395926" y="300"/>
                <a:chExt cx="1682787" cy="404861"/>
              </a:xfrm>
            </p:grpSpPr>
            <p:sp>
              <p:nvSpPr>
                <p:cNvPr id="699" name="Google Shape;699;p15"/>
                <p:cNvSpPr/>
                <p:nvPr/>
              </p:nvSpPr>
              <p:spPr>
                <a:xfrm rot="-5400000">
                  <a:off x="8758191" y="-173788"/>
                  <a:ext cx="108403" cy="5326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2" h="5169" extrusionOk="0">
                      <a:moveTo>
                        <a:pt x="971" y="1"/>
                      </a:moveTo>
                      <a:cubicBezTo>
                        <a:pt x="935" y="1"/>
                        <a:pt x="899" y="37"/>
                        <a:pt x="899" y="73"/>
                      </a:cubicBezTo>
                      <a:lnTo>
                        <a:pt x="0" y="935"/>
                      </a:lnTo>
                      <a:lnTo>
                        <a:pt x="0" y="5168"/>
                      </a:lnTo>
                      <a:lnTo>
                        <a:pt x="36" y="5168"/>
                      </a:lnTo>
                      <a:lnTo>
                        <a:pt x="36" y="935"/>
                      </a:lnTo>
                      <a:lnTo>
                        <a:pt x="935" y="108"/>
                      </a:lnTo>
                      <a:lnTo>
                        <a:pt x="971" y="144"/>
                      </a:lnTo>
                      <a:cubicBezTo>
                        <a:pt x="1016" y="144"/>
                        <a:pt x="1052" y="108"/>
                        <a:pt x="1052" y="73"/>
                      </a:cubicBezTo>
                      <a:cubicBezTo>
                        <a:pt x="1052" y="37"/>
                        <a:pt x="1016" y="1"/>
                        <a:pt x="97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0" name="Google Shape;700;p15"/>
                <p:cNvSpPr/>
                <p:nvPr/>
              </p:nvSpPr>
              <p:spPr>
                <a:xfrm rot="-5400000">
                  <a:off x="8088626" y="-584927"/>
                  <a:ext cx="297388" cy="1682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6" h="16331" extrusionOk="0">
                      <a:moveTo>
                        <a:pt x="2805" y="1"/>
                      </a:moveTo>
                      <a:cubicBezTo>
                        <a:pt x="2769" y="1"/>
                        <a:pt x="2733" y="36"/>
                        <a:pt x="2733" y="72"/>
                      </a:cubicBezTo>
                      <a:cubicBezTo>
                        <a:pt x="2733" y="117"/>
                        <a:pt x="2769" y="153"/>
                        <a:pt x="2769" y="153"/>
                      </a:cubicBezTo>
                      <a:lnTo>
                        <a:pt x="2769" y="2814"/>
                      </a:lnTo>
                      <a:lnTo>
                        <a:pt x="2319" y="3218"/>
                      </a:lnTo>
                      <a:lnTo>
                        <a:pt x="2319" y="4872"/>
                      </a:lnTo>
                      <a:lnTo>
                        <a:pt x="1421" y="5734"/>
                      </a:lnTo>
                      <a:lnTo>
                        <a:pt x="1421" y="8610"/>
                      </a:lnTo>
                      <a:lnTo>
                        <a:pt x="899" y="8125"/>
                      </a:lnTo>
                      <a:lnTo>
                        <a:pt x="899" y="5168"/>
                      </a:lnTo>
                      <a:lnTo>
                        <a:pt x="935" y="5132"/>
                      </a:lnTo>
                      <a:cubicBezTo>
                        <a:pt x="935" y="5096"/>
                        <a:pt x="899" y="5060"/>
                        <a:pt x="863" y="5060"/>
                      </a:cubicBezTo>
                      <a:cubicBezTo>
                        <a:pt x="827" y="5060"/>
                        <a:pt x="782" y="5096"/>
                        <a:pt x="782" y="5132"/>
                      </a:cubicBezTo>
                      <a:cubicBezTo>
                        <a:pt x="782" y="5132"/>
                        <a:pt x="782" y="5168"/>
                        <a:pt x="827" y="5168"/>
                      </a:cubicBezTo>
                      <a:lnTo>
                        <a:pt x="827" y="6031"/>
                      </a:lnTo>
                      <a:lnTo>
                        <a:pt x="37" y="5321"/>
                      </a:lnTo>
                      <a:lnTo>
                        <a:pt x="37" y="4872"/>
                      </a:lnTo>
                      <a:lnTo>
                        <a:pt x="827" y="4117"/>
                      </a:lnTo>
                      <a:lnTo>
                        <a:pt x="863" y="4162"/>
                      </a:lnTo>
                      <a:cubicBezTo>
                        <a:pt x="899" y="4162"/>
                        <a:pt x="935" y="4117"/>
                        <a:pt x="935" y="4081"/>
                      </a:cubicBezTo>
                      <a:cubicBezTo>
                        <a:pt x="935" y="4045"/>
                        <a:pt x="899" y="4009"/>
                        <a:pt x="863" y="4009"/>
                      </a:cubicBezTo>
                      <a:cubicBezTo>
                        <a:pt x="827" y="4009"/>
                        <a:pt x="782" y="4045"/>
                        <a:pt x="782" y="4081"/>
                      </a:cubicBezTo>
                      <a:lnTo>
                        <a:pt x="1" y="4836"/>
                      </a:lnTo>
                      <a:lnTo>
                        <a:pt x="1" y="5357"/>
                      </a:lnTo>
                      <a:lnTo>
                        <a:pt x="827" y="6103"/>
                      </a:lnTo>
                      <a:lnTo>
                        <a:pt x="827" y="8125"/>
                      </a:lnTo>
                      <a:lnTo>
                        <a:pt x="1421" y="8691"/>
                      </a:lnTo>
                      <a:lnTo>
                        <a:pt x="1421" y="16330"/>
                      </a:lnTo>
                      <a:lnTo>
                        <a:pt x="1457" y="16330"/>
                      </a:lnTo>
                      <a:lnTo>
                        <a:pt x="1457" y="5734"/>
                      </a:lnTo>
                      <a:lnTo>
                        <a:pt x="2400" y="4872"/>
                      </a:lnTo>
                      <a:lnTo>
                        <a:pt x="2400" y="3263"/>
                      </a:lnTo>
                      <a:lnTo>
                        <a:pt x="2850" y="2849"/>
                      </a:lnTo>
                      <a:lnTo>
                        <a:pt x="2850" y="153"/>
                      </a:lnTo>
                      <a:cubicBezTo>
                        <a:pt x="2886" y="153"/>
                        <a:pt x="2886" y="117"/>
                        <a:pt x="2886" y="72"/>
                      </a:cubicBezTo>
                      <a:cubicBezTo>
                        <a:pt x="2886" y="36"/>
                        <a:pt x="2850" y="1"/>
                        <a:pt x="280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1" name="Google Shape;701;p15"/>
                <p:cNvSpPr/>
                <p:nvPr/>
              </p:nvSpPr>
              <p:spPr>
                <a:xfrm rot="-5400000">
                  <a:off x="8694254" y="-175591"/>
                  <a:ext cx="97378" cy="671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5" h="6517" extrusionOk="0">
                      <a:moveTo>
                        <a:pt x="82" y="1"/>
                      </a:moveTo>
                      <a:cubicBezTo>
                        <a:pt x="46" y="1"/>
                        <a:pt x="1" y="36"/>
                        <a:pt x="1" y="72"/>
                      </a:cubicBezTo>
                      <a:cubicBezTo>
                        <a:pt x="1" y="108"/>
                        <a:pt x="46" y="144"/>
                        <a:pt x="82" y="144"/>
                      </a:cubicBezTo>
                      <a:lnTo>
                        <a:pt x="118" y="144"/>
                      </a:lnTo>
                      <a:lnTo>
                        <a:pt x="900" y="863"/>
                      </a:lnTo>
                      <a:lnTo>
                        <a:pt x="900" y="1313"/>
                      </a:lnTo>
                      <a:lnTo>
                        <a:pt x="118" y="2023"/>
                      </a:lnTo>
                      <a:lnTo>
                        <a:pt x="118" y="1160"/>
                      </a:lnTo>
                      <a:cubicBezTo>
                        <a:pt x="154" y="1160"/>
                        <a:pt x="154" y="1160"/>
                        <a:pt x="154" y="1124"/>
                      </a:cubicBezTo>
                      <a:cubicBezTo>
                        <a:pt x="154" y="1088"/>
                        <a:pt x="118" y="1043"/>
                        <a:pt x="82" y="1043"/>
                      </a:cubicBezTo>
                      <a:cubicBezTo>
                        <a:pt x="46" y="1043"/>
                        <a:pt x="1" y="1088"/>
                        <a:pt x="1" y="1124"/>
                      </a:cubicBezTo>
                      <a:cubicBezTo>
                        <a:pt x="1" y="1160"/>
                        <a:pt x="1" y="1160"/>
                        <a:pt x="46" y="1160"/>
                      </a:cubicBezTo>
                      <a:lnTo>
                        <a:pt x="46" y="6516"/>
                      </a:lnTo>
                      <a:lnTo>
                        <a:pt x="118" y="6516"/>
                      </a:lnTo>
                      <a:lnTo>
                        <a:pt x="118" y="2095"/>
                      </a:lnTo>
                      <a:lnTo>
                        <a:pt x="945" y="1349"/>
                      </a:lnTo>
                      <a:lnTo>
                        <a:pt x="945" y="818"/>
                      </a:lnTo>
                      <a:lnTo>
                        <a:pt x="154" y="108"/>
                      </a:lnTo>
                      <a:lnTo>
                        <a:pt x="154" y="72"/>
                      </a:lnTo>
                      <a:cubicBezTo>
                        <a:pt x="154" y="36"/>
                        <a:pt x="118" y="1"/>
                        <a:pt x="8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2" name="Google Shape;702;p15"/>
                <p:cNvSpPr/>
                <p:nvPr/>
              </p:nvSpPr>
              <p:spPr>
                <a:xfrm rot="-5400000">
                  <a:off x="8461329" y="-509501"/>
                  <a:ext cx="107579" cy="11271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0939" extrusionOk="0">
                      <a:moveTo>
                        <a:pt x="72" y="1"/>
                      </a:moveTo>
                      <a:cubicBezTo>
                        <a:pt x="36" y="1"/>
                        <a:pt x="1" y="37"/>
                        <a:pt x="1" y="73"/>
                      </a:cubicBezTo>
                      <a:cubicBezTo>
                        <a:pt x="1" y="118"/>
                        <a:pt x="36" y="118"/>
                        <a:pt x="36" y="154"/>
                      </a:cubicBezTo>
                      <a:lnTo>
                        <a:pt x="36" y="3524"/>
                      </a:lnTo>
                      <a:lnTo>
                        <a:pt x="971" y="4387"/>
                      </a:lnTo>
                      <a:lnTo>
                        <a:pt x="971" y="7451"/>
                      </a:lnTo>
                      <a:lnTo>
                        <a:pt x="36" y="8314"/>
                      </a:lnTo>
                      <a:lnTo>
                        <a:pt x="36" y="10938"/>
                      </a:lnTo>
                      <a:lnTo>
                        <a:pt x="108" y="10938"/>
                      </a:lnTo>
                      <a:lnTo>
                        <a:pt x="108" y="8314"/>
                      </a:lnTo>
                      <a:lnTo>
                        <a:pt x="1043" y="7451"/>
                      </a:lnTo>
                      <a:lnTo>
                        <a:pt x="1043" y="4342"/>
                      </a:lnTo>
                      <a:lnTo>
                        <a:pt x="108" y="3488"/>
                      </a:lnTo>
                      <a:lnTo>
                        <a:pt x="108" y="154"/>
                      </a:lnTo>
                      <a:cubicBezTo>
                        <a:pt x="144" y="118"/>
                        <a:pt x="144" y="118"/>
                        <a:pt x="144" y="73"/>
                      </a:cubicBezTo>
                      <a:cubicBezTo>
                        <a:pt x="144" y="37"/>
                        <a:pt x="108" y="1"/>
                        <a:pt x="7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03" name="Google Shape;703;p15"/>
            <p:cNvGrpSpPr/>
            <p:nvPr/>
          </p:nvGrpSpPr>
          <p:grpSpPr>
            <a:xfrm flipH="1">
              <a:off x="1" y="300"/>
              <a:ext cx="1682787" cy="5143233"/>
              <a:chOff x="7461201" y="300"/>
              <a:chExt cx="1682787" cy="5143233"/>
            </a:xfrm>
          </p:grpSpPr>
          <p:grpSp>
            <p:nvGrpSpPr>
              <p:cNvPr id="704" name="Google Shape;704;p15"/>
              <p:cNvGrpSpPr/>
              <p:nvPr/>
            </p:nvGrpSpPr>
            <p:grpSpPr>
              <a:xfrm>
                <a:off x="7461201" y="4738773"/>
                <a:ext cx="1682787" cy="404760"/>
                <a:chOff x="7395926" y="4738773"/>
                <a:chExt cx="1682787" cy="404760"/>
              </a:xfrm>
            </p:grpSpPr>
            <p:sp>
              <p:nvSpPr>
                <p:cNvPr id="705" name="Google Shape;705;p15"/>
                <p:cNvSpPr/>
                <p:nvPr/>
              </p:nvSpPr>
              <p:spPr>
                <a:xfrm rot="-5400000">
                  <a:off x="8692399" y="4649854"/>
                  <a:ext cx="101087" cy="671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1" h="6517" extrusionOk="0">
                      <a:moveTo>
                        <a:pt x="899" y="1"/>
                      </a:moveTo>
                      <a:cubicBezTo>
                        <a:pt x="827" y="1"/>
                        <a:pt x="827" y="36"/>
                        <a:pt x="827" y="72"/>
                      </a:cubicBezTo>
                      <a:lnTo>
                        <a:pt x="827" y="108"/>
                      </a:lnTo>
                      <a:lnTo>
                        <a:pt x="1" y="818"/>
                      </a:lnTo>
                      <a:lnTo>
                        <a:pt x="1" y="1349"/>
                      </a:lnTo>
                      <a:lnTo>
                        <a:pt x="863" y="2095"/>
                      </a:lnTo>
                      <a:lnTo>
                        <a:pt x="863" y="6516"/>
                      </a:lnTo>
                      <a:lnTo>
                        <a:pt x="899" y="6516"/>
                      </a:lnTo>
                      <a:lnTo>
                        <a:pt x="899" y="1160"/>
                      </a:lnTo>
                      <a:cubicBezTo>
                        <a:pt x="935" y="1160"/>
                        <a:pt x="980" y="1160"/>
                        <a:pt x="980" y="1124"/>
                      </a:cubicBezTo>
                      <a:cubicBezTo>
                        <a:pt x="980" y="1088"/>
                        <a:pt x="935" y="1043"/>
                        <a:pt x="899" y="1043"/>
                      </a:cubicBezTo>
                      <a:cubicBezTo>
                        <a:pt x="827" y="1043"/>
                        <a:pt x="827" y="1088"/>
                        <a:pt x="827" y="1124"/>
                      </a:cubicBezTo>
                      <a:cubicBezTo>
                        <a:pt x="827" y="1160"/>
                        <a:pt x="827" y="1160"/>
                        <a:pt x="863" y="1160"/>
                      </a:cubicBezTo>
                      <a:lnTo>
                        <a:pt x="863" y="2023"/>
                      </a:lnTo>
                      <a:lnTo>
                        <a:pt x="82" y="1313"/>
                      </a:lnTo>
                      <a:lnTo>
                        <a:pt x="82" y="863"/>
                      </a:lnTo>
                      <a:lnTo>
                        <a:pt x="863" y="144"/>
                      </a:lnTo>
                      <a:lnTo>
                        <a:pt x="899" y="144"/>
                      </a:lnTo>
                      <a:cubicBezTo>
                        <a:pt x="935" y="144"/>
                        <a:pt x="980" y="108"/>
                        <a:pt x="980" y="72"/>
                      </a:cubicBezTo>
                      <a:cubicBezTo>
                        <a:pt x="980" y="36"/>
                        <a:pt x="935" y="1"/>
                        <a:pt x="89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6" name="Google Shape;706;p15"/>
                <p:cNvSpPr/>
                <p:nvPr/>
              </p:nvSpPr>
              <p:spPr>
                <a:xfrm rot="-5400000">
                  <a:off x="8086771" y="4047928"/>
                  <a:ext cx="301097" cy="1682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2" h="16331" extrusionOk="0">
                      <a:moveTo>
                        <a:pt x="73" y="1"/>
                      </a:moveTo>
                      <a:cubicBezTo>
                        <a:pt x="37" y="1"/>
                        <a:pt x="1" y="36"/>
                        <a:pt x="1" y="72"/>
                      </a:cubicBezTo>
                      <a:cubicBezTo>
                        <a:pt x="1" y="117"/>
                        <a:pt x="37" y="153"/>
                        <a:pt x="73" y="153"/>
                      </a:cubicBezTo>
                      <a:lnTo>
                        <a:pt x="73" y="2849"/>
                      </a:lnTo>
                      <a:lnTo>
                        <a:pt x="522" y="3263"/>
                      </a:lnTo>
                      <a:lnTo>
                        <a:pt x="522" y="4872"/>
                      </a:lnTo>
                      <a:lnTo>
                        <a:pt x="1421" y="5734"/>
                      </a:lnTo>
                      <a:lnTo>
                        <a:pt x="1421" y="16330"/>
                      </a:lnTo>
                      <a:lnTo>
                        <a:pt x="1502" y="16330"/>
                      </a:lnTo>
                      <a:lnTo>
                        <a:pt x="1502" y="8691"/>
                      </a:lnTo>
                      <a:lnTo>
                        <a:pt x="2095" y="8125"/>
                      </a:lnTo>
                      <a:lnTo>
                        <a:pt x="2095" y="6103"/>
                      </a:lnTo>
                      <a:lnTo>
                        <a:pt x="2922" y="5357"/>
                      </a:lnTo>
                      <a:lnTo>
                        <a:pt x="2922" y="4836"/>
                      </a:lnTo>
                      <a:lnTo>
                        <a:pt x="2140" y="4081"/>
                      </a:lnTo>
                      <a:cubicBezTo>
                        <a:pt x="2140" y="4045"/>
                        <a:pt x="2095" y="4009"/>
                        <a:pt x="2059" y="4009"/>
                      </a:cubicBezTo>
                      <a:cubicBezTo>
                        <a:pt x="2023" y="4009"/>
                        <a:pt x="1987" y="4045"/>
                        <a:pt x="1987" y="4081"/>
                      </a:cubicBezTo>
                      <a:cubicBezTo>
                        <a:pt x="1987" y="4117"/>
                        <a:pt x="2023" y="4162"/>
                        <a:pt x="2059" y="4162"/>
                      </a:cubicBezTo>
                      <a:lnTo>
                        <a:pt x="2095" y="4117"/>
                      </a:lnTo>
                      <a:lnTo>
                        <a:pt x="2850" y="4872"/>
                      </a:lnTo>
                      <a:lnTo>
                        <a:pt x="2850" y="5321"/>
                      </a:lnTo>
                      <a:lnTo>
                        <a:pt x="2095" y="6031"/>
                      </a:lnTo>
                      <a:lnTo>
                        <a:pt x="2095" y="5168"/>
                      </a:lnTo>
                      <a:lnTo>
                        <a:pt x="2140" y="5132"/>
                      </a:lnTo>
                      <a:cubicBezTo>
                        <a:pt x="2140" y="5096"/>
                        <a:pt x="2095" y="5060"/>
                        <a:pt x="2059" y="5060"/>
                      </a:cubicBezTo>
                      <a:cubicBezTo>
                        <a:pt x="2023" y="5060"/>
                        <a:pt x="1987" y="5096"/>
                        <a:pt x="1987" y="5132"/>
                      </a:cubicBezTo>
                      <a:cubicBezTo>
                        <a:pt x="1987" y="5132"/>
                        <a:pt x="1987" y="5168"/>
                        <a:pt x="2023" y="5168"/>
                      </a:cubicBezTo>
                      <a:lnTo>
                        <a:pt x="2023" y="8125"/>
                      </a:lnTo>
                      <a:lnTo>
                        <a:pt x="1502" y="8610"/>
                      </a:lnTo>
                      <a:lnTo>
                        <a:pt x="1502" y="5734"/>
                      </a:lnTo>
                      <a:lnTo>
                        <a:pt x="567" y="4872"/>
                      </a:lnTo>
                      <a:lnTo>
                        <a:pt x="567" y="3218"/>
                      </a:lnTo>
                      <a:lnTo>
                        <a:pt x="118" y="2814"/>
                      </a:lnTo>
                      <a:lnTo>
                        <a:pt x="118" y="153"/>
                      </a:lnTo>
                      <a:cubicBezTo>
                        <a:pt x="153" y="153"/>
                        <a:pt x="189" y="117"/>
                        <a:pt x="189" y="72"/>
                      </a:cubicBezTo>
                      <a:cubicBezTo>
                        <a:pt x="189" y="36"/>
                        <a:pt x="153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7" name="Google Shape;707;p15"/>
                <p:cNvSpPr/>
                <p:nvPr/>
              </p:nvSpPr>
              <p:spPr>
                <a:xfrm rot="-5400000">
                  <a:off x="8461381" y="4526204"/>
                  <a:ext cx="107476" cy="11271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10939" extrusionOk="0">
                      <a:moveTo>
                        <a:pt x="935" y="1"/>
                      </a:moveTo>
                      <a:cubicBezTo>
                        <a:pt x="899" y="1"/>
                        <a:pt x="854" y="37"/>
                        <a:pt x="854" y="73"/>
                      </a:cubicBezTo>
                      <a:cubicBezTo>
                        <a:pt x="854" y="118"/>
                        <a:pt x="899" y="118"/>
                        <a:pt x="935" y="154"/>
                      </a:cubicBezTo>
                      <a:lnTo>
                        <a:pt x="935" y="3488"/>
                      </a:lnTo>
                      <a:lnTo>
                        <a:pt x="0" y="4342"/>
                      </a:lnTo>
                      <a:lnTo>
                        <a:pt x="0" y="7451"/>
                      </a:lnTo>
                      <a:lnTo>
                        <a:pt x="935" y="8314"/>
                      </a:lnTo>
                      <a:lnTo>
                        <a:pt x="935" y="10938"/>
                      </a:lnTo>
                      <a:lnTo>
                        <a:pt x="971" y="10938"/>
                      </a:lnTo>
                      <a:lnTo>
                        <a:pt x="971" y="8314"/>
                      </a:lnTo>
                      <a:lnTo>
                        <a:pt x="36" y="7451"/>
                      </a:lnTo>
                      <a:lnTo>
                        <a:pt x="36" y="4387"/>
                      </a:lnTo>
                      <a:lnTo>
                        <a:pt x="971" y="3524"/>
                      </a:lnTo>
                      <a:lnTo>
                        <a:pt x="971" y="154"/>
                      </a:lnTo>
                      <a:cubicBezTo>
                        <a:pt x="1007" y="118"/>
                        <a:pt x="1043" y="118"/>
                        <a:pt x="1043" y="73"/>
                      </a:cubicBezTo>
                      <a:cubicBezTo>
                        <a:pt x="1043" y="37"/>
                        <a:pt x="1007" y="1"/>
                        <a:pt x="93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8" name="Google Shape;708;p15"/>
                <p:cNvSpPr/>
                <p:nvPr/>
              </p:nvSpPr>
              <p:spPr>
                <a:xfrm rot="-5400000">
                  <a:off x="8756285" y="4786901"/>
                  <a:ext cx="112216" cy="5326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5169" extrusionOk="0">
                      <a:moveTo>
                        <a:pt x="73" y="1"/>
                      </a:moveTo>
                      <a:cubicBezTo>
                        <a:pt x="37" y="1"/>
                        <a:pt x="1" y="37"/>
                        <a:pt x="1" y="73"/>
                      </a:cubicBezTo>
                      <a:cubicBezTo>
                        <a:pt x="1" y="108"/>
                        <a:pt x="37" y="144"/>
                        <a:pt x="73" y="144"/>
                      </a:cubicBezTo>
                      <a:lnTo>
                        <a:pt x="117" y="108"/>
                      </a:lnTo>
                      <a:lnTo>
                        <a:pt x="1016" y="935"/>
                      </a:lnTo>
                      <a:lnTo>
                        <a:pt x="1016" y="5168"/>
                      </a:lnTo>
                      <a:lnTo>
                        <a:pt x="1088" y="5168"/>
                      </a:lnTo>
                      <a:lnTo>
                        <a:pt x="1088" y="935"/>
                      </a:lnTo>
                      <a:lnTo>
                        <a:pt x="153" y="73"/>
                      </a:lnTo>
                      <a:cubicBezTo>
                        <a:pt x="153" y="37"/>
                        <a:pt x="153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09" name="Google Shape;709;p15"/>
              <p:cNvGrpSpPr/>
              <p:nvPr/>
            </p:nvGrpSpPr>
            <p:grpSpPr>
              <a:xfrm>
                <a:off x="7461201" y="300"/>
                <a:ext cx="1682787" cy="404861"/>
                <a:chOff x="7395926" y="300"/>
                <a:chExt cx="1682787" cy="404861"/>
              </a:xfrm>
            </p:grpSpPr>
            <p:sp>
              <p:nvSpPr>
                <p:cNvPr id="710" name="Google Shape;710;p15"/>
                <p:cNvSpPr/>
                <p:nvPr/>
              </p:nvSpPr>
              <p:spPr>
                <a:xfrm rot="-5400000">
                  <a:off x="8758191" y="-173788"/>
                  <a:ext cx="108403" cy="5326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2" h="5169" extrusionOk="0">
                      <a:moveTo>
                        <a:pt x="971" y="1"/>
                      </a:moveTo>
                      <a:cubicBezTo>
                        <a:pt x="935" y="1"/>
                        <a:pt x="899" y="37"/>
                        <a:pt x="899" y="73"/>
                      </a:cubicBezTo>
                      <a:lnTo>
                        <a:pt x="0" y="935"/>
                      </a:lnTo>
                      <a:lnTo>
                        <a:pt x="0" y="5168"/>
                      </a:lnTo>
                      <a:lnTo>
                        <a:pt x="36" y="5168"/>
                      </a:lnTo>
                      <a:lnTo>
                        <a:pt x="36" y="935"/>
                      </a:lnTo>
                      <a:lnTo>
                        <a:pt x="935" y="108"/>
                      </a:lnTo>
                      <a:lnTo>
                        <a:pt x="971" y="144"/>
                      </a:lnTo>
                      <a:cubicBezTo>
                        <a:pt x="1016" y="144"/>
                        <a:pt x="1052" y="108"/>
                        <a:pt x="1052" y="73"/>
                      </a:cubicBezTo>
                      <a:cubicBezTo>
                        <a:pt x="1052" y="37"/>
                        <a:pt x="1016" y="1"/>
                        <a:pt x="97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1" name="Google Shape;711;p15"/>
                <p:cNvSpPr/>
                <p:nvPr/>
              </p:nvSpPr>
              <p:spPr>
                <a:xfrm rot="-5400000">
                  <a:off x="8088626" y="-584927"/>
                  <a:ext cx="297388" cy="1682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6" h="16331" extrusionOk="0">
                      <a:moveTo>
                        <a:pt x="2805" y="1"/>
                      </a:moveTo>
                      <a:cubicBezTo>
                        <a:pt x="2769" y="1"/>
                        <a:pt x="2733" y="36"/>
                        <a:pt x="2733" y="72"/>
                      </a:cubicBezTo>
                      <a:cubicBezTo>
                        <a:pt x="2733" y="117"/>
                        <a:pt x="2769" y="153"/>
                        <a:pt x="2769" y="153"/>
                      </a:cubicBezTo>
                      <a:lnTo>
                        <a:pt x="2769" y="2814"/>
                      </a:lnTo>
                      <a:lnTo>
                        <a:pt x="2319" y="3218"/>
                      </a:lnTo>
                      <a:lnTo>
                        <a:pt x="2319" y="4872"/>
                      </a:lnTo>
                      <a:lnTo>
                        <a:pt x="1421" y="5734"/>
                      </a:lnTo>
                      <a:lnTo>
                        <a:pt x="1421" y="8610"/>
                      </a:lnTo>
                      <a:lnTo>
                        <a:pt x="899" y="8125"/>
                      </a:lnTo>
                      <a:lnTo>
                        <a:pt x="899" y="5168"/>
                      </a:lnTo>
                      <a:lnTo>
                        <a:pt x="935" y="5132"/>
                      </a:lnTo>
                      <a:cubicBezTo>
                        <a:pt x="935" y="5096"/>
                        <a:pt x="899" y="5060"/>
                        <a:pt x="863" y="5060"/>
                      </a:cubicBezTo>
                      <a:cubicBezTo>
                        <a:pt x="827" y="5060"/>
                        <a:pt x="782" y="5096"/>
                        <a:pt x="782" y="5132"/>
                      </a:cubicBezTo>
                      <a:cubicBezTo>
                        <a:pt x="782" y="5132"/>
                        <a:pt x="782" y="5168"/>
                        <a:pt x="827" y="5168"/>
                      </a:cubicBezTo>
                      <a:lnTo>
                        <a:pt x="827" y="6031"/>
                      </a:lnTo>
                      <a:lnTo>
                        <a:pt x="37" y="5321"/>
                      </a:lnTo>
                      <a:lnTo>
                        <a:pt x="37" y="4872"/>
                      </a:lnTo>
                      <a:lnTo>
                        <a:pt x="827" y="4117"/>
                      </a:lnTo>
                      <a:lnTo>
                        <a:pt x="863" y="4162"/>
                      </a:lnTo>
                      <a:cubicBezTo>
                        <a:pt x="899" y="4162"/>
                        <a:pt x="935" y="4117"/>
                        <a:pt x="935" y="4081"/>
                      </a:cubicBezTo>
                      <a:cubicBezTo>
                        <a:pt x="935" y="4045"/>
                        <a:pt x="899" y="4009"/>
                        <a:pt x="863" y="4009"/>
                      </a:cubicBezTo>
                      <a:cubicBezTo>
                        <a:pt x="827" y="4009"/>
                        <a:pt x="782" y="4045"/>
                        <a:pt x="782" y="4081"/>
                      </a:cubicBezTo>
                      <a:lnTo>
                        <a:pt x="1" y="4836"/>
                      </a:lnTo>
                      <a:lnTo>
                        <a:pt x="1" y="5357"/>
                      </a:lnTo>
                      <a:lnTo>
                        <a:pt x="827" y="6103"/>
                      </a:lnTo>
                      <a:lnTo>
                        <a:pt x="827" y="8125"/>
                      </a:lnTo>
                      <a:lnTo>
                        <a:pt x="1421" y="8691"/>
                      </a:lnTo>
                      <a:lnTo>
                        <a:pt x="1421" y="16330"/>
                      </a:lnTo>
                      <a:lnTo>
                        <a:pt x="1457" y="16330"/>
                      </a:lnTo>
                      <a:lnTo>
                        <a:pt x="1457" y="5734"/>
                      </a:lnTo>
                      <a:lnTo>
                        <a:pt x="2400" y="4872"/>
                      </a:lnTo>
                      <a:lnTo>
                        <a:pt x="2400" y="3263"/>
                      </a:lnTo>
                      <a:lnTo>
                        <a:pt x="2850" y="2849"/>
                      </a:lnTo>
                      <a:lnTo>
                        <a:pt x="2850" y="153"/>
                      </a:lnTo>
                      <a:cubicBezTo>
                        <a:pt x="2886" y="153"/>
                        <a:pt x="2886" y="117"/>
                        <a:pt x="2886" y="72"/>
                      </a:cubicBezTo>
                      <a:cubicBezTo>
                        <a:pt x="2886" y="36"/>
                        <a:pt x="2850" y="1"/>
                        <a:pt x="280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2" name="Google Shape;712;p15"/>
                <p:cNvSpPr/>
                <p:nvPr/>
              </p:nvSpPr>
              <p:spPr>
                <a:xfrm rot="-5400000">
                  <a:off x="8694254" y="-175591"/>
                  <a:ext cx="97378" cy="671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5" h="6517" extrusionOk="0">
                      <a:moveTo>
                        <a:pt x="82" y="1"/>
                      </a:moveTo>
                      <a:cubicBezTo>
                        <a:pt x="46" y="1"/>
                        <a:pt x="1" y="36"/>
                        <a:pt x="1" y="72"/>
                      </a:cubicBezTo>
                      <a:cubicBezTo>
                        <a:pt x="1" y="108"/>
                        <a:pt x="46" y="144"/>
                        <a:pt x="82" y="144"/>
                      </a:cubicBezTo>
                      <a:lnTo>
                        <a:pt x="118" y="144"/>
                      </a:lnTo>
                      <a:lnTo>
                        <a:pt x="900" y="863"/>
                      </a:lnTo>
                      <a:lnTo>
                        <a:pt x="900" y="1313"/>
                      </a:lnTo>
                      <a:lnTo>
                        <a:pt x="118" y="2023"/>
                      </a:lnTo>
                      <a:lnTo>
                        <a:pt x="118" y="1160"/>
                      </a:lnTo>
                      <a:cubicBezTo>
                        <a:pt x="154" y="1160"/>
                        <a:pt x="154" y="1160"/>
                        <a:pt x="154" y="1124"/>
                      </a:cubicBezTo>
                      <a:cubicBezTo>
                        <a:pt x="154" y="1088"/>
                        <a:pt x="118" y="1043"/>
                        <a:pt x="82" y="1043"/>
                      </a:cubicBezTo>
                      <a:cubicBezTo>
                        <a:pt x="46" y="1043"/>
                        <a:pt x="1" y="1088"/>
                        <a:pt x="1" y="1124"/>
                      </a:cubicBezTo>
                      <a:cubicBezTo>
                        <a:pt x="1" y="1160"/>
                        <a:pt x="1" y="1160"/>
                        <a:pt x="46" y="1160"/>
                      </a:cubicBezTo>
                      <a:lnTo>
                        <a:pt x="46" y="6516"/>
                      </a:lnTo>
                      <a:lnTo>
                        <a:pt x="118" y="6516"/>
                      </a:lnTo>
                      <a:lnTo>
                        <a:pt x="118" y="2095"/>
                      </a:lnTo>
                      <a:lnTo>
                        <a:pt x="945" y="1349"/>
                      </a:lnTo>
                      <a:lnTo>
                        <a:pt x="945" y="818"/>
                      </a:lnTo>
                      <a:lnTo>
                        <a:pt x="154" y="108"/>
                      </a:lnTo>
                      <a:lnTo>
                        <a:pt x="154" y="72"/>
                      </a:lnTo>
                      <a:cubicBezTo>
                        <a:pt x="154" y="36"/>
                        <a:pt x="118" y="1"/>
                        <a:pt x="8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" name="Google Shape;713;p15"/>
                <p:cNvSpPr/>
                <p:nvPr/>
              </p:nvSpPr>
              <p:spPr>
                <a:xfrm rot="-5400000">
                  <a:off x="8461329" y="-509501"/>
                  <a:ext cx="107579" cy="11271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0939" extrusionOk="0">
                      <a:moveTo>
                        <a:pt x="72" y="1"/>
                      </a:moveTo>
                      <a:cubicBezTo>
                        <a:pt x="36" y="1"/>
                        <a:pt x="1" y="37"/>
                        <a:pt x="1" y="73"/>
                      </a:cubicBezTo>
                      <a:cubicBezTo>
                        <a:pt x="1" y="118"/>
                        <a:pt x="36" y="118"/>
                        <a:pt x="36" y="154"/>
                      </a:cubicBezTo>
                      <a:lnTo>
                        <a:pt x="36" y="3524"/>
                      </a:lnTo>
                      <a:lnTo>
                        <a:pt x="971" y="4387"/>
                      </a:lnTo>
                      <a:lnTo>
                        <a:pt x="971" y="7451"/>
                      </a:lnTo>
                      <a:lnTo>
                        <a:pt x="36" y="8314"/>
                      </a:lnTo>
                      <a:lnTo>
                        <a:pt x="36" y="10938"/>
                      </a:lnTo>
                      <a:lnTo>
                        <a:pt x="108" y="10938"/>
                      </a:lnTo>
                      <a:lnTo>
                        <a:pt x="108" y="8314"/>
                      </a:lnTo>
                      <a:lnTo>
                        <a:pt x="1043" y="7451"/>
                      </a:lnTo>
                      <a:lnTo>
                        <a:pt x="1043" y="4342"/>
                      </a:lnTo>
                      <a:lnTo>
                        <a:pt x="108" y="3488"/>
                      </a:lnTo>
                      <a:lnTo>
                        <a:pt x="108" y="154"/>
                      </a:lnTo>
                      <a:cubicBezTo>
                        <a:pt x="144" y="118"/>
                        <a:pt x="144" y="118"/>
                        <a:pt x="144" y="73"/>
                      </a:cubicBezTo>
                      <a:cubicBezTo>
                        <a:pt x="144" y="37"/>
                        <a:pt x="108" y="1"/>
                        <a:pt x="7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714" name="Google Shape;714;p15"/>
          <p:cNvGrpSpPr/>
          <p:nvPr/>
        </p:nvGrpSpPr>
        <p:grpSpPr>
          <a:xfrm>
            <a:off x="1351780" y="220554"/>
            <a:ext cx="6451661" cy="4696579"/>
            <a:chOff x="1351780" y="220554"/>
            <a:chExt cx="6451661" cy="4696579"/>
          </a:xfrm>
        </p:grpSpPr>
        <p:grpSp>
          <p:nvGrpSpPr>
            <p:cNvPr id="715" name="Google Shape;715;p15"/>
            <p:cNvGrpSpPr/>
            <p:nvPr/>
          </p:nvGrpSpPr>
          <p:grpSpPr>
            <a:xfrm>
              <a:off x="7670530" y="220554"/>
              <a:ext cx="132911" cy="199379"/>
              <a:chOff x="2778349" y="5640986"/>
              <a:chExt cx="508847" cy="763610"/>
            </a:xfrm>
          </p:grpSpPr>
          <p:sp>
            <p:nvSpPr>
              <p:cNvPr id="716" name="Google Shape;716;p15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15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8" name="Google Shape;718;p15"/>
            <p:cNvGrpSpPr/>
            <p:nvPr/>
          </p:nvGrpSpPr>
          <p:grpSpPr>
            <a:xfrm>
              <a:off x="7670530" y="4717754"/>
              <a:ext cx="132911" cy="199379"/>
              <a:chOff x="2778349" y="5640986"/>
              <a:chExt cx="508847" cy="763610"/>
            </a:xfrm>
          </p:grpSpPr>
          <p:sp>
            <p:nvSpPr>
              <p:cNvPr id="719" name="Google Shape;719;p15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15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21" name="Google Shape;721;p15"/>
            <p:cNvGrpSpPr/>
            <p:nvPr/>
          </p:nvGrpSpPr>
          <p:grpSpPr>
            <a:xfrm>
              <a:off x="1351780" y="220554"/>
              <a:ext cx="132911" cy="199379"/>
              <a:chOff x="2778349" y="5640986"/>
              <a:chExt cx="508847" cy="763610"/>
            </a:xfrm>
          </p:grpSpPr>
          <p:sp>
            <p:nvSpPr>
              <p:cNvPr id="722" name="Google Shape;722;p15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15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24" name="Google Shape;724;p15"/>
            <p:cNvGrpSpPr/>
            <p:nvPr/>
          </p:nvGrpSpPr>
          <p:grpSpPr>
            <a:xfrm>
              <a:off x="1351780" y="4717754"/>
              <a:ext cx="132911" cy="199379"/>
              <a:chOff x="2778349" y="5640986"/>
              <a:chExt cx="508847" cy="763610"/>
            </a:xfrm>
          </p:grpSpPr>
          <p:sp>
            <p:nvSpPr>
              <p:cNvPr id="725" name="Google Shape;725;p15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15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"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17"/>
          <p:cNvPicPr preferRelativeResize="0"/>
          <p:nvPr/>
        </p:nvPicPr>
        <p:blipFill rotWithShape="1">
          <a:blip r:embed="rId2">
            <a:alphaModFix/>
          </a:blip>
          <a:srcRect t="159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17"/>
          <p:cNvSpPr txBox="1">
            <a:spLocks noGrp="1"/>
          </p:cNvSpPr>
          <p:nvPr>
            <p:ph type="title"/>
          </p:nvPr>
        </p:nvSpPr>
        <p:spPr>
          <a:xfrm>
            <a:off x="720005" y="1552700"/>
            <a:ext cx="2143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30" name="Google Shape;830;p17"/>
          <p:cNvSpPr txBox="1">
            <a:spLocks noGrp="1"/>
          </p:cNvSpPr>
          <p:nvPr>
            <p:ph type="title" idx="2"/>
          </p:nvPr>
        </p:nvSpPr>
        <p:spPr>
          <a:xfrm>
            <a:off x="3145338" y="1552700"/>
            <a:ext cx="2143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31" name="Google Shape;831;p17"/>
          <p:cNvSpPr txBox="1">
            <a:spLocks noGrp="1"/>
          </p:cNvSpPr>
          <p:nvPr>
            <p:ph type="subTitle" idx="1"/>
          </p:nvPr>
        </p:nvSpPr>
        <p:spPr>
          <a:xfrm>
            <a:off x="720000" y="1931791"/>
            <a:ext cx="2143200" cy="775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2" name="Google Shape;832;p17"/>
          <p:cNvSpPr txBox="1">
            <a:spLocks noGrp="1"/>
          </p:cNvSpPr>
          <p:nvPr>
            <p:ph type="subTitle" idx="3"/>
          </p:nvPr>
        </p:nvSpPr>
        <p:spPr>
          <a:xfrm>
            <a:off x="3145330" y="1931791"/>
            <a:ext cx="2143200" cy="775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3" name="Google Shape;833;p17"/>
          <p:cNvSpPr txBox="1">
            <a:spLocks noGrp="1"/>
          </p:cNvSpPr>
          <p:nvPr>
            <p:ph type="title" idx="4"/>
          </p:nvPr>
        </p:nvSpPr>
        <p:spPr>
          <a:xfrm>
            <a:off x="720005" y="3077200"/>
            <a:ext cx="2143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34" name="Google Shape;834;p17"/>
          <p:cNvSpPr txBox="1">
            <a:spLocks noGrp="1"/>
          </p:cNvSpPr>
          <p:nvPr>
            <p:ph type="title" idx="5"/>
          </p:nvPr>
        </p:nvSpPr>
        <p:spPr>
          <a:xfrm>
            <a:off x="3145338" y="3077200"/>
            <a:ext cx="2143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35" name="Google Shape;835;p17"/>
          <p:cNvSpPr txBox="1">
            <a:spLocks noGrp="1"/>
          </p:cNvSpPr>
          <p:nvPr>
            <p:ph type="subTitle" idx="6"/>
          </p:nvPr>
        </p:nvSpPr>
        <p:spPr>
          <a:xfrm>
            <a:off x="720000" y="3456291"/>
            <a:ext cx="2143200" cy="775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6" name="Google Shape;836;p17"/>
          <p:cNvSpPr txBox="1">
            <a:spLocks noGrp="1"/>
          </p:cNvSpPr>
          <p:nvPr>
            <p:ph type="subTitle" idx="7"/>
          </p:nvPr>
        </p:nvSpPr>
        <p:spPr>
          <a:xfrm>
            <a:off x="3145330" y="3456291"/>
            <a:ext cx="2143200" cy="775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7" name="Google Shape;837;p17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38" name="Google Shape;838;p17"/>
          <p:cNvSpPr>
            <a:spLocks noGrp="1"/>
          </p:cNvSpPr>
          <p:nvPr>
            <p:ph type="pic" idx="9"/>
          </p:nvPr>
        </p:nvSpPr>
        <p:spPr>
          <a:xfrm>
            <a:off x="5643175" y="1175250"/>
            <a:ext cx="2685900" cy="3286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grpSp>
        <p:nvGrpSpPr>
          <p:cNvPr id="839" name="Google Shape;839;p17"/>
          <p:cNvGrpSpPr/>
          <p:nvPr/>
        </p:nvGrpSpPr>
        <p:grpSpPr>
          <a:xfrm>
            <a:off x="1609652" y="1563681"/>
            <a:ext cx="7250153" cy="3422638"/>
            <a:chOff x="1609652" y="1563681"/>
            <a:chExt cx="7250153" cy="3422638"/>
          </a:xfrm>
        </p:grpSpPr>
        <p:grpSp>
          <p:nvGrpSpPr>
            <p:cNvPr id="840" name="Google Shape;840;p17"/>
            <p:cNvGrpSpPr/>
            <p:nvPr/>
          </p:nvGrpSpPr>
          <p:grpSpPr>
            <a:xfrm>
              <a:off x="1609652" y="4710656"/>
              <a:ext cx="183745" cy="275663"/>
              <a:chOff x="2778349" y="5640986"/>
              <a:chExt cx="508847" cy="763610"/>
            </a:xfrm>
          </p:grpSpPr>
          <p:sp>
            <p:nvSpPr>
              <p:cNvPr id="841" name="Google Shape;841;p17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17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43" name="Google Shape;843;p17"/>
            <p:cNvGrpSpPr/>
            <p:nvPr/>
          </p:nvGrpSpPr>
          <p:grpSpPr>
            <a:xfrm>
              <a:off x="8676061" y="1563681"/>
              <a:ext cx="183745" cy="275663"/>
              <a:chOff x="2778349" y="5640986"/>
              <a:chExt cx="508847" cy="763610"/>
            </a:xfrm>
          </p:grpSpPr>
          <p:sp>
            <p:nvSpPr>
              <p:cNvPr id="844" name="Google Shape;844;p17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17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46" name="Google Shape;846;p17"/>
          <p:cNvGrpSpPr/>
          <p:nvPr/>
        </p:nvGrpSpPr>
        <p:grpSpPr>
          <a:xfrm>
            <a:off x="11" y="-1"/>
            <a:ext cx="9062933" cy="5143508"/>
            <a:chOff x="11" y="-1"/>
            <a:chExt cx="9062933" cy="5143508"/>
          </a:xfrm>
        </p:grpSpPr>
        <p:grpSp>
          <p:nvGrpSpPr>
            <p:cNvPr id="847" name="Google Shape;847;p17"/>
            <p:cNvGrpSpPr/>
            <p:nvPr/>
          </p:nvGrpSpPr>
          <p:grpSpPr>
            <a:xfrm rot="5400000">
              <a:off x="509809" y="4043678"/>
              <a:ext cx="590031" cy="1609627"/>
              <a:chOff x="6157984" y="3326003"/>
              <a:chExt cx="590031" cy="1609627"/>
            </a:xfrm>
          </p:grpSpPr>
          <p:sp>
            <p:nvSpPr>
              <p:cNvPr id="848" name="Google Shape;848;p17"/>
              <p:cNvSpPr/>
              <p:nvPr/>
            </p:nvSpPr>
            <p:spPr>
              <a:xfrm>
                <a:off x="6466394" y="4340965"/>
                <a:ext cx="150034" cy="594658"/>
              </a:xfrm>
              <a:custGeom>
                <a:avLst/>
                <a:gdLst/>
                <a:ahLst/>
                <a:cxnLst/>
                <a:rect l="l" t="t" r="r" b="b"/>
                <a:pathLst>
                  <a:path w="1456" h="5771" extrusionOk="0">
                    <a:moveTo>
                      <a:pt x="72" y="0"/>
                    </a:moveTo>
                    <a:cubicBezTo>
                      <a:pt x="36" y="0"/>
                      <a:pt x="0" y="36"/>
                      <a:pt x="0" y="72"/>
                    </a:cubicBezTo>
                    <a:cubicBezTo>
                      <a:pt x="0" y="117"/>
                      <a:pt x="0" y="117"/>
                      <a:pt x="36" y="117"/>
                    </a:cubicBezTo>
                    <a:lnTo>
                      <a:pt x="36" y="710"/>
                    </a:lnTo>
                    <a:lnTo>
                      <a:pt x="485" y="1124"/>
                    </a:lnTo>
                    <a:lnTo>
                      <a:pt x="485" y="4872"/>
                    </a:lnTo>
                    <a:lnTo>
                      <a:pt x="1420" y="5734"/>
                    </a:lnTo>
                    <a:lnTo>
                      <a:pt x="1420" y="5770"/>
                    </a:lnTo>
                    <a:lnTo>
                      <a:pt x="1456" y="5770"/>
                    </a:lnTo>
                    <a:lnTo>
                      <a:pt x="1456" y="5689"/>
                    </a:lnTo>
                    <a:lnTo>
                      <a:pt x="521" y="4872"/>
                    </a:lnTo>
                    <a:lnTo>
                      <a:pt x="521" y="1124"/>
                    </a:lnTo>
                    <a:lnTo>
                      <a:pt x="72" y="710"/>
                    </a:lnTo>
                    <a:lnTo>
                      <a:pt x="72" y="117"/>
                    </a:lnTo>
                    <a:cubicBezTo>
                      <a:pt x="108" y="117"/>
                      <a:pt x="153" y="117"/>
                      <a:pt x="153" y="72"/>
                    </a:cubicBezTo>
                    <a:cubicBezTo>
                      <a:pt x="153" y="36"/>
                      <a:pt x="108" y="0"/>
                      <a:pt x="7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17"/>
              <p:cNvSpPr/>
              <p:nvPr/>
            </p:nvSpPr>
            <p:spPr>
              <a:xfrm>
                <a:off x="6555218" y="3758470"/>
                <a:ext cx="107579" cy="1177158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1424" extrusionOk="0">
                    <a:moveTo>
                      <a:pt x="73" y="1"/>
                    </a:moveTo>
                    <a:cubicBezTo>
                      <a:pt x="37" y="1"/>
                      <a:pt x="1" y="36"/>
                      <a:pt x="1" y="72"/>
                    </a:cubicBezTo>
                    <a:cubicBezTo>
                      <a:pt x="1" y="108"/>
                      <a:pt x="1" y="153"/>
                      <a:pt x="37" y="153"/>
                    </a:cubicBezTo>
                    <a:lnTo>
                      <a:pt x="37" y="10336"/>
                    </a:lnTo>
                    <a:lnTo>
                      <a:pt x="971" y="11163"/>
                    </a:lnTo>
                    <a:lnTo>
                      <a:pt x="971" y="11423"/>
                    </a:lnTo>
                    <a:lnTo>
                      <a:pt x="1043" y="11423"/>
                    </a:lnTo>
                    <a:lnTo>
                      <a:pt x="1043" y="11163"/>
                    </a:lnTo>
                    <a:lnTo>
                      <a:pt x="109" y="10300"/>
                    </a:lnTo>
                    <a:lnTo>
                      <a:pt x="109" y="153"/>
                    </a:lnTo>
                    <a:cubicBezTo>
                      <a:pt x="145" y="153"/>
                      <a:pt x="145" y="108"/>
                      <a:pt x="145" y="72"/>
                    </a:cubicBezTo>
                    <a:cubicBezTo>
                      <a:pt x="145" y="36"/>
                      <a:pt x="109" y="1"/>
                      <a:pt x="7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17"/>
              <p:cNvSpPr/>
              <p:nvPr/>
            </p:nvSpPr>
            <p:spPr>
              <a:xfrm>
                <a:off x="6466394" y="4565081"/>
                <a:ext cx="15766" cy="370541"/>
              </a:xfrm>
              <a:custGeom>
                <a:avLst/>
                <a:gdLst/>
                <a:ahLst/>
                <a:cxnLst/>
                <a:rect l="l" t="t" r="r" b="b"/>
                <a:pathLst>
                  <a:path w="153" h="3596" extrusionOk="0">
                    <a:moveTo>
                      <a:pt x="72" y="0"/>
                    </a:moveTo>
                    <a:cubicBezTo>
                      <a:pt x="36" y="0"/>
                      <a:pt x="0" y="36"/>
                      <a:pt x="0" y="72"/>
                    </a:cubicBezTo>
                    <a:cubicBezTo>
                      <a:pt x="0" y="108"/>
                      <a:pt x="0" y="108"/>
                      <a:pt x="36" y="144"/>
                    </a:cubicBezTo>
                    <a:lnTo>
                      <a:pt x="36" y="3595"/>
                    </a:lnTo>
                    <a:lnTo>
                      <a:pt x="72" y="3595"/>
                    </a:lnTo>
                    <a:lnTo>
                      <a:pt x="72" y="144"/>
                    </a:lnTo>
                    <a:cubicBezTo>
                      <a:pt x="108" y="108"/>
                      <a:pt x="153" y="108"/>
                      <a:pt x="153" y="72"/>
                    </a:cubicBezTo>
                    <a:cubicBezTo>
                      <a:pt x="153" y="36"/>
                      <a:pt x="108" y="0"/>
                      <a:pt x="7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17"/>
              <p:cNvSpPr/>
              <p:nvPr/>
            </p:nvSpPr>
            <p:spPr>
              <a:xfrm>
                <a:off x="6416315" y="4707691"/>
                <a:ext cx="14942" cy="22793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212" extrusionOk="0">
                    <a:moveTo>
                      <a:pt x="73" y="0"/>
                    </a:moveTo>
                    <a:cubicBezTo>
                      <a:pt x="37" y="0"/>
                      <a:pt x="1" y="36"/>
                      <a:pt x="1" y="72"/>
                    </a:cubicBezTo>
                    <a:cubicBezTo>
                      <a:pt x="1" y="72"/>
                      <a:pt x="37" y="108"/>
                      <a:pt x="73" y="108"/>
                    </a:cubicBezTo>
                    <a:lnTo>
                      <a:pt x="73" y="2211"/>
                    </a:lnTo>
                    <a:lnTo>
                      <a:pt x="109" y="2211"/>
                    </a:lnTo>
                    <a:lnTo>
                      <a:pt x="109" y="108"/>
                    </a:lnTo>
                    <a:cubicBezTo>
                      <a:pt x="145" y="108"/>
                      <a:pt x="145" y="72"/>
                      <a:pt x="145" y="72"/>
                    </a:cubicBezTo>
                    <a:cubicBezTo>
                      <a:pt x="145" y="36"/>
                      <a:pt x="109" y="0"/>
                      <a:pt x="7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17"/>
              <p:cNvSpPr/>
              <p:nvPr/>
            </p:nvSpPr>
            <p:spPr>
              <a:xfrm>
                <a:off x="6157984" y="3434403"/>
                <a:ext cx="315833" cy="1501226"/>
              </a:xfrm>
              <a:custGeom>
                <a:avLst/>
                <a:gdLst/>
                <a:ahLst/>
                <a:cxnLst/>
                <a:rect l="l" t="t" r="r" b="b"/>
                <a:pathLst>
                  <a:path w="3065" h="14569" extrusionOk="0">
                    <a:moveTo>
                      <a:pt x="2130" y="0"/>
                    </a:moveTo>
                    <a:cubicBezTo>
                      <a:pt x="2094" y="0"/>
                      <a:pt x="2058" y="36"/>
                      <a:pt x="2058" y="72"/>
                    </a:cubicBezTo>
                    <a:cubicBezTo>
                      <a:pt x="2058" y="108"/>
                      <a:pt x="2058" y="108"/>
                      <a:pt x="2094" y="153"/>
                    </a:cubicBezTo>
                    <a:lnTo>
                      <a:pt x="2094" y="3523"/>
                    </a:lnTo>
                    <a:lnTo>
                      <a:pt x="3029" y="4377"/>
                    </a:lnTo>
                    <a:lnTo>
                      <a:pt x="3029" y="7450"/>
                    </a:lnTo>
                    <a:lnTo>
                      <a:pt x="2166" y="8241"/>
                    </a:lnTo>
                    <a:lnTo>
                      <a:pt x="2166" y="6327"/>
                    </a:lnTo>
                    <a:cubicBezTo>
                      <a:pt x="2166" y="6327"/>
                      <a:pt x="2202" y="6291"/>
                      <a:pt x="2202" y="6255"/>
                    </a:cubicBezTo>
                    <a:cubicBezTo>
                      <a:pt x="2202" y="6219"/>
                      <a:pt x="2166" y="6174"/>
                      <a:pt x="2130" y="6174"/>
                    </a:cubicBezTo>
                    <a:cubicBezTo>
                      <a:pt x="2094" y="6174"/>
                      <a:pt x="2058" y="6219"/>
                      <a:pt x="2058" y="6255"/>
                    </a:cubicBezTo>
                    <a:cubicBezTo>
                      <a:pt x="2058" y="6291"/>
                      <a:pt x="2058" y="6327"/>
                      <a:pt x="2094" y="6327"/>
                    </a:cubicBezTo>
                    <a:lnTo>
                      <a:pt x="2094" y="11755"/>
                    </a:lnTo>
                    <a:lnTo>
                      <a:pt x="1609" y="11306"/>
                    </a:lnTo>
                    <a:lnTo>
                      <a:pt x="1609" y="2849"/>
                    </a:lnTo>
                    <a:cubicBezTo>
                      <a:pt x="1645" y="2849"/>
                      <a:pt x="1645" y="2804"/>
                      <a:pt x="1645" y="2768"/>
                    </a:cubicBezTo>
                    <a:cubicBezTo>
                      <a:pt x="1645" y="2732"/>
                      <a:pt x="1609" y="2696"/>
                      <a:pt x="1573" y="2696"/>
                    </a:cubicBezTo>
                    <a:cubicBezTo>
                      <a:pt x="1528" y="2696"/>
                      <a:pt x="1492" y="2732"/>
                      <a:pt x="1492" y="2768"/>
                    </a:cubicBezTo>
                    <a:cubicBezTo>
                      <a:pt x="1492" y="2804"/>
                      <a:pt x="1528" y="2849"/>
                      <a:pt x="1573" y="2849"/>
                    </a:cubicBezTo>
                    <a:lnTo>
                      <a:pt x="1573" y="11342"/>
                    </a:lnTo>
                    <a:lnTo>
                      <a:pt x="2094" y="11836"/>
                    </a:lnTo>
                    <a:lnTo>
                      <a:pt x="2094" y="13031"/>
                    </a:lnTo>
                    <a:lnTo>
                      <a:pt x="1007" y="12016"/>
                    </a:lnTo>
                    <a:lnTo>
                      <a:pt x="1007" y="8574"/>
                    </a:lnTo>
                    <a:lnTo>
                      <a:pt x="72" y="7747"/>
                    </a:lnTo>
                    <a:lnTo>
                      <a:pt x="72" y="4646"/>
                    </a:lnTo>
                    <a:lnTo>
                      <a:pt x="1007" y="3820"/>
                    </a:lnTo>
                    <a:lnTo>
                      <a:pt x="1007" y="413"/>
                    </a:lnTo>
                    <a:cubicBezTo>
                      <a:pt x="1043" y="413"/>
                      <a:pt x="1043" y="377"/>
                      <a:pt x="1043" y="377"/>
                    </a:cubicBezTo>
                    <a:cubicBezTo>
                      <a:pt x="1043" y="333"/>
                      <a:pt x="1007" y="297"/>
                      <a:pt x="971" y="297"/>
                    </a:cubicBezTo>
                    <a:cubicBezTo>
                      <a:pt x="935" y="297"/>
                      <a:pt x="899" y="333"/>
                      <a:pt x="899" y="377"/>
                    </a:cubicBezTo>
                    <a:cubicBezTo>
                      <a:pt x="899" y="377"/>
                      <a:pt x="899" y="413"/>
                      <a:pt x="935" y="413"/>
                    </a:cubicBezTo>
                    <a:lnTo>
                      <a:pt x="935" y="3784"/>
                    </a:lnTo>
                    <a:lnTo>
                      <a:pt x="0" y="4646"/>
                    </a:lnTo>
                    <a:lnTo>
                      <a:pt x="0" y="7747"/>
                    </a:lnTo>
                    <a:lnTo>
                      <a:pt x="935" y="8610"/>
                    </a:lnTo>
                    <a:lnTo>
                      <a:pt x="935" y="12061"/>
                    </a:lnTo>
                    <a:lnTo>
                      <a:pt x="2094" y="13103"/>
                    </a:lnTo>
                    <a:lnTo>
                      <a:pt x="2094" y="14568"/>
                    </a:lnTo>
                    <a:lnTo>
                      <a:pt x="2166" y="14568"/>
                    </a:lnTo>
                    <a:lnTo>
                      <a:pt x="2166" y="8313"/>
                    </a:lnTo>
                    <a:lnTo>
                      <a:pt x="3065" y="7450"/>
                    </a:lnTo>
                    <a:lnTo>
                      <a:pt x="3065" y="4341"/>
                    </a:lnTo>
                    <a:lnTo>
                      <a:pt x="2166" y="3478"/>
                    </a:lnTo>
                    <a:lnTo>
                      <a:pt x="2166" y="153"/>
                    </a:lnTo>
                    <a:cubicBezTo>
                      <a:pt x="2166" y="108"/>
                      <a:pt x="2202" y="108"/>
                      <a:pt x="2202" y="72"/>
                    </a:cubicBezTo>
                    <a:cubicBezTo>
                      <a:pt x="2202" y="36"/>
                      <a:pt x="2166" y="0"/>
                      <a:pt x="21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17"/>
              <p:cNvSpPr/>
              <p:nvPr/>
            </p:nvSpPr>
            <p:spPr>
              <a:xfrm>
                <a:off x="6639508" y="3920555"/>
                <a:ext cx="108506" cy="1015072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9851" extrusionOk="0">
                    <a:moveTo>
                      <a:pt x="82" y="0"/>
                    </a:moveTo>
                    <a:cubicBezTo>
                      <a:pt x="46" y="0"/>
                      <a:pt x="1" y="36"/>
                      <a:pt x="1" y="72"/>
                    </a:cubicBezTo>
                    <a:cubicBezTo>
                      <a:pt x="1" y="108"/>
                      <a:pt x="46" y="153"/>
                      <a:pt x="82" y="153"/>
                    </a:cubicBezTo>
                    <a:lnTo>
                      <a:pt x="117" y="153"/>
                    </a:lnTo>
                    <a:lnTo>
                      <a:pt x="1016" y="935"/>
                    </a:lnTo>
                    <a:lnTo>
                      <a:pt x="1016" y="9850"/>
                    </a:lnTo>
                    <a:lnTo>
                      <a:pt x="1052" y="9850"/>
                    </a:lnTo>
                    <a:lnTo>
                      <a:pt x="1052" y="935"/>
                    </a:lnTo>
                    <a:lnTo>
                      <a:pt x="153" y="108"/>
                    </a:lnTo>
                    <a:lnTo>
                      <a:pt x="153" y="72"/>
                    </a:lnTo>
                    <a:cubicBezTo>
                      <a:pt x="153" y="36"/>
                      <a:pt x="117" y="0"/>
                      <a:pt x="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17"/>
              <p:cNvSpPr/>
              <p:nvPr/>
            </p:nvSpPr>
            <p:spPr>
              <a:xfrm>
                <a:off x="6597879" y="3326003"/>
                <a:ext cx="111186" cy="1609627"/>
              </a:xfrm>
              <a:custGeom>
                <a:avLst/>
                <a:gdLst/>
                <a:ahLst/>
                <a:cxnLst/>
                <a:rect l="l" t="t" r="r" b="b"/>
                <a:pathLst>
                  <a:path w="1079" h="15621" extrusionOk="0">
                    <a:moveTo>
                      <a:pt x="1007" y="1"/>
                    </a:moveTo>
                    <a:cubicBezTo>
                      <a:pt x="971" y="1"/>
                      <a:pt x="935" y="36"/>
                      <a:pt x="935" y="81"/>
                    </a:cubicBezTo>
                    <a:cubicBezTo>
                      <a:pt x="935" y="117"/>
                      <a:pt x="971" y="117"/>
                      <a:pt x="971" y="153"/>
                    </a:cubicBezTo>
                    <a:lnTo>
                      <a:pt x="971" y="3523"/>
                    </a:lnTo>
                    <a:lnTo>
                      <a:pt x="72" y="4350"/>
                    </a:lnTo>
                    <a:lnTo>
                      <a:pt x="72" y="12133"/>
                    </a:lnTo>
                    <a:lnTo>
                      <a:pt x="971" y="12996"/>
                    </a:lnTo>
                    <a:lnTo>
                      <a:pt x="971" y="15090"/>
                    </a:lnTo>
                    <a:lnTo>
                      <a:pt x="108" y="14308"/>
                    </a:lnTo>
                    <a:lnTo>
                      <a:pt x="108" y="13032"/>
                    </a:lnTo>
                    <a:cubicBezTo>
                      <a:pt x="144" y="13032"/>
                      <a:pt x="144" y="12996"/>
                      <a:pt x="144" y="12960"/>
                    </a:cubicBezTo>
                    <a:cubicBezTo>
                      <a:pt x="144" y="12924"/>
                      <a:pt x="144" y="12888"/>
                      <a:pt x="72" y="12888"/>
                    </a:cubicBezTo>
                    <a:cubicBezTo>
                      <a:pt x="36" y="12888"/>
                      <a:pt x="0" y="12924"/>
                      <a:pt x="0" y="12960"/>
                    </a:cubicBezTo>
                    <a:cubicBezTo>
                      <a:pt x="0" y="12996"/>
                      <a:pt x="36" y="13032"/>
                      <a:pt x="72" y="13032"/>
                    </a:cubicBezTo>
                    <a:lnTo>
                      <a:pt x="72" y="14308"/>
                    </a:lnTo>
                    <a:lnTo>
                      <a:pt x="971" y="15171"/>
                    </a:lnTo>
                    <a:lnTo>
                      <a:pt x="971" y="15620"/>
                    </a:lnTo>
                    <a:lnTo>
                      <a:pt x="1043" y="15620"/>
                    </a:lnTo>
                    <a:lnTo>
                      <a:pt x="1043" y="12996"/>
                    </a:lnTo>
                    <a:lnTo>
                      <a:pt x="108" y="12133"/>
                    </a:lnTo>
                    <a:lnTo>
                      <a:pt x="108" y="4386"/>
                    </a:lnTo>
                    <a:lnTo>
                      <a:pt x="1043" y="3523"/>
                    </a:lnTo>
                    <a:lnTo>
                      <a:pt x="1043" y="153"/>
                    </a:lnTo>
                    <a:cubicBezTo>
                      <a:pt x="1079" y="117"/>
                      <a:pt x="1079" y="117"/>
                      <a:pt x="1079" y="81"/>
                    </a:cubicBezTo>
                    <a:cubicBezTo>
                      <a:pt x="1079" y="36"/>
                      <a:pt x="1043" y="1"/>
                      <a:pt x="100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5" name="Google Shape;855;p17"/>
            <p:cNvGrpSpPr/>
            <p:nvPr/>
          </p:nvGrpSpPr>
          <p:grpSpPr>
            <a:xfrm rot="10800000">
              <a:off x="8472914" y="-1"/>
              <a:ext cx="590031" cy="1609627"/>
              <a:chOff x="6157984" y="3326003"/>
              <a:chExt cx="590031" cy="1609627"/>
            </a:xfrm>
          </p:grpSpPr>
          <p:sp>
            <p:nvSpPr>
              <p:cNvPr id="856" name="Google Shape;856;p17"/>
              <p:cNvSpPr/>
              <p:nvPr/>
            </p:nvSpPr>
            <p:spPr>
              <a:xfrm>
                <a:off x="6466394" y="4340965"/>
                <a:ext cx="150034" cy="594658"/>
              </a:xfrm>
              <a:custGeom>
                <a:avLst/>
                <a:gdLst/>
                <a:ahLst/>
                <a:cxnLst/>
                <a:rect l="l" t="t" r="r" b="b"/>
                <a:pathLst>
                  <a:path w="1456" h="5771" extrusionOk="0">
                    <a:moveTo>
                      <a:pt x="72" y="0"/>
                    </a:moveTo>
                    <a:cubicBezTo>
                      <a:pt x="36" y="0"/>
                      <a:pt x="0" y="36"/>
                      <a:pt x="0" y="72"/>
                    </a:cubicBezTo>
                    <a:cubicBezTo>
                      <a:pt x="0" y="117"/>
                      <a:pt x="0" y="117"/>
                      <a:pt x="36" y="117"/>
                    </a:cubicBezTo>
                    <a:lnTo>
                      <a:pt x="36" y="710"/>
                    </a:lnTo>
                    <a:lnTo>
                      <a:pt x="485" y="1124"/>
                    </a:lnTo>
                    <a:lnTo>
                      <a:pt x="485" y="4872"/>
                    </a:lnTo>
                    <a:lnTo>
                      <a:pt x="1420" y="5734"/>
                    </a:lnTo>
                    <a:lnTo>
                      <a:pt x="1420" y="5770"/>
                    </a:lnTo>
                    <a:lnTo>
                      <a:pt x="1456" y="5770"/>
                    </a:lnTo>
                    <a:lnTo>
                      <a:pt x="1456" y="5689"/>
                    </a:lnTo>
                    <a:lnTo>
                      <a:pt x="521" y="4872"/>
                    </a:lnTo>
                    <a:lnTo>
                      <a:pt x="521" y="1124"/>
                    </a:lnTo>
                    <a:lnTo>
                      <a:pt x="72" y="710"/>
                    </a:lnTo>
                    <a:lnTo>
                      <a:pt x="72" y="117"/>
                    </a:lnTo>
                    <a:cubicBezTo>
                      <a:pt x="108" y="117"/>
                      <a:pt x="153" y="117"/>
                      <a:pt x="153" y="72"/>
                    </a:cubicBezTo>
                    <a:cubicBezTo>
                      <a:pt x="153" y="36"/>
                      <a:pt x="108" y="0"/>
                      <a:pt x="7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17"/>
              <p:cNvSpPr/>
              <p:nvPr/>
            </p:nvSpPr>
            <p:spPr>
              <a:xfrm>
                <a:off x="6555218" y="3758470"/>
                <a:ext cx="107579" cy="1177158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1424" extrusionOk="0">
                    <a:moveTo>
                      <a:pt x="73" y="1"/>
                    </a:moveTo>
                    <a:cubicBezTo>
                      <a:pt x="37" y="1"/>
                      <a:pt x="1" y="36"/>
                      <a:pt x="1" y="72"/>
                    </a:cubicBezTo>
                    <a:cubicBezTo>
                      <a:pt x="1" y="108"/>
                      <a:pt x="1" y="153"/>
                      <a:pt x="37" y="153"/>
                    </a:cubicBezTo>
                    <a:lnTo>
                      <a:pt x="37" y="10336"/>
                    </a:lnTo>
                    <a:lnTo>
                      <a:pt x="971" y="11163"/>
                    </a:lnTo>
                    <a:lnTo>
                      <a:pt x="971" y="11423"/>
                    </a:lnTo>
                    <a:lnTo>
                      <a:pt x="1043" y="11423"/>
                    </a:lnTo>
                    <a:lnTo>
                      <a:pt x="1043" y="11163"/>
                    </a:lnTo>
                    <a:lnTo>
                      <a:pt x="109" y="10300"/>
                    </a:lnTo>
                    <a:lnTo>
                      <a:pt x="109" y="153"/>
                    </a:lnTo>
                    <a:cubicBezTo>
                      <a:pt x="145" y="153"/>
                      <a:pt x="145" y="108"/>
                      <a:pt x="145" y="72"/>
                    </a:cubicBezTo>
                    <a:cubicBezTo>
                      <a:pt x="145" y="36"/>
                      <a:pt x="109" y="1"/>
                      <a:pt x="7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17"/>
              <p:cNvSpPr/>
              <p:nvPr/>
            </p:nvSpPr>
            <p:spPr>
              <a:xfrm>
                <a:off x="6466394" y="4565081"/>
                <a:ext cx="15766" cy="370541"/>
              </a:xfrm>
              <a:custGeom>
                <a:avLst/>
                <a:gdLst/>
                <a:ahLst/>
                <a:cxnLst/>
                <a:rect l="l" t="t" r="r" b="b"/>
                <a:pathLst>
                  <a:path w="153" h="3596" extrusionOk="0">
                    <a:moveTo>
                      <a:pt x="72" y="0"/>
                    </a:moveTo>
                    <a:cubicBezTo>
                      <a:pt x="36" y="0"/>
                      <a:pt x="0" y="36"/>
                      <a:pt x="0" y="72"/>
                    </a:cubicBezTo>
                    <a:cubicBezTo>
                      <a:pt x="0" y="108"/>
                      <a:pt x="0" y="108"/>
                      <a:pt x="36" y="144"/>
                    </a:cubicBezTo>
                    <a:lnTo>
                      <a:pt x="36" y="3595"/>
                    </a:lnTo>
                    <a:lnTo>
                      <a:pt x="72" y="3595"/>
                    </a:lnTo>
                    <a:lnTo>
                      <a:pt x="72" y="144"/>
                    </a:lnTo>
                    <a:cubicBezTo>
                      <a:pt x="108" y="108"/>
                      <a:pt x="153" y="108"/>
                      <a:pt x="153" y="72"/>
                    </a:cubicBezTo>
                    <a:cubicBezTo>
                      <a:pt x="153" y="36"/>
                      <a:pt x="108" y="0"/>
                      <a:pt x="7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17"/>
              <p:cNvSpPr/>
              <p:nvPr/>
            </p:nvSpPr>
            <p:spPr>
              <a:xfrm>
                <a:off x="6416315" y="4707691"/>
                <a:ext cx="14942" cy="22793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212" extrusionOk="0">
                    <a:moveTo>
                      <a:pt x="73" y="0"/>
                    </a:moveTo>
                    <a:cubicBezTo>
                      <a:pt x="37" y="0"/>
                      <a:pt x="1" y="36"/>
                      <a:pt x="1" y="72"/>
                    </a:cubicBezTo>
                    <a:cubicBezTo>
                      <a:pt x="1" y="72"/>
                      <a:pt x="37" y="108"/>
                      <a:pt x="73" y="108"/>
                    </a:cubicBezTo>
                    <a:lnTo>
                      <a:pt x="73" y="2211"/>
                    </a:lnTo>
                    <a:lnTo>
                      <a:pt x="109" y="2211"/>
                    </a:lnTo>
                    <a:lnTo>
                      <a:pt x="109" y="108"/>
                    </a:lnTo>
                    <a:cubicBezTo>
                      <a:pt x="145" y="108"/>
                      <a:pt x="145" y="72"/>
                      <a:pt x="145" y="72"/>
                    </a:cubicBezTo>
                    <a:cubicBezTo>
                      <a:pt x="145" y="36"/>
                      <a:pt x="109" y="0"/>
                      <a:pt x="7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17"/>
              <p:cNvSpPr/>
              <p:nvPr/>
            </p:nvSpPr>
            <p:spPr>
              <a:xfrm>
                <a:off x="6157984" y="3434403"/>
                <a:ext cx="315833" cy="1501226"/>
              </a:xfrm>
              <a:custGeom>
                <a:avLst/>
                <a:gdLst/>
                <a:ahLst/>
                <a:cxnLst/>
                <a:rect l="l" t="t" r="r" b="b"/>
                <a:pathLst>
                  <a:path w="3065" h="14569" extrusionOk="0">
                    <a:moveTo>
                      <a:pt x="2130" y="0"/>
                    </a:moveTo>
                    <a:cubicBezTo>
                      <a:pt x="2094" y="0"/>
                      <a:pt x="2058" y="36"/>
                      <a:pt x="2058" y="72"/>
                    </a:cubicBezTo>
                    <a:cubicBezTo>
                      <a:pt x="2058" y="108"/>
                      <a:pt x="2058" y="108"/>
                      <a:pt x="2094" y="153"/>
                    </a:cubicBezTo>
                    <a:lnTo>
                      <a:pt x="2094" y="3523"/>
                    </a:lnTo>
                    <a:lnTo>
                      <a:pt x="3029" y="4377"/>
                    </a:lnTo>
                    <a:lnTo>
                      <a:pt x="3029" y="7450"/>
                    </a:lnTo>
                    <a:lnTo>
                      <a:pt x="2166" y="8241"/>
                    </a:lnTo>
                    <a:lnTo>
                      <a:pt x="2166" y="6327"/>
                    </a:lnTo>
                    <a:cubicBezTo>
                      <a:pt x="2166" y="6327"/>
                      <a:pt x="2202" y="6291"/>
                      <a:pt x="2202" y="6255"/>
                    </a:cubicBezTo>
                    <a:cubicBezTo>
                      <a:pt x="2202" y="6219"/>
                      <a:pt x="2166" y="6174"/>
                      <a:pt x="2130" y="6174"/>
                    </a:cubicBezTo>
                    <a:cubicBezTo>
                      <a:pt x="2094" y="6174"/>
                      <a:pt x="2058" y="6219"/>
                      <a:pt x="2058" y="6255"/>
                    </a:cubicBezTo>
                    <a:cubicBezTo>
                      <a:pt x="2058" y="6291"/>
                      <a:pt x="2058" y="6327"/>
                      <a:pt x="2094" y="6327"/>
                    </a:cubicBezTo>
                    <a:lnTo>
                      <a:pt x="2094" y="11755"/>
                    </a:lnTo>
                    <a:lnTo>
                      <a:pt x="1609" y="11306"/>
                    </a:lnTo>
                    <a:lnTo>
                      <a:pt x="1609" y="2849"/>
                    </a:lnTo>
                    <a:cubicBezTo>
                      <a:pt x="1645" y="2849"/>
                      <a:pt x="1645" y="2804"/>
                      <a:pt x="1645" y="2768"/>
                    </a:cubicBezTo>
                    <a:cubicBezTo>
                      <a:pt x="1645" y="2732"/>
                      <a:pt x="1609" y="2696"/>
                      <a:pt x="1573" y="2696"/>
                    </a:cubicBezTo>
                    <a:cubicBezTo>
                      <a:pt x="1528" y="2696"/>
                      <a:pt x="1492" y="2732"/>
                      <a:pt x="1492" y="2768"/>
                    </a:cubicBezTo>
                    <a:cubicBezTo>
                      <a:pt x="1492" y="2804"/>
                      <a:pt x="1528" y="2849"/>
                      <a:pt x="1573" y="2849"/>
                    </a:cubicBezTo>
                    <a:lnTo>
                      <a:pt x="1573" y="11342"/>
                    </a:lnTo>
                    <a:lnTo>
                      <a:pt x="2094" y="11836"/>
                    </a:lnTo>
                    <a:lnTo>
                      <a:pt x="2094" y="13031"/>
                    </a:lnTo>
                    <a:lnTo>
                      <a:pt x="1007" y="12016"/>
                    </a:lnTo>
                    <a:lnTo>
                      <a:pt x="1007" y="8574"/>
                    </a:lnTo>
                    <a:lnTo>
                      <a:pt x="72" y="7747"/>
                    </a:lnTo>
                    <a:lnTo>
                      <a:pt x="72" y="4646"/>
                    </a:lnTo>
                    <a:lnTo>
                      <a:pt x="1007" y="3820"/>
                    </a:lnTo>
                    <a:lnTo>
                      <a:pt x="1007" y="413"/>
                    </a:lnTo>
                    <a:cubicBezTo>
                      <a:pt x="1043" y="413"/>
                      <a:pt x="1043" y="377"/>
                      <a:pt x="1043" y="377"/>
                    </a:cubicBezTo>
                    <a:cubicBezTo>
                      <a:pt x="1043" y="333"/>
                      <a:pt x="1007" y="297"/>
                      <a:pt x="971" y="297"/>
                    </a:cubicBezTo>
                    <a:cubicBezTo>
                      <a:pt x="935" y="297"/>
                      <a:pt x="899" y="333"/>
                      <a:pt x="899" y="377"/>
                    </a:cubicBezTo>
                    <a:cubicBezTo>
                      <a:pt x="899" y="377"/>
                      <a:pt x="899" y="413"/>
                      <a:pt x="935" y="413"/>
                    </a:cubicBezTo>
                    <a:lnTo>
                      <a:pt x="935" y="3784"/>
                    </a:lnTo>
                    <a:lnTo>
                      <a:pt x="0" y="4646"/>
                    </a:lnTo>
                    <a:lnTo>
                      <a:pt x="0" y="7747"/>
                    </a:lnTo>
                    <a:lnTo>
                      <a:pt x="935" y="8610"/>
                    </a:lnTo>
                    <a:lnTo>
                      <a:pt x="935" y="12061"/>
                    </a:lnTo>
                    <a:lnTo>
                      <a:pt x="2094" y="13103"/>
                    </a:lnTo>
                    <a:lnTo>
                      <a:pt x="2094" y="14568"/>
                    </a:lnTo>
                    <a:lnTo>
                      <a:pt x="2166" y="14568"/>
                    </a:lnTo>
                    <a:lnTo>
                      <a:pt x="2166" y="8313"/>
                    </a:lnTo>
                    <a:lnTo>
                      <a:pt x="3065" y="7450"/>
                    </a:lnTo>
                    <a:lnTo>
                      <a:pt x="3065" y="4341"/>
                    </a:lnTo>
                    <a:lnTo>
                      <a:pt x="2166" y="3478"/>
                    </a:lnTo>
                    <a:lnTo>
                      <a:pt x="2166" y="153"/>
                    </a:lnTo>
                    <a:cubicBezTo>
                      <a:pt x="2166" y="108"/>
                      <a:pt x="2202" y="108"/>
                      <a:pt x="2202" y="72"/>
                    </a:cubicBezTo>
                    <a:cubicBezTo>
                      <a:pt x="2202" y="36"/>
                      <a:pt x="2166" y="0"/>
                      <a:pt x="21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17"/>
              <p:cNvSpPr/>
              <p:nvPr/>
            </p:nvSpPr>
            <p:spPr>
              <a:xfrm>
                <a:off x="6639508" y="3920555"/>
                <a:ext cx="108506" cy="1015072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9851" extrusionOk="0">
                    <a:moveTo>
                      <a:pt x="82" y="0"/>
                    </a:moveTo>
                    <a:cubicBezTo>
                      <a:pt x="46" y="0"/>
                      <a:pt x="1" y="36"/>
                      <a:pt x="1" y="72"/>
                    </a:cubicBezTo>
                    <a:cubicBezTo>
                      <a:pt x="1" y="108"/>
                      <a:pt x="46" y="153"/>
                      <a:pt x="82" y="153"/>
                    </a:cubicBezTo>
                    <a:lnTo>
                      <a:pt x="117" y="153"/>
                    </a:lnTo>
                    <a:lnTo>
                      <a:pt x="1016" y="935"/>
                    </a:lnTo>
                    <a:lnTo>
                      <a:pt x="1016" y="9850"/>
                    </a:lnTo>
                    <a:lnTo>
                      <a:pt x="1052" y="9850"/>
                    </a:lnTo>
                    <a:lnTo>
                      <a:pt x="1052" y="935"/>
                    </a:lnTo>
                    <a:lnTo>
                      <a:pt x="153" y="108"/>
                    </a:lnTo>
                    <a:lnTo>
                      <a:pt x="153" y="72"/>
                    </a:lnTo>
                    <a:cubicBezTo>
                      <a:pt x="153" y="36"/>
                      <a:pt x="117" y="0"/>
                      <a:pt x="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17"/>
              <p:cNvSpPr/>
              <p:nvPr/>
            </p:nvSpPr>
            <p:spPr>
              <a:xfrm>
                <a:off x="6597879" y="3326003"/>
                <a:ext cx="111186" cy="1609627"/>
              </a:xfrm>
              <a:custGeom>
                <a:avLst/>
                <a:gdLst/>
                <a:ahLst/>
                <a:cxnLst/>
                <a:rect l="l" t="t" r="r" b="b"/>
                <a:pathLst>
                  <a:path w="1079" h="15621" extrusionOk="0">
                    <a:moveTo>
                      <a:pt x="1007" y="1"/>
                    </a:moveTo>
                    <a:cubicBezTo>
                      <a:pt x="971" y="1"/>
                      <a:pt x="935" y="36"/>
                      <a:pt x="935" y="81"/>
                    </a:cubicBezTo>
                    <a:cubicBezTo>
                      <a:pt x="935" y="117"/>
                      <a:pt x="971" y="117"/>
                      <a:pt x="971" y="153"/>
                    </a:cubicBezTo>
                    <a:lnTo>
                      <a:pt x="971" y="3523"/>
                    </a:lnTo>
                    <a:lnTo>
                      <a:pt x="72" y="4350"/>
                    </a:lnTo>
                    <a:lnTo>
                      <a:pt x="72" y="12133"/>
                    </a:lnTo>
                    <a:lnTo>
                      <a:pt x="971" y="12996"/>
                    </a:lnTo>
                    <a:lnTo>
                      <a:pt x="971" y="15090"/>
                    </a:lnTo>
                    <a:lnTo>
                      <a:pt x="108" y="14308"/>
                    </a:lnTo>
                    <a:lnTo>
                      <a:pt x="108" y="13032"/>
                    </a:lnTo>
                    <a:cubicBezTo>
                      <a:pt x="144" y="13032"/>
                      <a:pt x="144" y="12996"/>
                      <a:pt x="144" y="12960"/>
                    </a:cubicBezTo>
                    <a:cubicBezTo>
                      <a:pt x="144" y="12924"/>
                      <a:pt x="144" y="12888"/>
                      <a:pt x="72" y="12888"/>
                    </a:cubicBezTo>
                    <a:cubicBezTo>
                      <a:pt x="36" y="12888"/>
                      <a:pt x="0" y="12924"/>
                      <a:pt x="0" y="12960"/>
                    </a:cubicBezTo>
                    <a:cubicBezTo>
                      <a:pt x="0" y="12996"/>
                      <a:pt x="36" y="13032"/>
                      <a:pt x="72" y="13032"/>
                    </a:cubicBezTo>
                    <a:lnTo>
                      <a:pt x="72" y="14308"/>
                    </a:lnTo>
                    <a:lnTo>
                      <a:pt x="971" y="15171"/>
                    </a:lnTo>
                    <a:lnTo>
                      <a:pt x="971" y="15620"/>
                    </a:lnTo>
                    <a:lnTo>
                      <a:pt x="1043" y="15620"/>
                    </a:lnTo>
                    <a:lnTo>
                      <a:pt x="1043" y="12996"/>
                    </a:lnTo>
                    <a:lnTo>
                      <a:pt x="108" y="12133"/>
                    </a:lnTo>
                    <a:lnTo>
                      <a:pt x="108" y="4386"/>
                    </a:lnTo>
                    <a:lnTo>
                      <a:pt x="1043" y="3523"/>
                    </a:lnTo>
                    <a:lnTo>
                      <a:pt x="1043" y="153"/>
                    </a:lnTo>
                    <a:cubicBezTo>
                      <a:pt x="1079" y="117"/>
                      <a:pt x="1079" y="117"/>
                      <a:pt x="1079" y="81"/>
                    </a:cubicBezTo>
                    <a:cubicBezTo>
                      <a:pt x="1079" y="36"/>
                      <a:pt x="1043" y="1"/>
                      <a:pt x="100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2" name="Google Shape;872;p19"/>
          <p:cNvPicPr preferRelativeResize="0"/>
          <p:nvPr/>
        </p:nvPicPr>
        <p:blipFill rotWithShape="1">
          <a:blip r:embed="rId2">
            <a:alphaModFix/>
          </a:blip>
          <a:srcRect t="159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3" name="Google Shape;873;p19"/>
          <p:cNvGrpSpPr/>
          <p:nvPr/>
        </p:nvGrpSpPr>
        <p:grpSpPr>
          <a:xfrm>
            <a:off x="11" y="11"/>
            <a:ext cx="9143977" cy="5153968"/>
            <a:chOff x="11" y="11"/>
            <a:chExt cx="9143977" cy="5153968"/>
          </a:xfrm>
        </p:grpSpPr>
        <p:sp>
          <p:nvSpPr>
            <p:cNvPr id="874" name="Google Shape;874;p19"/>
            <p:cNvSpPr/>
            <p:nvPr/>
          </p:nvSpPr>
          <p:spPr>
            <a:xfrm rot="-5400000">
              <a:off x="8580392" y="-278251"/>
              <a:ext cx="112113" cy="1015072"/>
            </a:xfrm>
            <a:custGeom>
              <a:avLst/>
              <a:gdLst/>
              <a:ahLst/>
              <a:cxnLst/>
              <a:rect l="l" t="t" r="r" b="b"/>
              <a:pathLst>
                <a:path w="1088" h="9851" extrusionOk="0">
                  <a:moveTo>
                    <a:pt x="1007" y="0"/>
                  </a:moveTo>
                  <a:cubicBezTo>
                    <a:pt x="935" y="0"/>
                    <a:pt x="899" y="36"/>
                    <a:pt x="899" y="72"/>
                  </a:cubicBezTo>
                  <a:lnTo>
                    <a:pt x="935" y="108"/>
                  </a:lnTo>
                  <a:lnTo>
                    <a:pt x="0" y="935"/>
                  </a:lnTo>
                  <a:lnTo>
                    <a:pt x="0" y="9850"/>
                  </a:lnTo>
                  <a:lnTo>
                    <a:pt x="72" y="9850"/>
                  </a:lnTo>
                  <a:lnTo>
                    <a:pt x="72" y="935"/>
                  </a:lnTo>
                  <a:lnTo>
                    <a:pt x="971" y="153"/>
                  </a:lnTo>
                  <a:lnTo>
                    <a:pt x="1007" y="153"/>
                  </a:lnTo>
                  <a:cubicBezTo>
                    <a:pt x="1043" y="153"/>
                    <a:pt x="1088" y="108"/>
                    <a:pt x="1088" y="72"/>
                  </a:cubicBezTo>
                  <a:cubicBezTo>
                    <a:pt x="1088" y="36"/>
                    <a:pt x="1043" y="0"/>
                    <a:pt x="10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19"/>
            <p:cNvSpPr/>
            <p:nvPr/>
          </p:nvSpPr>
          <p:spPr>
            <a:xfrm rot="-5400000">
              <a:off x="8518773" y="-277735"/>
              <a:ext cx="96450" cy="1153973"/>
            </a:xfrm>
            <a:custGeom>
              <a:avLst/>
              <a:gdLst/>
              <a:ahLst/>
              <a:cxnLst/>
              <a:rect l="l" t="t" r="r" b="b"/>
              <a:pathLst>
                <a:path w="936" h="11199" extrusionOk="0">
                  <a:moveTo>
                    <a:pt x="73" y="0"/>
                  </a:moveTo>
                  <a:cubicBezTo>
                    <a:pt x="37" y="0"/>
                    <a:pt x="1" y="36"/>
                    <a:pt x="1" y="72"/>
                  </a:cubicBezTo>
                  <a:cubicBezTo>
                    <a:pt x="1" y="108"/>
                    <a:pt x="37" y="153"/>
                    <a:pt x="73" y="153"/>
                  </a:cubicBezTo>
                  <a:lnTo>
                    <a:pt x="118" y="153"/>
                  </a:lnTo>
                  <a:lnTo>
                    <a:pt x="900" y="863"/>
                  </a:lnTo>
                  <a:lnTo>
                    <a:pt x="900" y="1312"/>
                  </a:lnTo>
                  <a:lnTo>
                    <a:pt x="73" y="2094"/>
                  </a:lnTo>
                  <a:lnTo>
                    <a:pt x="73" y="11198"/>
                  </a:lnTo>
                  <a:lnTo>
                    <a:pt x="118" y="11198"/>
                  </a:lnTo>
                  <a:lnTo>
                    <a:pt x="118" y="2130"/>
                  </a:lnTo>
                  <a:lnTo>
                    <a:pt x="936" y="1348"/>
                  </a:lnTo>
                  <a:lnTo>
                    <a:pt x="936" y="827"/>
                  </a:lnTo>
                  <a:lnTo>
                    <a:pt x="154" y="108"/>
                  </a:lnTo>
                  <a:lnTo>
                    <a:pt x="154" y="72"/>
                  </a:lnTo>
                  <a:cubicBezTo>
                    <a:pt x="154" y="36"/>
                    <a:pt x="118" y="0"/>
                    <a:pt x="7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9"/>
            <p:cNvSpPr/>
            <p:nvPr/>
          </p:nvSpPr>
          <p:spPr>
            <a:xfrm rot="-5400000">
              <a:off x="8491416" y="-100448"/>
              <a:ext cx="112216" cy="1192923"/>
            </a:xfrm>
            <a:custGeom>
              <a:avLst/>
              <a:gdLst/>
              <a:ahLst/>
              <a:cxnLst/>
              <a:rect l="l" t="t" r="r" b="b"/>
              <a:pathLst>
                <a:path w="1089" h="11577" extrusionOk="0">
                  <a:moveTo>
                    <a:pt x="1016" y="1"/>
                  </a:moveTo>
                  <a:cubicBezTo>
                    <a:pt x="980" y="1"/>
                    <a:pt x="935" y="37"/>
                    <a:pt x="935" y="82"/>
                  </a:cubicBezTo>
                  <a:cubicBezTo>
                    <a:pt x="935" y="118"/>
                    <a:pt x="935" y="154"/>
                    <a:pt x="980" y="154"/>
                  </a:cubicBezTo>
                  <a:lnTo>
                    <a:pt x="980" y="5878"/>
                  </a:lnTo>
                  <a:lnTo>
                    <a:pt x="1" y="6777"/>
                  </a:lnTo>
                  <a:lnTo>
                    <a:pt x="1" y="11576"/>
                  </a:lnTo>
                  <a:lnTo>
                    <a:pt x="82" y="11576"/>
                  </a:lnTo>
                  <a:lnTo>
                    <a:pt x="82" y="6822"/>
                  </a:lnTo>
                  <a:lnTo>
                    <a:pt x="1052" y="5923"/>
                  </a:lnTo>
                  <a:lnTo>
                    <a:pt x="1052" y="154"/>
                  </a:lnTo>
                  <a:cubicBezTo>
                    <a:pt x="1088" y="154"/>
                    <a:pt x="1088" y="118"/>
                    <a:pt x="1088" y="82"/>
                  </a:cubicBezTo>
                  <a:cubicBezTo>
                    <a:pt x="1088" y="37"/>
                    <a:pt x="1052" y="1"/>
                    <a:pt x="101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19"/>
            <p:cNvSpPr/>
            <p:nvPr/>
          </p:nvSpPr>
          <p:spPr>
            <a:xfrm rot="-5400000">
              <a:off x="8983644" y="299150"/>
              <a:ext cx="92741" cy="227930"/>
            </a:xfrm>
            <a:custGeom>
              <a:avLst/>
              <a:gdLst/>
              <a:ahLst/>
              <a:cxnLst/>
              <a:rect l="l" t="t" r="r" b="b"/>
              <a:pathLst>
                <a:path w="900" h="2212" extrusionOk="0">
                  <a:moveTo>
                    <a:pt x="81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08"/>
                    <a:pt x="36" y="153"/>
                    <a:pt x="81" y="153"/>
                  </a:cubicBezTo>
                  <a:lnTo>
                    <a:pt x="81" y="1537"/>
                  </a:lnTo>
                  <a:lnTo>
                    <a:pt x="791" y="2211"/>
                  </a:lnTo>
                  <a:lnTo>
                    <a:pt x="899" y="2211"/>
                  </a:lnTo>
                  <a:lnTo>
                    <a:pt x="153" y="1501"/>
                  </a:lnTo>
                  <a:lnTo>
                    <a:pt x="153" y="108"/>
                  </a:lnTo>
                  <a:lnTo>
                    <a:pt x="153" y="72"/>
                  </a:lnTo>
                  <a:cubicBezTo>
                    <a:pt x="153" y="36"/>
                    <a:pt x="153" y="0"/>
                    <a:pt x="8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19"/>
            <p:cNvSpPr/>
            <p:nvPr/>
          </p:nvSpPr>
          <p:spPr>
            <a:xfrm rot="-5400000">
              <a:off x="8769265" y="-219931"/>
              <a:ext cx="154774" cy="594658"/>
            </a:xfrm>
            <a:custGeom>
              <a:avLst/>
              <a:gdLst/>
              <a:ahLst/>
              <a:cxnLst/>
              <a:rect l="l" t="t" r="r" b="b"/>
              <a:pathLst>
                <a:path w="1502" h="5771" extrusionOk="0">
                  <a:moveTo>
                    <a:pt x="1429" y="0"/>
                  </a:moveTo>
                  <a:cubicBezTo>
                    <a:pt x="1393" y="0"/>
                    <a:pt x="1348" y="36"/>
                    <a:pt x="1348" y="72"/>
                  </a:cubicBezTo>
                  <a:cubicBezTo>
                    <a:pt x="1348" y="117"/>
                    <a:pt x="1348" y="117"/>
                    <a:pt x="1393" y="117"/>
                  </a:cubicBezTo>
                  <a:lnTo>
                    <a:pt x="1393" y="710"/>
                  </a:lnTo>
                  <a:lnTo>
                    <a:pt x="944" y="1124"/>
                  </a:lnTo>
                  <a:lnTo>
                    <a:pt x="944" y="4872"/>
                  </a:lnTo>
                  <a:lnTo>
                    <a:pt x="0" y="5689"/>
                  </a:lnTo>
                  <a:lnTo>
                    <a:pt x="0" y="5770"/>
                  </a:lnTo>
                  <a:lnTo>
                    <a:pt x="81" y="5770"/>
                  </a:lnTo>
                  <a:lnTo>
                    <a:pt x="81" y="5734"/>
                  </a:lnTo>
                  <a:lnTo>
                    <a:pt x="1016" y="4872"/>
                  </a:lnTo>
                  <a:lnTo>
                    <a:pt x="1016" y="1124"/>
                  </a:lnTo>
                  <a:lnTo>
                    <a:pt x="1465" y="710"/>
                  </a:lnTo>
                  <a:lnTo>
                    <a:pt x="1465" y="117"/>
                  </a:lnTo>
                  <a:cubicBezTo>
                    <a:pt x="1465" y="117"/>
                    <a:pt x="1501" y="117"/>
                    <a:pt x="1501" y="72"/>
                  </a:cubicBezTo>
                  <a:cubicBezTo>
                    <a:pt x="1501" y="36"/>
                    <a:pt x="1465" y="0"/>
                    <a:pt x="142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19"/>
            <p:cNvSpPr/>
            <p:nvPr/>
          </p:nvSpPr>
          <p:spPr>
            <a:xfrm rot="-5400000">
              <a:off x="8501617" y="-445851"/>
              <a:ext cx="107579" cy="1177158"/>
            </a:xfrm>
            <a:custGeom>
              <a:avLst/>
              <a:gdLst/>
              <a:ahLst/>
              <a:cxnLst/>
              <a:rect l="l" t="t" r="r" b="b"/>
              <a:pathLst>
                <a:path w="1044" h="11424" extrusionOk="0">
                  <a:moveTo>
                    <a:pt x="971" y="1"/>
                  </a:moveTo>
                  <a:cubicBezTo>
                    <a:pt x="900" y="1"/>
                    <a:pt x="855" y="36"/>
                    <a:pt x="855" y="72"/>
                  </a:cubicBezTo>
                  <a:cubicBezTo>
                    <a:pt x="855" y="108"/>
                    <a:pt x="900" y="153"/>
                    <a:pt x="936" y="153"/>
                  </a:cubicBezTo>
                  <a:lnTo>
                    <a:pt x="936" y="10300"/>
                  </a:lnTo>
                  <a:lnTo>
                    <a:pt x="1" y="11163"/>
                  </a:lnTo>
                  <a:lnTo>
                    <a:pt x="1" y="11423"/>
                  </a:lnTo>
                  <a:lnTo>
                    <a:pt x="73" y="11423"/>
                  </a:lnTo>
                  <a:lnTo>
                    <a:pt x="73" y="11163"/>
                  </a:lnTo>
                  <a:lnTo>
                    <a:pt x="971" y="10336"/>
                  </a:lnTo>
                  <a:lnTo>
                    <a:pt x="971" y="153"/>
                  </a:lnTo>
                  <a:cubicBezTo>
                    <a:pt x="1007" y="153"/>
                    <a:pt x="1043" y="108"/>
                    <a:pt x="1043" y="72"/>
                  </a:cubicBezTo>
                  <a:cubicBezTo>
                    <a:pt x="1043" y="36"/>
                    <a:pt x="1007" y="1"/>
                    <a:pt x="97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19"/>
            <p:cNvSpPr/>
            <p:nvPr/>
          </p:nvSpPr>
          <p:spPr>
            <a:xfrm rot="-5400000">
              <a:off x="8931351" y="293123"/>
              <a:ext cx="65846" cy="359412"/>
            </a:xfrm>
            <a:custGeom>
              <a:avLst/>
              <a:gdLst/>
              <a:ahLst/>
              <a:cxnLst/>
              <a:rect l="l" t="t" r="r" b="b"/>
              <a:pathLst>
                <a:path w="639" h="3488" extrusionOk="0">
                  <a:moveTo>
                    <a:pt x="81" y="0"/>
                  </a:moveTo>
                  <a:cubicBezTo>
                    <a:pt x="36" y="0"/>
                    <a:pt x="0" y="0"/>
                    <a:pt x="0" y="81"/>
                  </a:cubicBezTo>
                  <a:cubicBezTo>
                    <a:pt x="0" y="81"/>
                    <a:pt x="36" y="117"/>
                    <a:pt x="81" y="117"/>
                  </a:cubicBezTo>
                  <a:lnTo>
                    <a:pt x="81" y="3002"/>
                  </a:lnTo>
                  <a:lnTo>
                    <a:pt x="566" y="3487"/>
                  </a:lnTo>
                  <a:lnTo>
                    <a:pt x="638" y="3487"/>
                  </a:lnTo>
                  <a:lnTo>
                    <a:pt x="117" y="3002"/>
                  </a:lnTo>
                  <a:lnTo>
                    <a:pt x="117" y="117"/>
                  </a:lnTo>
                  <a:cubicBezTo>
                    <a:pt x="153" y="117"/>
                    <a:pt x="189" y="81"/>
                    <a:pt x="189" y="81"/>
                  </a:cubicBezTo>
                  <a:cubicBezTo>
                    <a:pt x="189" y="0"/>
                    <a:pt x="153" y="0"/>
                    <a:pt x="8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19"/>
            <p:cNvSpPr/>
            <p:nvPr/>
          </p:nvSpPr>
          <p:spPr>
            <a:xfrm rot="-5400000">
              <a:off x="8672974" y="181066"/>
              <a:ext cx="112113" cy="829904"/>
            </a:xfrm>
            <a:custGeom>
              <a:avLst/>
              <a:gdLst/>
              <a:ahLst/>
              <a:cxnLst/>
              <a:rect l="l" t="t" r="r" b="b"/>
              <a:pathLst>
                <a:path w="1088" h="8054" extrusionOk="0">
                  <a:moveTo>
                    <a:pt x="1007" y="1"/>
                  </a:moveTo>
                  <a:cubicBezTo>
                    <a:pt x="971" y="1"/>
                    <a:pt x="935" y="37"/>
                    <a:pt x="935" y="73"/>
                  </a:cubicBezTo>
                  <a:cubicBezTo>
                    <a:pt x="935" y="109"/>
                    <a:pt x="935" y="109"/>
                    <a:pt x="971" y="154"/>
                  </a:cubicBezTo>
                  <a:lnTo>
                    <a:pt x="971" y="2023"/>
                  </a:lnTo>
                  <a:lnTo>
                    <a:pt x="0" y="2886"/>
                  </a:lnTo>
                  <a:lnTo>
                    <a:pt x="0" y="8053"/>
                  </a:lnTo>
                  <a:lnTo>
                    <a:pt x="72" y="8053"/>
                  </a:lnTo>
                  <a:lnTo>
                    <a:pt x="72" y="2922"/>
                  </a:lnTo>
                  <a:lnTo>
                    <a:pt x="1052" y="2023"/>
                  </a:lnTo>
                  <a:lnTo>
                    <a:pt x="1052" y="154"/>
                  </a:lnTo>
                  <a:cubicBezTo>
                    <a:pt x="1088" y="109"/>
                    <a:pt x="1088" y="109"/>
                    <a:pt x="1088" y="73"/>
                  </a:cubicBezTo>
                  <a:cubicBezTo>
                    <a:pt x="1088" y="37"/>
                    <a:pt x="1052" y="1"/>
                    <a:pt x="10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19"/>
            <p:cNvSpPr/>
            <p:nvPr/>
          </p:nvSpPr>
          <p:spPr>
            <a:xfrm rot="-5400000">
              <a:off x="8591881" y="150051"/>
              <a:ext cx="112216" cy="991990"/>
            </a:xfrm>
            <a:custGeom>
              <a:avLst/>
              <a:gdLst/>
              <a:ahLst/>
              <a:cxnLst/>
              <a:rect l="l" t="t" r="r" b="b"/>
              <a:pathLst>
                <a:path w="1089" h="9627" extrusionOk="0">
                  <a:moveTo>
                    <a:pt x="1007" y="1"/>
                  </a:moveTo>
                  <a:cubicBezTo>
                    <a:pt x="971" y="1"/>
                    <a:pt x="935" y="1"/>
                    <a:pt x="935" y="73"/>
                  </a:cubicBezTo>
                  <a:cubicBezTo>
                    <a:pt x="935" y="73"/>
                    <a:pt x="935" y="109"/>
                    <a:pt x="971" y="109"/>
                  </a:cubicBezTo>
                  <a:lnTo>
                    <a:pt x="971" y="3407"/>
                  </a:lnTo>
                  <a:lnTo>
                    <a:pt x="1" y="4270"/>
                  </a:lnTo>
                  <a:lnTo>
                    <a:pt x="37" y="4306"/>
                  </a:lnTo>
                  <a:lnTo>
                    <a:pt x="1" y="4306"/>
                  </a:lnTo>
                  <a:lnTo>
                    <a:pt x="1" y="9626"/>
                  </a:lnTo>
                  <a:lnTo>
                    <a:pt x="73" y="9626"/>
                  </a:lnTo>
                  <a:lnTo>
                    <a:pt x="73" y="4306"/>
                  </a:lnTo>
                  <a:lnTo>
                    <a:pt x="1043" y="3407"/>
                  </a:lnTo>
                  <a:lnTo>
                    <a:pt x="1043" y="109"/>
                  </a:lnTo>
                  <a:cubicBezTo>
                    <a:pt x="1088" y="109"/>
                    <a:pt x="1088" y="73"/>
                    <a:pt x="1088" y="73"/>
                  </a:cubicBezTo>
                  <a:cubicBezTo>
                    <a:pt x="1088" y="1"/>
                    <a:pt x="1043" y="1"/>
                    <a:pt x="10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19"/>
            <p:cNvSpPr/>
            <p:nvPr/>
          </p:nvSpPr>
          <p:spPr>
            <a:xfrm rot="-5400000">
              <a:off x="8283118" y="-613449"/>
              <a:ext cx="112113" cy="1609627"/>
            </a:xfrm>
            <a:custGeom>
              <a:avLst/>
              <a:gdLst/>
              <a:ahLst/>
              <a:cxnLst/>
              <a:rect l="l" t="t" r="r" b="b"/>
              <a:pathLst>
                <a:path w="1088" h="15621" extrusionOk="0">
                  <a:moveTo>
                    <a:pt x="81" y="1"/>
                  </a:moveTo>
                  <a:cubicBezTo>
                    <a:pt x="45" y="1"/>
                    <a:pt x="1" y="36"/>
                    <a:pt x="1" y="81"/>
                  </a:cubicBezTo>
                  <a:cubicBezTo>
                    <a:pt x="1" y="117"/>
                    <a:pt x="45" y="117"/>
                    <a:pt x="81" y="153"/>
                  </a:cubicBezTo>
                  <a:lnTo>
                    <a:pt x="81" y="3523"/>
                  </a:lnTo>
                  <a:lnTo>
                    <a:pt x="980" y="4386"/>
                  </a:lnTo>
                  <a:lnTo>
                    <a:pt x="980" y="12133"/>
                  </a:lnTo>
                  <a:lnTo>
                    <a:pt x="81" y="12996"/>
                  </a:lnTo>
                  <a:lnTo>
                    <a:pt x="81" y="15620"/>
                  </a:lnTo>
                  <a:lnTo>
                    <a:pt x="117" y="15620"/>
                  </a:lnTo>
                  <a:lnTo>
                    <a:pt x="117" y="15171"/>
                  </a:lnTo>
                  <a:lnTo>
                    <a:pt x="1052" y="14308"/>
                  </a:lnTo>
                  <a:lnTo>
                    <a:pt x="1052" y="13032"/>
                  </a:lnTo>
                  <a:cubicBezTo>
                    <a:pt x="1088" y="13032"/>
                    <a:pt x="1088" y="12996"/>
                    <a:pt x="1088" y="12960"/>
                  </a:cubicBezTo>
                  <a:cubicBezTo>
                    <a:pt x="1088" y="12924"/>
                    <a:pt x="1052" y="12888"/>
                    <a:pt x="1016" y="12888"/>
                  </a:cubicBezTo>
                  <a:cubicBezTo>
                    <a:pt x="980" y="12888"/>
                    <a:pt x="944" y="12924"/>
                    <a:pt x="944" y="12960"/>
                  </a:cubicBezTo>
                  <a:cubicBezTo>
                    <a:pt x="944" y="12996"/>
                    <a:pt x="980" y="13032"/>
                    <a:pt x="980" y="13032"/>
                  </a:cubicBezTo>
                  <a:lnTo>
                    <a:pt x="980" y="14308"/>
                  </a:lnTo>
                  <a:lnTo>
                    <a:pt x="117" y="15090"/>
                  </a:lnTo>
                  <a:lnTo>
                    <a:pt x="117" y="12996"/>
                  </a:lnTo>
                  <a:lnTo>
                    <a:pt x="1052" y="12133"/>
                  </a:lnTo>
                  <a:lnTo>
                    <a:pt x="1052" y="4350"/>
                  </a:lnTo>
                  <a:lnTo>
                    <a:pt x="117" y="3523"/>
                  </a:lnTo>
                  <a:lnTo>
                    <a:pt x="117" y="153"/>
                  </a:lnTo>
                  <a:cubicBezTo>
                    <a:pt x="153" y="117"/>
                    <a:pt x="189" y="117"/>
                    <a:pt x="189" y="81"/>
                  </a:cubicBezTo>
                  <a:cubicBezTo>
                    <a:pt x="189" y="36"/>
                    <a:pt x="153" y="1"/>
                    <a:pt x="8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19"/>
            <p:cNvSpPr/>
            <p:nvPr/>
          </p:nvSpPr>
          <p:spPr>
            <a:xfrm rot="-5400000">
              <a:off x="8441492" y="-100395"/>
              <a:ext cx="112113" cy="1292874"/>
            </a:xfrm>
            <a:custGeom>
              <a:avLst/>
              <a:gdLst/>
              <a:ahLst/>
              <a:cxnLst/>
              <a:rect l="l" t="t" r="r" b="b"/>
              <a:pathLst>
                <a:path w="1088" h="12547" extrusionOk="0">
                  <a:moveTo>
                    <a:pt x="1016" y="0"/>
                  </a:moveTo>
                  <a:cubicBezTo>
                    <a:pt x="971" y="0"/>
                    <a:pt x="935" y="36"/>
                    <a:pt x="935" y="72"/>
                  </a:cubicBezTo>
                  <a:cubicBezTo>
                    <a:pt x="935" y="108"/>
                    <a:pt x="935" y="153"/>
                    <a:pt x="971" y="153"/>
                  </a:cubicBezTo>
                  <a:lnTo>
                    <a:pt x="971" y="6669"/>
                  </a:lnTo>
                  <a:lnTo>
                    <a:pt x="0" y="7567"/>
                  </a:lnTo>
                  <a:lnTo>
                    <a:pt x="0" y="12546"/>
                  </a:lnTo>
                  <a:lnTo>
                    <a:pt x="72" y="12546"/>
                  </a:lnTo>
                  <a:lnTo>
                    <a:pt x="72" y="7603"/>
                  </a:lnTo>
                  <a:lnTo>
                    <a:pt x="1052" y="6705"/>
                  </a:lnTo>
                  <a:lnTo>
                    <a:pt x="1052" y="153"/>
                  </a:lnTo>
                  <a:cubicBezTo>
                    <a:pt x="1088" y="153"/>
                    <a:pt x="1088" y="108"/>
                    <a:pt x="1088" y="72"/>
                  </a:cubicBezTo>
                  <a:cubicBezTo>
                    <a:pt x="1088" y="36"/>
                    <a:pt x="1052" y="0"/>
                    <a:pt x="101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9"/>
            <p:cNvSpPr/>
            <p:nvPr/>
          </p:nvSpPr>
          <p:spPr>
            <a:xfrm rot="-5400000">
              <a:off x="8580392" y="4173574"/>
              <a:ext cx="112113" cy="1015072"/>
            </a:xfrm>
            <a:custGeom>
              <a:avLst/>
              <a:gdLst/>
              <a:ahLst/>
              <a:cxnLst/>
              <a:rect l="l" t="t" r="r" b="b"/>
              <a:pathLst>
                <a:path w="1088" h="9851" extrusionOk="0">
                  <a:moveTo>
                    <a:pt x="1007" y="0"/>
                  </a:moveTo>
                  <a:cubicBezTo>
                    <a:pt x="935" y="0"/>
                    <a:pt x="899" y="36"/>
                    <a:pt x="899" y="72"/>
                  </a:cubicBezTo>
                  <a:lnTo>
                    <a:pt x="935" y="108"/>
                  </a:lnTo>
                  <a:lnTo>
                    <a:pt x="0" y="935"/>
                  </a:lnTo>
                  <a:lnTo>
                    <a:pt x="0" y="9850"/>
                  </a:lnTo>
                  <a:lnTo>
                    <a:pt x="72" y="9850"/>
                  </a:lnTo>
                  <a:lnTo>
                    <a:pt x="72" y="935"/>
                  </a:lnTo>
                  <a:lnTo>
                    <a:pt x="971" y="153"/>
                  </a:lnTo>
                  <a:lnTo>
                    <a:pt x="1007" y="153"/>
                  </a:lnTo>
                  <a:cubicBezTo>
                    <a:pt x="1043" y="153"/>
                    <a:pt x="1088" y="108"/>
                    <a:pt x="1088" y="72"/>
                  </a:cubicBezTo>
                  <a:cubicBezTo>
                    <a:pt x="1088" y="36"/>
                    <a:pt x="1043" y="0"/>
                    <a:pt x="10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9"/>
            <p:cNvSpPr/>
            <p:nvPr/>
          </p:nvSpPr>
          <p:spPr>
            <a:xfrm rot="-5400000">
              <a:off x="8518773" y="4174090"/>
              <a:ext cx="96450" cy="1153973"/>
            </a:xfrm>
            <a:custGeom>
              <a:avLst/>
              <a:gdLst/>
              <a:ahLst/>
              <a:cxnLst/>
              <a:rect l="l" t="t" r="r" b="b"/>
              <a:pathLst>
                <a:path w="936" h="11199" extrusionOk="0">
                  <a:moveTo>
                    <a:pt x="73" y="0"/>
                  </a:moveTo>
                  <a:cubicBezTo>
                    <a:pt x="37" y="0"/>
                    <a:pt x="1" y="36"/>
                    <a:pt x="1" y="72"/>
                  </a:cubicBezTo>
                  <a:cubicBezTo>
                    <a:pt x="1" y="108"/>
                    <a:pt x="37" y="153"/>
                    <a:pt x="73" y="153"/>
                  </a:cubicBezTo>
                  <a:lnTo>
                    <a:pt x="118" y="153"/>
                  </a:lnTo>
                  <a:lnTo>
                    <a:pt x="900" y="863"/>
                  </a:lnTo>
                  <a:lnTo>
                    <a:pt x="900" y="1312"/>
                  </a:lnTo>
                  <a:lnTo>
                    <a:pt x="73" y="2094"/>
                  </a:lnTo>
                  <a:lnTo>
                    <a:pt x="73" y="11198"/>
                  </a:lnTo>
                  <a:lnTo>
                    <a:pt x="118" y="11198"/>
                  </a:lnTo>
                  <a:lnTo>
                    <a:pt x="118" y="2130"/>
                  </a:lnTo>
                  <a:lnTo>
                    <a:pt x="936" y="1348"/>
                  </a:lnTo>
                  <a:lnTo>
                    <a:pt x="936" y="827"/>
                  </a:lnTo>
                  <a:lnTo>
                    <a:pt x="154" y="108"/>
                  </a:lnTo>
                  <a:lnTo>
                    <a:pt x="154" y="72"/>
                  </a:lnTo>
                  <a:cubicBezTo>
                    <a:pt x="154" y="36"/>
                    <a:pt x="118" y="0"/>
                    <a:pt x="7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9"/>
            <p:cNvSpPr/>
            <p:nvPr/>
          </p:nvSpPr>
          <p:spPr>
            <a:xfrm rot="-5400000">
              <a:off x="8491416" y="4351377"/>
              <a:ext cx="112216" cy="1192923"/>
            </a:xfrm>
            <a:custGeom>
              <a:avLst/>
              <a:gdLst/>
              <a:ahLst/>
              <a:cxnLst/>
              <a:rect l="l" t="t" r="r" b="b"/>
              <a:pathLst>
                <a:path w="1089" h="11577" extrusionOk="0">
                  <a:moveTo>
                    <a:pt x="1016" y="1"/>
                  </a:moveTo>
                  <a:cubicBezTo>
                    <a:pt x="980" y="1"/>
                    <a:pt x="935" y="37"/>
                    <a:pt x="935" y="82"/>
                  </a:cubicBezTo>
                  <a:cubicBezTo>
                    <a:pt x="935" y="118"/>
                    <a:pt x="935" y="154"/>
                    <a:pt x="980" y="154"/>
                  </a:cubicBezTo>
                  <a:lnTo>
                    <a:pt x="980" y="5878"/>
                  </a:lnTo>
                  <a:lnTo>
                    <a:pt x="1" y="6777"/>
                  </a:lnTo>
                  <a:lnTo>
                    <a:pt x="1" y="11576"/>
                  </a:lnTo>
                  <a:lnTo>
                    <a:pt x="82" y="11576"/>
                  </a:lnTo>
                  <a:lnTo>
                    <a:pt x="82" y="6822"/>
                  </a:lnTo>
                  <a:lnTo>
                    <a:pt x="1052" y="5923"/>
                  </a:lnTo>
                  <a:lnTo>
                    <a:pt x="1052" y="154"/>
                  </a:lnTo>
                  <a:cubicBezTo>
                    <a:pt x="1088" y="154"/>
                    <a:pt x="1088" y="118"/>
                    <a:pt x="1088" y="82"/>
                  </a:cubicBezTo>
                  <a:cubicBezTo>
                    <a:pt x="1088" y="37"/>
                    <a:pt x="1052" y="1"/>
                    <a:pt x="101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19"/>
            <p:cNvSpPr/>
            <p:nvPr/>
          </p:nvSpPr>
          <p:spPr>
            <a:xfrm rot="-5400000">
              <a:off x="8983644" y="4750975"/>
              <a:ext cx="92740" cy="227930"/>
            </a:xfrm>
            <a:custGeom>
              <a:avLst/>
              <a:gdLst/>
              <a:ahLst/>
              <a:cxnLst/>
              <a:rect l="l" t="t" r="r" b="b"/>
              <a:pathLst>
                <a:path w="900" h="2212" extrusionOk="0">
                  <a:moveTo>
                    <a:pt x="81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08"/>
                    <a:pt x="36" y="153"/>
                    <a:pt x="81" y="153"/>
                  </a:cubicBezTo>
                  <a:lnTo>
                    <a:pt x="81" y="1537"/>
                  </a:lnTo>
                  <a:lnTo>
                    <a:pt x="791" y="2211"/>
                  </a:lnTo>
                  <a:lnTo>
                    <a:pt x="899" y="2211"/>
                  </a:lnTo>
                  <a:lnTo>
                    <a:pt x="153" y="1501"/>
                  </a:lnTo>
                  <a:lnTo>
                    <a:pt x="153" y="108"/>
                  </a:lnTo>
                  <a:lnTo>
                    <a:pt x="153" y="72"/>
                  </a:lnTo>
                  <a:cubicBezTo>
                    <a:pt x="153" y="36"/>
                    <a:pt x="153" y="0"/>
                    <a:pt x="8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19"/>
            <p:cNvSpPr/>
            <p:nvPr/>
          </p:nvSpPr>
          <p:spPr>
            <a:xfrm rot="-5400000">
              <a:off x="8769265" y="4231894"/>
              <a:ext cx="154774" cy="594658"/>
            </a:xfrm>
            <a:custGeom>
              <a:avLst/>
              <a:gdLst/>
              <a:ahLst/>
              <a:cxnLst/>
              <a:rect l="l" t="t" r="r" b="b"/>
              <a:pathLst>
                <a:path w="1502" h="5771" extrusionOk="0">
                  <a:moveTo>
                    <a:pt x="1429" y="0"/>
                  </a:moveTo>
                  <a:cubicBezTo>
                    <a:pt x="1393" y="0"/>
                    <a:pt x="1348" y="36"/>
                    <a:pt x="1348" y="72"/>
                  </a:cubicBezTo>
                  <a:cubicBezTo>
                    <a:pt x="1348" y="117"/>
                    <a:pt x="1348" y="117"/>
                    <a:pt x="1393" y="117"/>
                  </a:cubicBezTo>
                  <a:lnTo>
                    <a:pt x="1393" y="710"/>
                  </a:lnTo>
                  <a:lnTo>
                    <a:pt x="944" y="1124"/>
                  </a:lnTo>
                  <a:lnTo>
                    <a:pt x="944" y="4872"/>
                  </a:lnTo>
                  <a:lnTo>
                    <a:pt x="0" y="5689"/>
                  </a:lnTo>
                  <a:lnTo>
                    <a:pt x="0" y="5770"/>
                  </a:lnTo>
                  <a:lnTo>
                    <a:pt x="81" y="5770"/>
                  </a:lnTo>
                  <a:lnTo>
                    <a:pt x="81" y="5734"/>
                  </a:lnTo>
                  <a:lnTo>
                    <a:pt x="1016" y="4872"/>
                  </a:lnTo>
                  <a:lnTo>
                    <a:pt x="1016" y="1124"/>
                  </a:lnTo>
                  <a:lnTo>
                    <a:pt x="1465" y="710"/>
                  </a:lnTo>
                  <a:lnTo>
                    <a:pt x="1465" y="117"/>
                  </a:lnTo>
                  <a:cubicBezTo>
                    <a:pt x="1465" y="117"/>
                    <a:pt x="1501" y="117"/>
                    <a:pt x="1501" y="72"/>
                  </a:cubicBezTo>
                  <a:cubicBezTo>
                    <a:pt x="1501" y="36"/>
                    <a:pt x="1465" y="0"/>
                    <a:pt x="142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19"/>
            <p:cNvSpPr/>
            <p:nvPr/>
          </p:nvSpPr>
          <p:spPr>
            <a:xfrm rot="-5400000">
              <a:off x="8501617" y="4005974"/>
              <a:ext cx="107579" cy="1177158"/>
            </a:xfrm>
            <a:custGeom>
              <a:avLst/>
              <a:gdLst/>
              <a:ahLst/>
              <a:cxnLst/>
              <a:rect l="l" t="t" r="r" b="b"/>
              <a:pathLst>
                <a:path w="1044" h="11424" extrusionOk="0">
                  <a:moveTo>
                    <a:pt x="971" y="1"/>
                  </a:moveTo>
                  <a:cubicBezTo>
                    <a:pt x="900" y="1"/>
                    <a:pt x="855" y="36"/>
                    <a:pt x="855" y="72"/>
                  </a:cubicBezTo>
                  <a:cubicBezTo>
                    <a:pt x="855" y="108"/>
                    <a:pt x="900" y="153"/>
                    <a:pt x="936" y="153"/>
                  </a:cubicBezTo>
                  <a:lnTo>
                    <a:pt x="936" y="10300"/>
                  </a:lnTo>
                  <a:lnTo>
                    <a:pt x="1" y="11163"/>
                  </a:lnTo>
                  <a:lnTo>
                    <a:pt x="1" y="11423"/>
                  </a:lnTo>
                  <a:lnTo>
                    <a:pt x="73" y="11423"/>
                  </a:lnTo>
                  <a:lnTo>
                    <a:pt x="73" y="11163"/>
                  </a:lnTo>
                  <a:lnTo>
                    <a:pt x="971" y="10336"/>
                  </a:lnTo>
                  <a:lnTo>
                    <a:pt x="971" y="153"/>
                  </a:lnTo>
                  <a:cubicBezTo>
                    <a:pt x="1007" y="153"/>
                    <a:pt x="1043" y="108"/>
                    <a:pt x="1043" y="72"/>
                  </a:cubicBezTo>
                  <a:cubicBezTo>
                    <a:pt x="1043" y="36"/>
                    <a:pt x="1007" y="1"/>
                    <a:pt x="97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19"/>
            <p:cNvSpPr/>
            <p:nvPr/>
          </p:nvSpPr>
          <p:spPr>
            <a:xfrm rot="-5400000">
              <a:off x="8931351" y="4744948"/>
              <a:ext cx="65846" cy="359412"/>
            </a:xfrm>
            <a:custGeom>
              <a:avLst/>
              <a:gdLst/>
              <a:ahLst/>
              <a:cxnLst/>
              <a:rect l="l" t="t" r="r" b="b"/>
              <a:pathLst>
                <a:path w="639" h="3488" extrusionOk="0">
                  <a:moveTo>
                    <a:pt x="81" y="0"/>
                  </a:moveTo>
                  <a:cubicBezTo>
                    <a:pt x="36" y="0"/>
                    <a:pt x="0" y="0"/>
                    <a:pt x="0" y="81"/>
                  </a:cubicBezTo>
                  <a:cubicBezTo>
                    <a:pt x="0" y="81"/>
                    <a:pt x="36" y="117"/>
                    <a:pt x="81" y="117"/>
                  </a:cubicBezTo>
                  <a:lnTo>
                    <a:pt x="81" y="3002"/>
                  </a:lnTo>
                  <a:lnTo>
                    <a:pt x="566" y="3487"/>
                  </a:lnTo>
                  <a:lnTo>
                    <a:pt x="638" y="3487"/>
                  </a:lnTo>
                  <a:lnTo>
                    <a:pt x="117" y="3002"/>
                  </a:lnTo>
                  <a:lnTo>
                    <a:pt x="117" y="117"/>
                  </a:lnTo>
                  <a:cubicBezTo>
                    <a:pt x="153" y="117"/>
                    <a:pt x="189" y="81"/>
                    <a:pt x="189" y="81"/>
                  </a:cubicBezTo>
                  <a:cubicBezTo>
                    <a:pt x="189" y="0"/>
                    <a:pt x="153" y="0"/>
                    <a:pt x="8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9"/>
            <p:cNvSpPr/>
            <p:nvPr/>
          </p:nvSpPr>
          <p:spPr>
            <a:xfrm rot="-5400000">
              <a:off x="8672974" y="4632891"/>
              <a:ext cx="112113" cy="829904"/>
            </a:xfrm>
            <a:custGeom>
              <a:avLst/>
              <a:gdLst/>
              <a:ahLst/>
              <a:cxnLst/>
              <a:rect l="l" t="t" r="r" b="b"/>
              <a:pathLst>
                <a:path w="1088" h="8054" extrusionOk="0">
                  <a:moveTo>
                    <a:pt x="1007" y="1"/>
                  </a:moveTo>
                  <a:cubicBezTo>
                    <a:pt x="971" y="1"/>
                    <a:pt x="935" y="37"/>
                    <a:pt x="935" y="73"/>
                  </a:cubicBezTo>
                  <a:cubicBezTo>
                    <a:pt x="935" y="109"/>
                    <a:pt x="935" y="109"/>
                    <a:pt x="971" y="154"/>
                  </a:cubicBezTo>
                  <a:lnTo>
                    <a:pt x="971" y="2023"/>
                  </a:lnTo>
                  <a:lnTo>
                    <a:pt x="0" y="2886"/>
                  </a:lnTo>
                  <a:lnTo>
                    <a:pt x="0" y="8053"/>
                  </a:lnTo>
                  <a:lnTo>
                    <a:pt x="72" y="8053"/>
                  </a:lnTo>
                  <a:lnTo>
                    <a:pt x="72" y="2922"/>
                  </a:lnTo>
                  <a:lnTo>
                    <a:pt x="1052" y="2023"/>
                  </a:lnTo>
                  <a:lnTo>
                    <a:pt x="1052" y="154"/>
                  </a:lnTo>
                  <a:cubicBezTo>
                    <a:pt x="1088" y="109"/>
                    <a:pt x="1088" y="109"/>
                    <a:pt x="1088" y="73"/>
                  </a:cubicBezTo>
                  <a:cubicBezTo>
                    <a:pt x="1088" y="37"/>
                    <a:pt x="1052" y="1"/>
                    <a:pt x="10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9"/>
            <p:cNvSpPr/>
            <p:nvPr/>
          </p:nvSpPr>
          <p:spPr>
            <a:xfrm rot="-5400000">
              <a:off x="8591881" y="4601876"/>
              <a:ext cx="112216" cy="991990"/>
            </a:xfrm>
            <a:custGeom>
              <a:avLst/>
              <a:gdLst/>
              <a:ahLst/>
              <a:cxnLst/>
              <a:rect l="l" t="t" r="r" b="b"/>
              <a:pathLst>
                <a:path w="1089" h="9627" extrusionOk="0">
                  <a:moveTo>
                    <a:pt x="1007" y="1"/>
                  </a:moveTo>
                  <a:cubicBezTo>
                    <a:pt x="971" y="1"/>
                    <a:pt x="935" y="1"/>
                    <a:pt x="935" y="73"/>
                  </a:cubicBezTo>
                  <a:cubicBezTo>
                    <a:pt x="935" y="73"/>
                    <a:pt x="935" y="109"/>
                    <a:pt x="971" y="109"/>
                  </a:cubicBezTo>
                  <a:lnTo>
                    <a:pt x="971" y="3407"/>
                  </a:lnTo>
                  <a:lnTo>
                    <a:pt x="1" y="4270"/>
                  </a:lnTo>
                  <a:lnTo>
                    <a:pt x="37" y="4306"/>
                  </a:lnTo>
                  <a:lnTo>
                    <a:pt x="1" y="4306"/>
                  </a:lnTo>
                  <a:lnTo>
                    <a:pt x="1" y="9626"/>
                  </a:lnTo>
                  <a:lnTo>
                    <a:pt x="73" y="9626"/>
                  </a:lnTo>
                  <a:lnTo>
                    <a:pt x="73" y="4306"/>
                  </a:lnTo>
                  <a:lnTo>
                    <a:pt x="1043" y="3407"/>
                  </a:lnTo>
                  <a:lnTo>
                    <a:pt x="1043" y="109"/>
                  </a:lnTo>
                  <a:cubicBezTo>
                    <a:pt x="1088" y="109"/>
                    <a:pt x="1088" y="73"/>
                    <a:pt x="1088" y="73"/>
                  </a:cubicBezTo>
                  <a:cubicBezTo>
                    <a:pt x="1088" y="1"/>
                    <a:pt x="1043" y="1"/>
                    <a:pt x="10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9"/>
            <p:cNvSpPr/>
            <p:nvPr/>
          </p:nvSpPr>
          <p:spPr>
            <a:xfrm rot="-5400000">
              <a:off x="8283118" y="3838376"/>
              <a:ext cx="112113" cy="1609627"/>
            </a:xfrm>
            <a:custGeom>
              <a:avLst/>
              <a:gdLst/>
              <a:ahLst/>
              <a:cxnLst/>
              <a:rect l="l" t="t" r="r" b="b"/>
              <a:pathLst>
                <a:path w="1088" h="15621" extrusionOk="0">
                  <a:moveTo>
                    <a:pt x="81" y="1"/>
                  </a:moveTo>
                  <a:cubicBezTo>
                    <a:pt x="45" y="1"/>
                    <a:pt x="1" y="36"/>
                    <a:pt x="1" y="81"/>
                  </a:cubicBezTo>
                  <a:cubicBezTo>
                    <a:pt x="1" y="117"/>
                    <a:pt x="45" y="117"/>
                    <a:pt x="81" y="153"/>
                  </a:cubicBezTo>
                  <a:lnTo>
                    <a:pt x="81" y="3523"/>
                  </a:lnTo>
                  <a:lnTo>
                    <a:pt x="980" y="4386"/>
                  </a:lnTo>
                  <a:lnTo>
                    <a:pt x="980" y="12133"/>
                  </a:lnTo>
                  <a:lnTo>
                    <a:pt x="81" y="12996"/>
                  </a:lnTo>
                  <a:lnTo>
                    <a:pt x="81" y="15620"/>
                  </a:lnTo>
                  <a:lnTo>
                    <a:pt x="117" y="15620"/>
                  </a:lnTo>
                  <a:lnTo>
                    <a:pt x="117" y="15171"/>
                  </a:lnTo>
                  <a:lnTo>
                    <a:pt x="1052" y="14308"/>
                  </a:lnTo>
                  <a:lnTo>
                    <a:pt x="1052" y="13032"/>
                  </a:lnTo>
                  <a:cubicBezTo>
                    <a:pt x="1088" y="13032"/>
                    <a:pt x="1088" y="12996"/>
                    <a:pt x="1088" y="12960"/>
                  </a:cubicBezTo>
                  <a:cubicBezTo>
                    <a:pt x="1088" y="12924"/>
                    <a:pt x="1052" y="12888"/>
                    <a:pt x="1016" y="12888"/>
                  </a:cubicBezTo>
                  <a:cubicBezTo>
                    <a:pt x="980" y="12888"/>
                    <a:pt x="944" y="12924"/>
                    <a:pt x="944" y="12960"/>
                  </a:cubicBezTo>
                  <a:cubicBezTo>
                    <a:pt x="944" y="12996"/>
                    <a:pt x="980" y="13032"/>
                    <a:pt x="980" y="13032"/>
                  </a:cubicBezTo>
                  <a:lnTo>
                    <a:pt x="980" y="14308"/>
                  </a:lnTo>
                  <a:lnTo>
                    <a:pt x="117" y="15090"/>
                  </a:lnTo>
                  <a:lnTo>
                    <a:pt x="117" y="12996"/>
                  </a:lnTo>
                  <a:lnTo>
                    <a:pt x="1052" y="12133"/>
                  </a:lnTo>
                  <a:lnTo>
                    <a:pt x="1052" y="4350"/>
                  </a:lnTo>
                  <a:lnTo>
                    <a:pt x="117" y="3523"/>
                  </a:lnTo>
                  <a:lnTo>
                    <a:pt x="117" y="153"/>
                  </a:lnTo>
                  <a:cubicBezTo>
                    <a:pt x="153" y="117"/>
                    <a:pt x="189" y="117"/>
                    <a:pt x="189" y="81"/>
                  </a:cubicBezTo>
                  <a:cubicBezTo>
                    <a:pt x="189" y="36"/>
                    <a:pt x="153" y="1"/>
                    <a:pt x="8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9"/>
            <p:cNvSpPr/>
            <p:nvPr/>
          </p:nvSpPr>
          <p:spPr>
            <a:xfrm rot="-5400000">
              <a:off x="8441492" y="4351430"/>
              <a:ext cx="112113" cy="1292874"/>
            </a:xfrm>
            <a:custGeom>
              <a:avLst/>
              <a:gdLst/>
              <a:ahLst/>
              <a:cxnLst/>
              <a:rect l="l" t="t" r="r" b="b"/>
              <a:pathLst>
                <a:path w="1088" h="12547" extrusionOk="0">
                  <a:moveTo>
                    <a:pt x="1016" y="0"/>
                  </a:moveTo>
                  <a:cubicBezTo>
                    <a:pt x="971" y="0"/>
                    <a:pt x="935" y="36"/>
                    <a:pt x="935" y="72"/>
                  </a:cubicBezTo>
                  <a:cubicBezTo>
                    <a:pt x="935" y="108"/>
                    <a:pt x="935" y="153"/>
                    <a:pt x="971" y="153"/>
                  </a:cubicBezTo>
                  <a:lnTo>
                    <a:pt x="971" y="6669"/>
                  </a:lnTo>
                  <a:lnTo>
                    <a:pt x="0" y="7567"/>
                  </a:lnTo>
                  <a:lnTo>
                    <a:pt x="0" y="12546"/>
                  </a:lnTo>
                  <a:lnTo>
                    <a:pt x="72" y="12546"/>
                  </a:lnTo>
                  <a:lnTo>
                    <a:pt x="72" y="7603"/>
                  </a:lnTo>
                  <a:lnTo>
                    <a:pt x="1052" y="6705"/>
                  </a:lnTo>
                  <a:lnTo>
                    <a:pt x="1052" y="153"/>
                  </a:lnTo>
                  <a:cubicBezTo>
                    <a:pt x="1088" y="153"/>
                    <a:pt x="1088" y="108"/>
                    <a:pt x="1088" y="72"/>
                  </a:cubicBezTo>
                  <a:cubicBezTo>
                    <a:pt x="1088" y="36"/>
                    <a:pt x="1052" y="0"/>
                    <a:pt x="101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9"/>
            <p:cNvSpPr/>
            <p:nvPr/>
          </p:nvSpPr>
          <p:spPr>
            <a:xfrm rot="5400000" flipH="1">
              <a:off x="451494" y="-278251"/>
              <a:ext cx="112113" cy="1015072"/>
            </a:xfrm>
            <a:custGeom>
              <a:avLst/>
              <a:gdLst/>
              <a:ahLst/>
              <a:cxnLst/>
              <a:rect l="l" t="t" r="r" b="b"/>
              <a:pathLst>
                <a:path w="1088" h="9851" extrusionOk="0">
                  <a:moveTo>
                    <a:pt x="1007" y="0"/>
                  </a:moveTo>
                  <a:cubicBezTo>
                    <a:pt x="935" y="0"/>
                    <a:pt x="899" y="36"/>
                    <a:pt x="899" y="72"/>
                  </a:cubicBezTo>
                  <a:lnTo>
                    <a:pt x="935" y="108"/>
                  </a:lnTo>
                  <a:lnTo>
                    <a:pt x="0" y="935"/>
                  </a:lnTo>
                  <a:lnTo>
                    <a:pt x="0" y="9850"/>
                  </a:lnTo>
                  <a:lnTo>
                    <a:pt x="72" y="9850"/>
                  </a:lnTo>
                  <a:lnTo>
                    <a:pt x="72" y="935"/>
                  </a:lnTo>
                  <a:lnTo>
                    <a:pt x="971" y="153"/>
                  </a:lnTo>
                  <a:lnTo>
                    <a:pt x="1007" y="153"/>
                  </a:lnTo>
                  <a:cubicBezTo>
                    <a:pt x="1043" y="153"/>
                    <a:pt x="1088" y="108"/>
                    <a:pt x="1088" y="72"/>
                  </a:cubicBezTo>
                  <a:cubicBezTo>
                    <a:pt x="1088" y="36"/>
                    <a:pt x="1043" y="0"/>
                    <a:pt x="10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9"/>
            <p:cNvSpPr/>
            <p:nvPr/>
          </p:nvSpPr>
          <p:spPr>
            <a:xfrm rot="5400000" flipH="1">
              <a:off x="528775" y="-277735"/>
              <a:ext cx="96450" cy="1153973"/>
            </a:xfrm>
            <a:custGeom>
              <a:avLst/>
              <a:gdLst/>
              <a:ahLst/>
              <a:cxnLst/>
              <a:rect l="l" t="t" r="r" b="b"/>
              <a:pathLst>
                <a:path w="936" h="11199" extrusionOk="0">
                  <a:moveTo>
                    <a:pt x="73" y="0"/>
                  </a:moveTo>
                  <a:cubicBezTo>
                    <a:pt x="37" y="0"/>
                    <a:pt x="1" y="36"/>
                    <a:pt x="1" y="72"/>
                  </a:cubicBezTo>
                  <a:cubicBezTo>
                    <a:pt x="1" y="108"/>
                    <a:pt x="37" y="153"/>
                    <a:pt x="73" y="153"/>
                  </a:cubicBezTo>
                  <a:lnTo>
                    <a:pt x="118" y="153"/>
                  </a:lnTo>
                  <a:lnTo>
                    <a:pt x="900" y="863"/>
                  </a:lnTo>
                  <a:lnTo>
                    <a:pt x="900" y="1312"/>
                  </a:lnTo>
                  <a:lnTo>
                    <a:pt x="73" y="2094"/>
                  </a:lnTo>
                  <a:lnTo>
                    <a:pt x="73" y="11198"/>
                  </a:lnTo>
                  <a:lnTo>
                    <a:pt x="118" y="11198"/>
                  </a:lnTo>
                  <a:lnTo>
                    <a:pt x="118" y="2130"/>
                  </a:lnTo>
                  <a:lnTo>
                    <a:pt x="936" y="1348"/>
                  </a:lnTo>
                  <a:lnTo>
                    <a:pt x="936" y="827"/>
                  </a:lnTo>
                  <a:lnTo>
                    <a:pt x="154" y="108"/>
                  </a:lnTo>
                  <a:lnTo>
                    <a:pt x="154" y="72"/>
                  </a:lnTo>
                  <a:cubicBezTo>
                    <a:pt x="154" y="36"/>
                    <a:pt x="118" y="0"/>
                    <a:pt x="7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9"/>
            <p:cNvSpPr/>
            <p:nvPr/>
          </p:nvSpPr>
          <p:spPr>
            <a:xfrm rot="5400000" flipH="1">
              <a:off x="540367" y="-100448"/>
              <a:ext cx="112216" cy="1192923"/>
            </a:xfrm>
            <a:custGeom>
              <a:avLst/>
              <a:gdLst/>
              <a:ahLst/>
              <a:cxnLst/>
              <a:rect l="l" t="t" r="r" b="b"/>
              <a:pathLst>
                <a:path w="1089" h="11577" extrusionOk="0">
                  <a:moveTo>
                    <a:pt x="1016" y="1"/>
                  </a:moveTo>
                  <a:cubicBezTo>
                    <a:pt x="980" y="1"/>
                    <a:pt x="935" y="37"/>
                    <a:pt x="935" y="82"/>
                  </a:cubicBezTo>
                  <a:cubicBezTo>
                    <a:pt x="935" y="118"/>
                    <a:pt x="935" y="154"/>
                    <a:pt x="980" y="154"/>
                  </a:cubicBezTo>
                  <a:lnTo>
                    <a:pt x="980" y="5878"/>
                  </a:lnTo>
                  <a:lnTo>
                    <a:pt x="1" y="6777"/>
                  </a:lnTo>
                  <a:lnTo>
                    <a:pt x="1" y="11576"/>
                  </a:lnTo>
                  <a:lnTo>
                    <a:pt x="82" y="11576"/>
                  </a:lnTo>
                  <a:lnTo>
                    <a:pt x="82" y="6822"/>
                  </a:lnTo>
                  <a:lnTo>
                    <a:pt x="1052" y="5923"/>
                  </a:lnTo>
                  <a:lnTo>
                    <a:pt x="1052" y="154"/>
                  </a:lnTo>
                  <a:cubicBezTo>
                    <a:pt x="1088" y="154"/>
                    <a:pt x="1088" y="118"/>
                    <a:pt x="1088" y="82"/>
                  </a:cubicBezTo>
                  <a:cubicBezTo>
                    <a:pt x="1088" y="37"/>
                    <a:pt x="1052" y="1"/>
                    <a:pt x="101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9"/>
            <p:cNvSpPr/>
            <p:nvPr/>
          </p:nvSpPr>
          <p:spPr>
            <a:xfrm rot="5400000" flipH="1">
              <a:off x="67614" y="299150"/>
              <a:ext cx="92741" cy="227930"/>
            </a:xfrm>
            <a:custGeom>
              <a:avLst/>
              <a:gdLst/>
              <a:ahLst/>
              <a:cxnLst/>
              <a:rect l="l" t="t" r="r" b="b"/>
              <a:pathLst>
                <a:path w="900" h="2212" extrusionOk="0">
                  <a:moveTo>
                    <a:pt x="81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08"/>
                    <a:pt x="36" y="153"/>
                    <a:pt x="81" y="153"/>
                  </a:cubicBezTo>
                  <a:lnTo>
                    <a:pt x="81" y="1537"/>
                  </a:lnTo>
                  <a:lnTo>
                    <a:pt x="791" y="2211"/>
                  </a:lnTo>
                  <a:lnTo>
                    <a:pt x="899" y="2211"/>
                  </a:lnTo>
                  <a:lnTo>
                    <a:pt x="153" y="1501"/>
                  </a:lnTo>
                  <a:lnTo>
                    <a:pt x="153" y="108"/>
                  </a:lnTo>
                  <a:lnTo>
                    <a:pt x="153" y="72"/>
                  </a:lnTo>
                  <a:cubicBezTo>
                    <a:pt x="153" y="36"/>
                    <a:pt x="153" y="0"/>
                    <a:pt x="8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19"/>
            <p:cNvSpPr/>
            <p:nvPr/>
          </p:nvSpPr>
          <p:spPr>
            <a:xfrm rot="5400000" flipH="1">
              <a:off x="219960" y="-219931"/>
              <a:ext cx="154774" cy="594658"/>
            </a:xfrm>
            <a:custGeom>
              <a:avLst/>
              <a:gdLst/>
              <a:ahLst/>
              <a:cxnLst/>
              <a:rect l="l" t="t" r="r" b="b"/>
              <a:pathLst>
                <a:path w="1502" h="5771" extrusionOk="0">
                  <a:moveTo>
                    <a:pt x="1429" y="0"/>
                  </a:moveTo>
                  <a:cubicBezTo>
                    <a:pt x="1393" y="0"/>
                    <a:pt x="1348" y="36"/>
                    <a:pt x="1348" y="72"/>
                  </a:cubicBezTo>
                  <a:cubicBezTo>
                    <a:pt x="1348" y="117"/>
                    <a:pt x="1348" y="117"/>
                    <a:pt x="1393" y="117"/>
                  </a:cubicBezTo>
                  <a:lnTo>
                    <a:pt x="1393" y="710"/>
                  </a:lnTo>
                  <a:lnTo>
                    <a:pt x="944" y="1124"/>
                  </a:lnTo>
                  <a:lnTo>
                    <a:pt x="944" y="4872"/>
                  </a:lnTo>
                  <a:lnTo>
                    <a:pt x="0" y="5689"/>
                  </a:lnTo>
                  <a:lnTo>
                    <a:pt x="0" y="5770"/>
                  </a:lnTo>
                  <a:lnTo>
                    <a:pt x="81" y="5770"/>
                  </a:lnTo>
                  <a:lnTo>
                    <a:pt x="81" y="5734"/>
                  </a:lnTo>
                  <a:lnTo>
                    <a:pt x="1016" y="4872"/>
                  </a:lnTo>
                  <a:lnTo>
                    <a:pt x="1016" y="1124"/>
                  </a:lnTo>
                  <a:lnTo>
                    <a:pt x="1465" y="710"/>
                  </a:lnTo>
                  <a:lnTo>
                    <a:pt x="1465" y="117"/>
                  </a:lnTo>
                  <a:cubicBezTo>
                    <a:pt x="1465" y="117"/>
                    <a:pt x="1501" y="117"/>
                    <a:pt x="1501" y="72"/>
                  </a:cubicBezTo>
                  <a:cubicBezTo>
                    <a:pt x="1501" y="36"/>
                    <a:pt x="1465" y="0"/>
                    <a:pt x="142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9"/>
            <p:cNvSpPr/>
            <p:nvPr/>
          </p:nvSpPr>
          <p:spPr>
            <a:xfrm rot="5400000" flipH="1">
              <a:off x="534803" y="-445851"/>
              <a:ext cx="107579" cy="1177158"/>
            </a:xfrm>
            <a:custGeom>
              <a:avLst/>
              <a:gdLst/>
              <a:ahLst/>
              <a:cxnLst/>
              <a:rect l="l" t="t" r="r" b="b"/>
              <a:pathLst>
                <a:path w="1044" h="11424" extrusionOk="0">
                  <a:moveTo>
                    <a:pt x="971" y="1"/>
                  </a:moveTo>
                  <a:cubicBezTo>
                    <a:pt x="900" y="1"/>
                    <a:pt x="855" y="36"/>
                    <a:pt x="855" y="72"/>
                  </a:cubicBezTo>
                  <a:cubicBezTo>
                    <a:pt x="855" y="108"/>
                    <a:pt x="900" y="153"/>
                    <a:pt x="936" y="153"/>
                  </a:cubicBezTo>
                  <a:lnTo>
                    <a:pt x="936" y="10300"/>
                  </a:lnTo>
                  <a:lnTo>
                    <a:pt x="1" y="11163"/>
                  </a:lnTo>
                  <a:lnTo>
                    <a:pt x="1" y="11423"/>
                  </a:lnTo>
                  <a:lnTo>
                    <a:pt x="73" y="11423"/>
                  </a:lnTo>
                  <a:lnTo>
                    <a:pt x="73" y="11163"/>
                  </a:lnTo>
                  <a:lnTo>
                    <a:pt x="971" y="10336"/>
                  </a:lnTo>
                  <a:lnTo>
                    <a:pt x="971" y="153"/>
                  </a:lnTo>
                  <a:cubicBezTo>
                    <a:pt x="1007" y="153"/>
                    <a:pt x="1043" y="108"/>
                    <a:pt x="1043" y="72"/>
                  </a:cubicBezTo>
                  <a:cubicBezTo>
                    <a:pt x="1043" y="36"/>
                    <a:pt x="1007" y="1"/>
                    <a:pt x="97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9"/>
            <p:cNvSpPr/>
            <p:nvPr/>
          </p:nvSpPr>
          <p:spPr>
            <a:xfrm rot="5400000" flipH="1">
              <a:off x="146802" y="293123"/>
              <a:ext cx="65846" cy="359412"/>
            </a:xfrm>
            <a:custGeom>
              <a:avLst/>
              <a:gdLst/>
              <a:ahLst/>
              <a:cxnLst/>
              <a:rect l="l" t="t" r="r" b="b"/>
              <a:pathLst>
                <a:path w="639" h="3488" extrusionOk="0">
                  <a:moveTo>
                    <a:pt x="81" y="0"/>
                  </a:moveTo>
                  <a:cubicBezTo>
                    <a:pt x="36" y="0"/>
                    <a:pt x="0" y="0"/>
                    <a:pt x="0" y="81"/>
                  </a:cubicBezTo>
                  <a:cubicBezTo>
                    <a:pt x="0" y="81"/>
                    <a:pt x="36" y="117"/>
                    <a:pt x="81" y="117"/>
                  </a:cubicBezTo>
                  <a:lnTo>
                    <a:pt x="81" y="3002"/>
                  </a:lnTo>
                  <a:lnTo>
                    <a:pt x="566" y="3487"/>
                  </a:lnTo>
                  <a:lnTo>
                    <a:pt x="638" y="3487"/>
                  </a:lnTo>
                  <a:lnTo>
                    <a:pt x="117" y="3002"/>
                  </a:lnTo>
                  <a:lnTo>
                    <a:pt x="117" y="117"/>
                  </a:lnTo>
                  <a:cubicBezTo>
                    <a:pt x="153" y="117"/>
                    <a:pt x="189" y="81"/>
                    <a:pt x="189" y="81"/>
                  </a:cubicBezTo>
                  <a:cubicBezTo>
                    <a:pt x="189" y="0"/>
                    <a:pt x="153" y="0"/>
                    <a:pt x="8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9"/>
            <p:cNvSpPr/>
            <p:nvPr/>
          </p:nvSpPr>
          <p:spPr>
            <a:xfrm rot="5400000" flipH="1">
              <a:off x="358911" y="181066"/>
              <a:ext cx="112113" cy="829904"/>
            </a:xfrm>
            <a:custGeom>
              <a:avLst/>
              <a:gdLst/>
              <a:ahLst/>
              <a:cxnLst/>
              <a:rect l="l" t="t" r="r" b="b"/>
              <a:pathLst>
                <a:path w="1088" h="8054" extrusionOk="0">
                  <a:moveTo>
                    <a:pt x="1007" y="1"/>
                  </a:moveTo>
                  <a:cubicBezTo>
                    <a:pt x="971" y="1"/>
                    <a:pt x="935" y="37"/>
                    <a:pt x="935" y="73"/>
                  </a:cubicBezTo>
                  <a:cubicBezTo>
                    <a:pt x="935" y="109"/>
                    <a:pt x="935" y="109"/>
                    <a:pt x="971" y="154"/>
                  </a:cubicBezTo>
                  <a:lnTo>
                    <a:pt x="971" y="2023"/>
                  </a:lnTo>
                  <a:lnTo>
                    <a:pt x="0" y="2886"/>
                  </a:lnTo>
                  <a:lnTo>
                    <a:pt x="0" y="8053"/>
                  </a:lnTo>
                  <a:lnTo>
                    <a:pt x="72" y="8053"/>
                  </a:lnTo>
                  <a:lnTo>
                    <a:pt x="72" y="2922"/>
                  </a:lnTo>
                  <a:lnTo>
                    <a:pt x="1052" y="2023"/>
                  </a:lnTo>
                  <a:lnTo>
                    <a:pt x="1052" y="154"/>
                  </a:lnTo>
                  <a:cubicBezTo>
                    <a:pt x="1088" y="109"/>
                    <a:pt x="1088" y="109"/>
                    <a:pt x="1088" y="73"/>
                  </a:cubicBezTo>
                  <a:cubicBezTo>
                    <a:pt x="1088" y="37"/>
                    <a:pt x="1052" y="1"/>
                    <a:pt x="10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9"/>
            <p:cNvSpPr/>
            <p:nvPr/>
          </p:nvSpPr>
          <p:spPr>
            <a:xfrm rot="5400000" flipH="1">
              <a:off x="439902" y="150051"/>
              <a:ext cx="112216" cy="991990"/>
            </a:xfrm>
            <a:custGeom>
              <a:avLst/>
              <a:gdLst/>
              <a:ahLst/>
              <a:cxnLst/>
              <a:rect l="l" t="t" r="r" b="b"/>
              <a:pathLst>
                <a:path w="1089" h="9627" extrusionOk="0">
                  <a:moveTo>
                    <a:pt x="1007" y="1"/>
                  </a:moveTo>
                  <a:cubicBezTo>
                    <a:pt x="971" y="1"/>
                    <a:pt x="935" y="1"/>
                    <a:pt x="935" y="73"/>
                  </a:cubicBezTo>
                  <a:cubicBezTo>
                    <a:pt x="935" y="73"/>
                    <a:pt x="935" y="109"/>
                    <a:pt x="971" y="109"/>
                  </a:cubicBezTo>
                  <a:lnTo>
                    <a:pt x="971" y="3407"/>
                  </a:lnTo>
                  <a:lnTo>
                    <a:pt x="1" y="4270"/>
                  </a:lnTo>
                  <a:lnTo>
                    <a:pt x="37" y="4306"/>
                  </a:lnTo>
                  <a:lnTo>
                    <a:pt x="1" y="4306"/>
                  </a:lnTo>
                  <a:lnTo>
                    <a:pt x="1" y="9626"/>
                  </a:lnTo>
                  <a:lnTo>
                    <a:pt x="73" y="9626"/>
                  </a:lnTo>
                  <a:lnTo>
                    <a:pt x="73" y="4306"/>
                  </a:lnTo>
                  <a:lnTo>
                    <a:pt x="1043" y="3407"/>
                  </a:lnTo>
                  <a:lnTo>
                    <a:pt x="1043" y="109"/>
                  </a:lnTo>
                  <a:cubicBezTo>
                    <a:pt x="1088" y="109"/>
                    <a:pt x="1088" y="73"/>
                    <a:pt x="1088" y="73"/>
                  </a:cubicBezTo>
                  <a:cubicBezTo>
                    <a:pt x="1088" y="1"/>
                    <a:pt x="1043" y="1"/>
                    <a:pt x="10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9"/>
            <p:cNvSpPr/>
            <p:nvPr/>
          </p:nvSpPr>
          <p:spPr>
            <a:xfrm rot="5400000" flipH="1">
              <a:off x="748768" y="-613449"/>
              <a:ext cx="112113" cy="1609627"/>
            </a:xfrm>
            <a:custGeom>
              <a:avLst/>
              <a:gdLst/>
              <a:ahLst/>
              <a:cxnLst/>
              <a:rect l="l" t="t" r="r" b="b"/>
              <a:pathLst>
                <a:path w="1088" h="15621" extrusionOk="0">
                  <a:moveTo>
                    <a:pt x="81" y="1"/>
                  </a:moveTo>
                  <a:cubicBezTo>
                    <a:pt x="45" y="1"/>
                    <a:pt x="1" y="36"/>
                    <a:pt x="1" y="81"/>
                  </a:cubicBezTo>
                  <a:cubicBezTo>
                    <a:pt x="1" y="117"/>
                    <a:pt x="45" y="117"/>
                    <a:pt x="81" y="153"/>
                  </a:cubicBezTo>
                  <a:lnTo>
                    <a:pt x="81" y="3523"/>
                  </a:lnTo>
                  <a:lnTo>
                    <a:pt x="980" y="4386"/>
                  </a:lnTo>
                  <a:lnTo>
                    <a:pt x="980" y="12133"/>
                  </a:lnTo>
                  <a:lnTo>
                    <a:pt x="81" y="12996"/>
                  </a:lnTo>
                  <a:lnTo>
                    <a:pt x="81" y="15620"/>
                  </a:lnTo>
                  <a:lnTo>
                    <a:pt x="117" y="15620"/>
                  </a:lnTo>
                  <a:lnTo>
                    <a:pt x="117" y="15171"/>
                  </a:lnTo>
                  <a:lnTo>
                    <a:pt x="1052" y="14308"/>
                  </a:lnTo>
                  <a:lnTo>
                    <a:pt x="1052" y="13032"/>
                  </a:lnTo>
                  <a:cubicBezTo>
                    <a:pt x="1088" y="13032"/>
                    <a:pt x="1088" y="12996"/>
                    <a:pt x="1088" y="12960"/>
                  </a:cubicBezTo>
                  <a:cubicBezTo>
                    <a:pt x="1088" y="12924"/>
                    <a:pt x="1052" y="12888"/>
                    <a:pt x="1016" y="12888"/>
                  </a:cubicBezTo>
                  <a:cubicBezTo>
                    <a:pt x="980" y="12888"/>
                    <a:pt x="944" y="12924"/>
                    <a:pt x="944" y="12960"/>
                  </a:cubicBezTo>
                  <a:cubicBezTo>
                    <a:pt x="944" y="12996"/>
                    <a:pt x="980" y="13032"/>
                    <a:pt x="980" y="13032"/>
                  </a:cubicBezTo>
                  <a:lnTo>
                    <a:pt x="980" y="14308"/>
                  </a:lnTo>
                  <a:lnTo>
                    <a:pt x="117" y="15090"/>
                  </a:lnTo>
                  <a:lnTo>
                    <a:pt x="117" y="12996"/>
                  </a:lnTo>
                  <a:lnTo>
                    <a:pt x="1052" y="12133"/>
                  </a:lnTo>
                  <a:lnTo>
                    <a:pt x="1052" y="4350"/>
                  </a:lnTo>
                  <a:lnTo>
                    <a:pt x="117" y="3523"/>
                  </a:lnTo>
                  <a:lnTo>
                    <a:pt x="117" y="153"/>
                  </a:lnTo>
                  <a:cubicBezTo>
                    <a:pt x="153" y="117"/>
                    <a:pt x="189" y="117"/>
                    <a:pt x="189" y="81"/>
                  </a:cubicBezTo>
                  <a:cubicBezTo>
                    <a:pt x="189" y="36"/>
                    <a:pt x="153" y="1"/>
                    <a:pt x="8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19"/>
            <p:cNvSpPr/>
            <p:nvPr/>
          </p:nvSpPr>
          <p:spPr>
            <a:xfrm rot="5400000" flipH="1">
              <a:off x="590393" y="-100395"/>
              <a:ext cx="112113" cy="1292874"/>
            </a:xfrm>
            <a:custGeom>
              <a:avLst/>
              <a:gdLst/>
              <a:ahLst/>
              <a:cxnLst/>
              <a:rect l="l" t="t" r="r" b="b"/>
              <a:pathLst>
                <a:path w="1088" h="12547" extrusionOk="0">
                  <a:moveTo>
                    <a:pt x="1016" y="0"/>
                  </a:moveTo>
                  <a:cubicBezTo>
                    <a:pt x="971" y="0"/>
                    <a:pt x="935" y="36"/>
                    <a:pt x="935" y="72"/>
                  </a:cubicBezTo>
                  <a:cubicBezTo>
                    <a:pt x="935" y="108"/>
                    <a:pt x="935" y="153"/>
                    <a:pt x="971" y="153"/>
                  </a:cubicBezTo>
                  <a:lnTo>
                    <a:pt x="971" y="6669"/>
                  </a:lnTo>
                  <a:lnTo>
                    <a:pt x="0" y="7567"/>
                  </a:lnTo>
                  <a:lnTo>
                    <a:pt x="0" y="12546"/>
                  </a:lnTo>
                  <a:lnTo>
                    <a:pt x="72" y="12546"/>
                  </a:lnTo>
                  <a:lnTo>
                    <a:pt x="72" y="7603"/>
                  </a:lnTo>
                  <a:lnTo>
                    <a:pt x="1052" y="6705"/>
                  </a:lnTo>
                  <a:lnTo>
                    <a:pt x="1052" y="153"/>
                  </a:lnTo>
                  <a:cubicBezTo>
                    <a:pt x="1088" y="153"/>
                    <a:pt x="1088" y="108"/>
                    <a:pt x="1088" y="72"/>
                  </a:cubicBezTo>
                  <a:cubicBezTo>
                    <a:pt x="1088" y="36"/>
                    <a:pt x="1052" y="0"/>
                    <a:pt x="101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19"/>
            <p:cNvSpPr/>
            <p:nvPr/>
          </p:nvSpPr>
          <p:spPr>
            <a:xfrm rot="5400000" flipH="1">
              <a:off x="451494" y="4173574"/>
              <a:ext cx="112113" cy="1015072"/>
            </a:xfrm>
            <a:custGeom>
              <a:avLst/>
              <a:gdLst/>
              <a:ahLst/>
              <a:cxnLst/>
              <a:rect l="l" t="t" r="r" b="b"/>
              <a:pathLst>
                <a:path w="1088" h="9851" extrusionOk="0">
                  <a:moveTo>
                    <a:pt x="1007" y="0"/>
                  </a:moveTo>
                  <a:cubicBezTo>
                    <a:pt x="935" y="0"/>
                    <a:pt x="899" y="36"/>
                    <a:pt x="899" y="72"/>
                  </a:cubicBezTo>
                  <a:lnTo>
                    <a:pt x="935" y="108"/>
                  </a:lnTo>
                  <a:lnTo>
                    <a:pt x="0" y="935"/>
                  </a:lnTo>
                  <a:lnTo>
                    <a:pt x="0" y="9850"/>
                  </a:lnTo>
                  <a:lnTo>
                    <a:pt x="72" y="9850"/>
                  </a:lnTo>
                  <a:lnTo>
                    <a:pt x="72" y="935"/>
                  </a:lnTo>
                  <a:lnTo>
                    <a:pt x="971" y="153"/>
                  </a:lnTo>
                  <a:lnTo>
                    <a:pt x="1007" y="153"/>
                  </a:lnTo>
                  <a:cubicBezTo>
                    <a:pt x="1043" y="153"/>
                    <a:pt x="1088" y="108"/>
                    <a:pt x="1088" y="72"/>
                  </a:cubicBezTo>
                  <a:cubicBezTo>
                    <a:pt x="1088" y="36"/>
                    <a:pt x="1043" y="0"/>
                    <a:pt x="10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19"/>
            <p:cNvSpPr/>
            <p:nvPr/>
          </p:nvSpPr>
          <p:spPr>
            <a:xfrm rot="5400000" flipH="1">
              <a:off x="528775" y="4174090"/>
              <a:ext cx="96450" cy="1153973"/>
            </a:xfrm>
            <a:custGeom>
              <a:avLst/>
              <a:gdLst/>
              <a:ahLst/>
              <a:cxnLst/>
              <a:rect l="l" t="t" r="r" b="b"/>
              <a:pathLst>
                <a:path w="936" h="11199" extrusionOk="0">
                  <a:moveTo>
                    <a:pt x="73" y="0"/>
                  </a:moveTo>
                  <a:cubicBezTo>
                    <a:pt x="37" y="0"/>
                    <a:pt x="1" y="36"/>
                    <a:pt x="1" y="72"/>
                  </a:cubicBezTo>
                  <a:cubicBezTo>
                    <a:pt x="1" y="108"/>
                    <a:pt x="37" y="153"/>
                    <a:pt x="73" y="153"/>
                  </a:cubicBezTo>
                  <a:lnTo>
                    <a:pt x="118" y="153"/>
                  </a:lnTo>
                  <a:lnTo>
                    <a:pt x="900" y="863"/>
                  </a:lnTo>
                  <a:lnTo>
                    <a:pt x="900" y="1312"/>
                  </a:lnTo>
                  <a:lnTo>
                    <a:pt x="73" y="2094"/>
                  </a:lnTo>
                  <a:lnTo>
                    <a:pt x="73" y="11198"/>
                  </a:lnTo>
                  <a:lnTo>
                    <a:pt x="118" y="11198"/>
                  </a:lnTo>
                  <a:lnTo>
                    <a:pt x="118" y="2130"/>
                  </a:lnTo>
                  <a:lnTo>
                    <a:pt x="936" y="1348"/>
                  </a:lnTo>
                  <a:lnTo>
                    <a:pt x="936" y="827"/>
                  </a:lnTo>
                  <a:lnTo>
                    <a:pt x="154" y="108"/>
                  </a:lnTo>
                  <a:lnTo>
                    <a:pt x="154" y="72"/>
                  </a:lnTo>
                  <a:cubicBezTo>
                    <a:pt x="154" y="36"/>
                    <a:pt x="118" y="0"/>
                    <a:pt x="7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9"/>
            <p:cNvSpPr/>
            <p:nvPr/>
          </p:nvSpPr>
          <p:spPr>
            <a:xfrm rot="5400000" flipH="1">
              <a:off x="540367" y="4351377"/>
              <a:ext cx="112216" cy="1192923"/>
            </a:xfrm>
            <a:custGeom>
              <a:avLst/>
              <a:gdLst/>
              <a:ahLst/>
              <a:cxnLst/>
              <a:rect l="l" t="t" r="r" b="b"/>
              <a:pathLst>
                <a:path w="1089" h="11577" extrusionOk="0">
                  <a:moveTo>
                    <a:pt x="1016" y="1"/>
                  </a:moveTo>
                  <a:cubicBezTo>
                    <a:pt x="980" y="1"/>
                    <a:pt x="935" y="37"/>
                    <a:pt x="935" y="82"/>
                  </a:cubicBezTo>
                  <a:cubicBezTo>
                    <a:pt x="935" y="118"/>
                    <a:pt x="935" y="154"/>
                    <a:pt x="980" y="154"/>
                  </a:cubicBezTo>
                  <a:lnTo>
                    <a:pt x="980" y="5878"/>
                  </a:lnTo>
                  <a:lnTo>
                    <a:pt x="1" y="6777"/>
                  </a:lnTo>
                  <a:lnTo>
                    <a:pt x="1" y="11576"/>
                  </a:lnTo>
                  <a:lnTo>
                    <a:pt x="82" y="11576"/>
                  </a:lnTo>
                  <a:lnTo>
                    <a:pt x="82" y="6822"/>
                  </a:lnTo>
                  <a:lnTo>
                    <a:pt x="1052" y="5923"/>
                  </a:lnTo>
                  <a:lnTo>
                    <a:pt x="1052" y="154"/>
                  </a:lnTo>
                  <a:cubicBezTo>
                    <a:pt x="1088" y="154"/>
                    <a:pt x="1088" y="118"/>
                    <a:pt x="1088" y="82"/>
                  </a:cubicBezTo>
                  <a:cubicBezTo>
                    <a:pt x="1088" y="37"/>
                    <a:pt x="1052" y="1"/>
                    <a:pt x="101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19"/>
            <p:cNvSpPr/>
            <p:nvPr/>
          </p:nvSpPr>
          <p:spPr>
            <a:xfrm rot="5400000" flipH="1">
              <a:off x="67614" y="4750975"/>
              <a:ext cx="92740" cy="227930"/>
            </a:xfrm>
            <a:custGeom>
              <a:avLst/>
              <a:gdLst/>
              <a:ahLst/>
              <a:cxnLst/>
              <a:rect l="l" t="t" r="r" b="b"/>
              <a:pathLst>
                <a:path w="900" h="2212" extrusionOk="0">
                  <a:moveTo>
                    <a:pt x="81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08"/>
                    <a:pt x="36" y="153"/>
                    <a:pt x="81" y="153"/>
                  </a:cubicBezTo>
                  <a:lnTo>
                    <a:pt x="81" y="1537"/>
                  </a:lnTo>
                  <a:lnTo>
                    <a:pt x="791" y="2211"/>
                  </a:lnTo>
                  <a:lnTo>
                    <a:pt x="899" y="2211"/>
                  </a:lnTo>
                  <a:lnTo>
                    <a:pt x="153" y="1501"/>
                  </a:lnTo>
                  <a:lnTo>
                    <a:pt x="153" y="108"/>
                  </a:lnTo>
                  <a:lnTo>
                    <a:pt x="153" y="72"/>
                  </a:lnTo>
                  <a:cubicBezTo>
                    <a:pt x="153" y="36"/>
                    <a:pt x="153" y="0"/>
                    <a:pt x="8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19"/>
            <p:cNvSpPr/>
            <p:nvPr/>
          </p:nvSpPr>
          <p:spPr>
            <a:xfrm rot="5400000" flipH="1">
              <a:off x="219960" y="4231894"/>
              <a:ext cx="154774" cy="594658"/>
            </a:xfrm>
            <a:custGeom>
              <a:avLst/>
              <a:gdLst/>
              <a:ahLst/>
              <a:cxnLst/>
              <a:rect l="l" t="t" r="r" b="b"/>
              <a:pathLst>
                <a:path w="1502" h="5771" extrusionOk="0">
                  <a:moveTo>
                    <a:pt x="1429" y="0"/>
                  </a:moveTo>
                  <a:cubicBezTo>
                    <a:pt x="1393" y="0"/>
                    <a:pt x="1348" y="36"/>
                    <a:pt x="1348" y="72"/>
                  </a:cubicBezTo>
                  <a:cubicBezTo>
                    <a:pt x="1348" y="117"/>
                    <a:pt x="1348" y="117"/>
                    <a:pt x="1393" y="117"/>
                  </a:cubicBezTo>
                  <a:lnTo>
                    <a:pt x="1393" y="710"/>
                  </a:lnTo>
                  <a:lnTo>
                    <a:pt x="944" y="1124"/>
                  </a:lnTo>
                  <a:lnTo>
                    <a:pt x="944" y="4872"/>
                  </a:lnTo>
                  <a:lnTo>
                    <a:pt x="0" y="5689"/>
                  </a:lnTo>
                  <a:lnTo>
                    <a:pt x="0" y="5770"/>
                  </a:lnTo>
                  <a:lnTo>
                    <a:pt x="81" y="5770"/>
                  </a:lnTo>
                  <a:lnTo>
                    <a:pt x="81" y="5734"/>
                  </a:lnTo>
                  <a:lnTo>
                    <a:pt x="1016" y="4872"/>
                  </a:lnTo>
                  <a:lnTo>
                    <a:pt x="1016" y="1124"/>
                  </a:lnTo>
                  <a:lnTo>
                    <a:pt x="1465" y="710"/>
                  </a:lnTo>
                  <a:lnTo>
                    <a:pt x="1465" y="117"/>
                  </a:lnTo>
                  <a:cubicBezTo>
                    <a:pt x="1465" y="117"/>
                    <a:pt x="1501" y="117"/>
                    <a:pt x="1501" y="72"/>
                  </a:cubicBezTo>
                  <a:cubicBezTo>
                    <a:pt x="1501" y="36"/>
                    <a:pt x="1465" y="0"/>
                    <a:pt x="142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19"/>
            <p:cNvSpPr/>
            <p:nvPr/>
          </p:nvSpPr>
          <p:spPr>
            <a:xfrm rot="5400000" flipH="1">
              <a:off x="534803" y="4005974"/>
              <a:ext cx="107579" cy="1177158"/>
            </a:xfrm>
            <a:custGeom>
              <a:avLst/>
              <a:gdLst/>
              <a:ahLst/>
              <a:cxnLst/>
              <a:rect l="l" t="t" r="r" b="b"/>
              <a:pathLst>
                <a:path w="1044" h="11424" extrusionOk="0">
                  <a:moveTo>
                    <a:pt x="971" y="1"/>
                  </a:moveTo>
                  <a:cubicBezTo>
                    <a:pt x="900" y="1"/>
                    <a:pt x="855" y="36"/>
                    <a:pt x="855" y="72"/>
                  </a:cubicBezTo>
                  <a:cubicBezTo>
                    <a:pt x="855" y="108"/>
                    <a:pt x="900" y="153"/>
                    <a:pt x="936" y="153"/>
                  </a:cubicBezTo>
                  <a:lnTo>
                    <a:pt x="936" y="10300"/>
                  </a:lnTo>
                  <a:lnTo>
                    <a:pt x="1" y="11163"/>
                  </a:lnTo>
                  <a:lnTo>
                    <a:pt x="1" y="11423"/>
                  </a:lnTo>
                  <a:lnTo>
                    <a:pt x="73" y="11423"/>
                  </a:lnTo>
                  <a:lnTo>
                    <a:pt x="73" y="11163"/>
                  </a:lnTo>
                  <a:lnTo>
                    <a:pt x="971" y="10336"/>
                  </a:lnTo>
                  <a:lnTo>
                    <a:pt x="971" y="153"/>
                  </a:lnTo>
                  <a:cubicBezTo>
                    <a:pt x="1007" y="153"/>
                    <a:pt x="1043" y="108"/>
                    <a:pt x="1043" y="72"/>
                  </a:cubicBezTo>
                  <a:cubicBezTo>
                    <a:pt x="1043" y="36"/>
                    <a:pt x="1007" y="1"/>
                    <a:pt x="97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19"/>
            <p:cNvSpPr/>
            <p:nvPr/>
          </p:nvSpPr>
          <p:spPr>
            <a:xfrm rot="5400000" flipH="1">
              <a:off x="146802" y="4744948"/>
              <a:ext cx="65846" cy="359412"/>
            </a:xfrm>
            <a:custGeom>
              <a:avLst/>
              <a:gdLst/>
              <a:ahLst/>
              <a:cxnLst/>
              <a:rect l="l" t="t" r="r" b="b"/>
              <a:pathLst>
                <a:path w="639" h="3488" extrusionOk="0">
                  <a:moveTo>
                    <a:pt x="81" y="0"/>
                  </a:moveTo>
                  <a:cubicBezTo>
                    <a:pt x="36" y="0"/>
                    <a:pt x="0" y="0"/>
                    <a:pt x="0" y="81"/>
                  </a:cubicBezTo>
                  <a:cubicBezTo>
                    <a:pt x="0" y="81"/>
                    <a:pt x="36" y="117"/>
                    <a:pt x="81" y="117"/>
                  </a:cubicBezTo>
                  <a:lnTo>
                    <a:pt x="81" y="3002"/>
                  </a:lnTo>
                  <a:lnTo>
                    <a:pt x="566" y="3487"/>
                  </a:lnTo>
                  <a:lnTo>
                    <a:pt x="638" y="3487"/>
                  </a:lnTo>
                  <a:lnTo>
                    <a:pt x="117" y="3002"/>
                  </a:lnTo>
                  <a:lnTo>
                    <a:pt x="117" y="117"/>
                  </a:lnTo>
                  <a:cubicBezTo>
                    <a:pt x="153" y="117"/>
                    <a:pt x="189" y="81"/>
                    <a:pt x="189" y="81"/>
                  </a:cubicBezTo>
                  <a:cubicBezTo>
                    <a:pt x="189" y="0"/>
                    <a:pt x="153" y="0"/>
                    <a:pt x="8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19"/>
            <p:cNvSpPr/>
            <p:nvPr/>
          </p:nvSpPr>
          <p:spPr>
            <a:xfrm rot="5400000" flipH="1">
              <a:off x="358911" y="4632891"/>
              <a:ext cx="112113" cy="829904"/>
            </a:xfrm>
            <a:custGeom>
              <a:avLst/>
              <a:gdLst/>
              <a:ahLst/>
              <a:cxnLst/>
              <a:rect l="l" t="t" r="r" b="b"/>
              <a:pathLst>
                <a:path w="1088" h="8054" extrusionOk="0">
                  <a:moveTo>
                    <a:pt x="1007" y="1"/>
                  </a:moveTo>
                  <a:cubicBezTo>
                    <a:pt x="971" y="1"/>
                    <a:pt x="935" y="37"/>
                    <a:pt x="935" y="73"/>
                  </a:cubicBezTo>
                  <a:cubicBezTo>
                    <a:pt x="935" y="109"/>
                    <a:pt x="935" y="109"/>
                    <a:pt x="971" y="154"/>
                  </a:cubicBezTo>
                  <a:lnTo>
                    <a:pt x="971" y="2023"/>
                  </a:lnTo>
                  <a:lnTo>
                    <a:pt x="0" y="2886"/>
                  </a:lnTo>
                  <a:lnTo>
                    <a:pt x="0" y="8053"/>
                  </a:lnTo>
                  <a:lnTo>
                    <a:pt x="72" y="8053"/>
                  </a:lnTo>
                  <a:lnTo>
                    <a:pt x="72" y="2922"/>
                  </a:lnTo>
                  <a:lnTo>
                    <a:pt x="1052" y="2023"/>
                  </a:lnTo>
                  <a:lnTo>
                    <a:pt x="1052" y="154"/>
                  </a:lnTo>
                  <a:cubicBezTo>
                    <a:pt x="1088" y="109"/>
                    <a:pt x="1088" y="109"/>
                    <a:pt x="1088" y="73"/>
                  </a:cubicBezTo>
                  <a:cubicBezTo>
                    <a:pt x="1088" y="37"/>
                    <a:pt x="1052" y="1"/>
                    <a:pt x="10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19"/>
            <p:cNvSpPr/>
            <p:nvPr/>
          </p:nvSpPr>
          <p:spPr>
            <a:xfrm rot="5400000" flipH="1">
              <a:off x="439902" y="4601876"/>
              <a:ext cx="112216" cy="991990"/>
            </a:xfrm>
            <a:custGeom>
              <a:avLst/>
              <a:gdLst/>
              <a:ahLst/>
              <a:cxnLst/>
              <a:rect l="l" t="t" r="r" b="b"/>
              <a:pathLst>
                <a:path w="1089" h="9627" extrusionOk="0">
                  <a:moveTo>
                    <a:pt x="1007" y="1"/>
                  </a:moveTo>
                  <a:cubicBezTo>
                    <a:pt x="971" y="1"/>
                    <a:pt x="935" y="1"/>
                    <a:pt x="935" y="73"/>
                  </a:cubicBezTo>
                  <a:cubicBezTo>
                    <a:pt x="935" y="73"/>
                    <a:pt x="935" y="109"/>
                    <a:pt x="971" y="109"/>
                  </a:cubicBezTo>
                  <a:lnTo>
                    <a:pt x="971" y="3407"/>
                  </a:lnTo>
                  <a:lnTo>
                    <a:pt x="1" y="4270"/>
                  </a:lnTo>
                  <a:lnTo>
                    <a:pt x="37" y="4306"/>
                  </a:lnTo>
                  <a:lnTo>
                    <a:pt x="1" y="4306"/>
                  </a:lnTo>
                  <a:lnTo>
                    <a:pt x="1" y="9626"/>
                  </a:lnTo>
                  <a:lnTo>
                    <a:pt x="73" y="9626"/>
                  </a:lnTo>
                  <a:lnTo>
                    <a:pt x="73" y="4306"/>
                  </a:lnTo>
                  <a:lnTo>
                    <a:pt x="1043" y="3407"/>
                  </a:lnTo>
                  <a:lnTo>
                    <a:pt x="1043" y="109"/>
                  </a:lnTo>
                  <a:cubicBezTo>
                    <a:pt x="1088" y="109"/>
                    <a:pt x="1088" y="73"/>
                    <a:pt x="1088" y="73"/>
                  </a:cubicBezTo>
                  <a:cubicBezTo>
                    <a:pt x="1088" y="1"/>
                    <a:pt x="1043" y="1"/>
                    <a:pt x="10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19"/>
            <p:cNvSpPr/>
            <p:nvPr/>
          </p:nvSpPr>
          <p:spPr>
            <a:xfrm rot="5400000" flipH="1">
              <a:off x="748768" y="3838376"/>
              <a:ext cx="112113" cy="1609627"/>
            </a:xfrm>
            <a:custGeom>
              <a:avLst/>
              <a:gdLst/>
              <a:ahLst/>
              <a:cxnLst/>
              <a:rect l="l" t="t" r="r" b="b"/>
              <a:pathLst>
                <a:path w="1088" h="15621" extrusionOk="0">
                  <a:moveTo>
                    <a:pt x="81" y="1"/>
                  </a:moveTo>
                  <a:cubicBezTo>
                    <a:pt x="45" y="1"/>
                    <a:pt x="1" y="36"/>
                    <a:pt x="1" y="81"/>
                  </a:cubicBezTo>
                  <a:cubicBezTo>
                    <a:pt x="1" y="117"/>
                    <a:pt x="45" y="117"/>
                    <a:pt x="81" y="153"/>
                  </a:cubicBezTo>
                  <a:lnTo>
                    <a:pt x="81" y="3523"/>
                  </a:lnTo>
                  <a:lnTo>
                    <a:pt x="980" y="4386"/>
                  </a:lnTo>
                  <a:lnTo>
                    <a:pt x="980" y="12133"/>
                  </a:lnTo>
                  <a:lnTo>
                    <a:pt x="81" y="12996"/>
                  </a:lnTo>
                  <a:lnTo>
                    <a:pt x="81" y="15620"/>
                  </a:lnTo>
                  <a:lnTo>
                    <a:pt x="117" y="15620"/>
                  </a:lnTo>
                  <a:lnTo>
                    <a:pt x="117" y="15171"/>
                  </a:lnTo>
                  <a:lnTo>
                    <a:pt x="1052" y="14308"/>
                  </a:lnTo>
                  <a:lnTo>
                    <a:pt x="1052" y="13032"/>
                  </a:lnTo>
                  <a:cubicBezTo>
                    <a:pt x="1088" y="13032"/>
                    <a:pt x="1088" y="12996"/>
                    <a:pt x="1088" y="12960"/>
                  </a:cubicBezTo>
                  <a:cubicBezTo>
                    <a:pt x="1088" y="12924"/>
                    <a:pt x="1052" y="12888"/>
                    <a:pt x="1016" y="12888"/>
                  </a:cubicBezTo>
                  <a:cubicBezTo>
                    <a:pt x="980" y="12888"/>
                    <a:pt x="944" y="12924"/>
                    <a:pt x="944" y="12960"/>
                  </a:cubicBezTo>
                  <a:cubicBezTo>
                    <a:pt x="944" y="12996"/>
                    <a:pt x="980" y="13032"/>
                    <a:pt x="980" y="13032"/>
                  </a:cubicBezTo>
                  <a:lnTo>
                    <a:pt x="980" y="14308"/>
                  </a:lnTo>
                  <a:lnTo>
                    <a:pt x="117" y="15090"/>
                  </a:lnTo>
                  <a:lnTo>
                    <a:pt x="117" y="12996"/>
                  </a:lnTo>
                  <a:lnTo>
                    <a:pt x="1052" y="12133"/>
                  </a:lnTo>
                  <a:lnTo>
                    <a:pt x="1052" y="4350"/>
                  </a:lnTo>
                  <a:lnTo>
                    <a:pt x="117" y="3523"/>
                  </a:lnTo>
                  <a:lnTo>
                    <a:pt x="117" y="153"/>
                  </a:lnTo>
                  <a:cubicBezTo>
                    <a:pt x="153" y="117"/>
                    <a:pt x="189" y="117"/>
                    <a:pt x="189" y="81"/>
                  </a:cubicBezTo>
                  <a:cubicBezTo>
                    <a:pt x="189" y="36"/>
                    <a:pt x="153" y="1"/>
                    <a:pt x="8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19"/>
            <p:cNvSpPr/>
            <p:nvPr/>
          </p:nvSpPr>
          <p:spPr>
            <a:xfrm rot="5400000" flipH="1">
              <a:off x="590393" y="4351430"/>
              <a:ext cx="112113" cy="1292874"/>
            </a:xfrm>
            <a:custGeom>
              <a:avLst/>
              <a:gdLst/>
              <a:ahLst/>
              <a:cxnLst/>
              <a:rect l="l" t="t" r="r" b="b"/>
              <a:pathLst>
                <a:path w="1088" h="12547" extrusionOk="0">
                  <a:moveTo>
                    <a:pt x="1016" y="0"/>
                  </a:moveTo>
                  <a:cubicBezTo>
                    <a:pt x="971" y="0"/>
                    <a:pt x="935" y="36"/>
                    <a:pt x="935" y="72"/>
                  </a:cubicBezTo>
                  <a:cubicBezTo>
                    <a:pt x="935" y="108"/>
                    <a:pt x="935" y="153"/>
                    <a:pt x="971" y="153"/>
                  </a:cubicBezTo>
                  <a:lnTo>
                    <a:pt x="971" y="6669"/>
                  </a:lnTo>
                  <a:lnTo>
                    <a:pt x="0" y="7567"/>
                  </a:lnTo>
                  <a:lnTo>
                    <a:pt x="0" y="12546"/>
                  </a:lnTo>
                  <a:lnTo>
                    <a:pt x="72" y="12546"/>
                  </a:lnTo>
                  <a:lnTo>
                    <a:pt x="72" y="7603"/>
                  </a:lnTo>
                  <a:lnTo>
                    <a:pt x="1052" y="6705"/>
                  </a:lnTo>
                  <a:lnTo>
                    <a:pt x="1052" y="153"/>
                  </a:lnTo>
                  <a:cubicBezTo>
                    <a:pt x="1088" y="153"/>
                    <a:pt x="1088" y="108"/>
                    <a:pt x="1088" y="72"/>
                  </a:cubicBezTo>
                  <a:cubicBezTo>
                    <a:pt x="1088" y="36"/>
                    <a:pt x="1052" y="0"/>
                    <a:pt x="101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8" name="Google Shape;918;p19"/>
          <p:cNvGrpSpPr/>
          <p:nvPr/>
        </p:nvGrpSpPr>
        <p:grpSpPr>
          <a:xfrm>
            <a:off x="232454" y="311270"/>
            <a:ext cx="8679090" cy="4651204"/>
            <a:chOff x="232454" y="311270"/>
            <a:chExt cx="8679090" cy="4651204"/>
          </a:xfrm>
        </p:grpSpPr>
        <p:grpSp>
          <p:nvGrpSpPr>
            <p:cNvPr id="919" name="Google Shape;919;p19"/>
            <p:cNvGrpSpPr/>
            <p:nvPr/>
          </p:nvGrpSpPr>
          <p:grpSpPr>
            <a:xfrm>
              <a:off x="8778633" y="311270"/>
              <a:ext cx="132911" cy="199379"/>
              <a:chOff x="2778349" y="5640986"/>
              <a:chExt cx="508847" cy="763610"/>
            </a:xfrm>
          </p:grpSpPr>
          <p:sp>
            <p:nvSpPr>
              <p:cNvPr id="920" name="Google Shape;920;p19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19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2" name="Google Shape;922;p19"/>
            <p:cNvGrpSpPr/>
            <p:nvPr/>
          </p:nvGrpSpPr>
          <p:grpSpPr>
            <a:xfrm>
              <a:off x="8778633" y="4763095"/>
              <a:ext cx="132911" cy="199379"/>
              <a:chOff x="2778349" y="5640986"/>
              <a:chExt cx="508847" cy="763610"/>
            </a:xfrm>
          </p:grpSpPr>
          <p:sp>
            <p:nvSpPr>
              <p:cNvPr id="923" name="Google Shape;923;p19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19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5" name="Google Shape;925;p19"/>
            <p:cNvGrpSpPr/>
            <p:nvPr/>
          </p:nvGrpSpPr>
          <p:grpSpPr>
            <a:xfrm>
              <a:off x="232454" y="311270"/>
              <a:ext cx="132911" cy="199379"/>
              <a:chOff x="2778349" y="5640986"/>
              <a:chExt cx="508847" cy="763610"/>
            </a:xfrm>
          </p:grpSpPr>
          <p:sp>
            <p:nvSpPr>
              <p:cNvPr id="926" name="Google Shape;926;p19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19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8" name="Google Shape;928;p19"/>
            <p:cNvGrpSpPr/>
            <p:nvPr/>
          </p:nvGrpSpPr>
          <p:grpSpPr>
            <a:xfrm>
              <a:off x="232454" y="4763095"/>
              <a:ext cx="132911" cy="199379"/>
              <a:chOff x="2778349" y="5640986"/>
              <a:chExt cx="508847" cy="763610"/>
            </a:xfrm>
          </p:grpSpPr>
          <p:sp>
            <p:nvSpPr>
              <p:cNvPr id="929" name="Google Shape;929;p19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19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2" name="Google Shape;932;p20"/>
          <p:cNvPicPr preferRelativeResize="0"/>
          <p:nvPr/>
        </p:nvPicPr>
        <p:blipFill rotWithShape="1">
          <a:blip r:embed="rId2">
            <a:alphaModFix/>
          </a:blip>
          <a:srcRect t="159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3" name="Google Shape;933;p20"/>
          <p:cNvGrpSpPr/>
          <p:nvPr/>
        </p:nvGrpSpPr>
        <p:grpSpPr>
          <a:xfrm>
            <a:off x="-571364" y="-660171"/>
            <a:ext cx="10286732" cy="6463852"/>
            <a:chOff x="-571364" y="-660171"/>
            <a:chExt cx="10286732" cy="6463852"/>
          </a:xfrm>
        </p:grpSpPr>
        <p:grpSp>
          <p:nvGrpSpPr>
            <p:cNvPr id="934" name="Google Shape;934;p20"/>
            <p:cNvGrpSpPr/>
            <p:nvPr/>
          </p:nvGrpSpPr>
          <p:grpSpPr>
            <a:xfrm>
              <a:off x="-571364" y="4120904"/>
              <a:ext cx="10286732" cy="1682777"/>
              <a:chOff x="-1" y="3460729"/>
              <a:chExt cx="10286732" cy="1682777"/>
            </a:xfrm>
          </p:grpSpPr>
          <p:grpSp>
            <p:nvGrpSpPr>
              <p:cNvPr id="935" name="Google Shape;935;p20"/>
              <p:cNvGrpSpPr/>
              <p:nvPr/>
            </p:nvGrpSpPr>
            <p:grpSpPr>
              <a:xfrm>
                <a:off x="-1" y="3460729"/>
                <a:ext cx="5143232" cy="1682777"/>
                <a:chOff x="713356" y="2640614"/>
                <a:chExt cx="6188463" cy="2024758"/>
              </a:xfrm>
            </p:grpSpPr>
            <p:sp>
              <p:nvSpPr>
                <p:cNvPr id="936" name="Google Shape;936;p20"/>
                <p:cNvSpPr/>
                <p:nvPr/>
              </p:nvSpPr>
              <p:spPr>
                <a:xfrm>
                  <a:off x="3169251" y="3444021"/>
                  <a:ext cx="134896" cy="1221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9851" extrusionOk="0">
                      <a:moveTo>
                        <a:pt x="1007" y="0"/>
                      </a:moveTo>
                      <a:cubicBezTo>
                        <a:pt x="935" y="0"/>
                        <a:pt x="899" y="36"/>
                        <a:pt x="899" y="72"/>
                      </a:cubicBezTo>
                      <a:lnTo>
                        <a:pt x="935" y="108"/>
                      </a:lnTo>
                      <a:lnTo>
                        <a:pt x="0" y="935"/>
                      </a:lnTo>
                      <a:lnTo>
                        <a:pt x="0" y="9850"/>
                      </a:lnTo>
                      <a:lnTo>
                        <a:pt x="72" y="9850"/>
                      </a:lnTo>
                      <a:lnTo>
                        <a:pt x="72" y="935"/>
                      </a:lnTo>
                      <a:lnTo>
                        <a:pt x="971" y="153"/>
                      </a:lnTo>
                      <a:lnTo>
                        <a:pt x="1007" y="153"/>
                      </a:lnTo>
                      <a:cubicBezTo>
                        <a:pt x="1043" y="153"/>
                        <a:pt x="1088" y="108"/>
                        <a:pt x="1088" y="72"/>
                      </a:cubicBezTo>
                      <a:cubicBezTo>
                        <a:pt x="1088" y="36"/>
                        <a:pt x="1043" y="0"/>
                        <a:pt x="100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7" name="Google Shape;937;p20"/>
                <p:cNvSpPr/>
                <p:nvPr/>
              </p:nvSpPr>
              <p:spPr>
                <a:xfrm>
                  <a:off x="3094488" y="3276892"/>
                  <a:ext cx="116050" cy="1388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6" h="11199" extrusionOk="0">
                      <a:moveTo>
                        <a:pt x="73" y="0"/>
                      </a:moveTo>
                      <a:cubicBezTo>
                        <a:pt x="37" y="0"/>
                        <a:pt x="1" y="36"/>
                        <a:pt x="1" y="72"/>
                      </a:cubicBezTo>
                      <a:cubicBezTo>
                        <a:pt x="1" y="108"/>
                        <a:pt x="37" y="153"/>
                        <a:pt x="73" y="153"/>
                      </a:cubicBezTo>
                      <a:lnTo>
                        <a:pt x="118" y="153"/>
                      </a:lnTo>
                      <a:lnTo>
                        <a:pt x="900" y="863"/>
                      </a:lnTo>
                      <a:lnTo>
                        <a:pt x="900" y="1312"/>
                      </a:lnTo>
                      <a:lnTo>
                        <a:pt x="73" y="2094"/>
                      </a:lnTo>
                      <a:lnTo>
                        <a:pt x="73" y="11198"/>
                      </a:lnTo>
                      <a:lnTo>
                        <a:pt x="118" y="11198"/>
                      </a:lnTo>
                      <a:lnTo>
                        <a:pt x="118" y="2130"/>
                      </a:lnTo>
                      <a:lnTo>
                        <a:pt x="936" y="1348"/>
                      </a:lnTo>
                      <a:lnTo>
                        <a:pt x="936" y="827"/>
                      </a:lnTo>
                      <a:lnTo>
                        <a:pt x="154" y="108"/>
                      </a:lnTo>
                      <a:lnTo>
                        <a:pt x="154" y="72"/>
                      </a:lnTo>
                      <a:cubicBezTo>
                        <a:pt x="154" y="36"/>
                        <a:pt x="118" y="0"/>
                        <a:pt x="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8" name="Google Shape;938;p20"/>
                <p:cNvSpPr/>
                <p:nvPr/>
              </p:nvSpPr>
              <p:spPr>
                <a:xfrm>
                  <a:off x="2848254" y="3230027"/>
                  <a:ext cx="135020" cy="1435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11577" extrusionOk="0">
                      <a:moveTo>
                        <a:pt x="1016" y="1"/>
                      </a:moveTo>
                      <a:cubicBezTo>
                        <a:pt x="980" y="1"/>
                        <a:pt x="935" y="37"/>
                        <a:pt x="935" y="82"/>
                      </a:cubicBezTo>
                      <a:cubicBezTo>
                        <a:pt x="935" y="118"/>
                        <a:pt x="935" y="154"/>
                        <a:pt x="980" y="154"/>
                      </a:cubicBezTo>
                      <a:lnTo>
                        <a:pt x="980" y="5878"/>
                      </a:lnTo>
                      <a:lnTo>
                        <a:pt x="1" y="6777"/>
                      </a:lnTo>
                      <a:lnTo>
                        <a:pt x="1" y="11576"/>
                      </a:lnTo>
                      <a:lnTo>
                        <a:pt x="82" y="11576"/>
                      </a:lnTo>
                      <a:lnTo>
                        <a:pt x="82" y="6822"/>
                      </a:lnTo>
                      <a:lnTo>
                        <a:pt x="1052" y="5923"/>
                      </a:lnTo>
                      <a:lnTo>
                        <a:pt x="1052" y="154"/>
                      </a:lnTo>
                      <a:cubicBezTo>
                        <a:pt x="1088" y="154"/>
                        <a:pt x="1088" y="118"/>
                        <a:pt x="1088" y="82"/>
                      </a:cubicBezTo>
                      <a:cubicBezTo>
                        <a:pt x="1088" y="37"/>
                        <a:pt x="1052" y="1"/>
                        <a:pt x="101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9" name="Google Shape;939;p20"/>
                <p:cNvSpPr/>
                <p:nvPr/>
              </p:nvSpPr>
              <p:spPr>
                <a:xfrm>
                  <a:off x="2959716" y="4391123"/>
                  <a:ext cx="111587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0" h="2212" extrusionOk="0">
                      <a:moveTo>
                        <a:pt x="81" y="0"/>
                      </a:moveTo>
                      <a:cubicBezTo>
                        <a:pt x="36" y="0"/>
                        <a:pt x="0" y="36"/>
                        <a:pt x="0" y="72"/>
                      </a:cubicBezTo>
                      <a:cubicBezTo>
                        <a:pt x="0" y="108"/>
                        <a:pt x="36" y="153"/>
                        <a:pt x="81" y="153"/>
                      </a:cubicBezTo>
                      <a:lnTo>
                        <a:pt x="81" y="1537"/>
                      </a:lnTo>
                      <a:lnTo>
                        <a:pt x="791" y="2211"/>
                      </a:lnTo>
                      <a:lnTo>
                        <a:pt x="899" y="2211"/>
                      </a:lnTo>
                      <a:lnTo>
                        <a:pt x="153" y="1501"/>
                      </a:lnTo>
                      <a:lnTo>
                        <a:pt x="153" y="108"/>
                      </a:lnTo>
                      <a:lnTo>
                        <a:pt x="153" y="72"/>
                      </a:lnTo>
                      <a:cubicBezTo>
                        <a:pt x="153" y="36"/>
                        <a:pt x="153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0" name="Google Shape;940;p20"/>
                <p:cNvSpPr/>
                <p:nvPr/>
              </p:nvSpPr>
              <p:spPr>
                <a:xfrm>
                  <a:off x="3493472" y="4219531"/>
                  <a:ext cx="19094" cy="44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3596" extrusionOk="0">
                      <a:moveTo>
                        <a:pt x="81" y="0"/>
                      </a:moveTo>
                      <a:cubicBezTo>
                        <a:pt x="45" y="0"/>
                        <a:pt x="0" y="36"/>
                        <a:pt x="0" y="72"/>
                      </a:cubicBezTo>
                      <a:cubicBezTo>
                        <a:pt x="0" y="108"/>
                        <a:pt x="0" y="108"/>
                        <a:pt x="45" y="144"/>
                      </a:cubicBezTo>
                      <a:lnTo>
                        <a:pt x="45" y="3595"/>
                      </a:lnTo>
                      <a:lnTo>
                        <a:pt x="117" y="3595"/>
                      </a:lnTo>
                      <a:lnTo>
                        <a:pt x="117" y="144"/>
                      </a:lnTo>
                      <a:cubicBezTo>
                        <a:pt x="117" y="108"/>
                        <a:pt x="153" y="108"/>
                        <a:pt x="153" y="72"/>
                      </a:cubicBezTo>
                      <a:cubicBezTo>
                        <a:pt x="153" y="36"/>
                        <a:pt x="117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1" name="Google Shape;941;p20"/>
                <p:cNvSpPr/>
                <p:nvPr/>
              </p:nvSpPr>
              <p:spPr>
                <a:xfrm>
                  <a:off x="3837778" y="2812206"/>
                  <a:ext cx="274255" cy="1853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2" h="14947" extrusionOk="0">
                      <a:moveTo>
                        <a:pt x="2130" y="1"/>
                      </a:moveTo>
                      <a:cubicBezTo>
                        <a:pt x="2058" y="1"/>
                        <a:pt x="2023" y="37"/>
                        <a:pt x="2023" y="81"/>
                      </a:cubicBezTo>
                      <a:cubicBezTo>
                        <a:pt x="2023" y="117"/>
                        <a:pt x="2058" y="153"/>
                        <a:pt x="2094" y="153"/>
                      </a:cubicBezTo>
                      <a:lnTo>
                        <a:pt x="2094" y="5618"/>
                      </a:lnTo>
                      <a:lnTo>
                        <a:pt x="1160" y="6480"/>
                      </a:lnTo>
                      <a:lnTo>
                        <a:pt x="1160" y="13859"/>
                      </a:lnTo>
                      <a:lnTo>
                        <a:pt x="0" y="14946"/>
                      </a:lnTo>
                      <a:lnTo>
                        <a:pt x="72" y="14946"/>
                      </a:lnTo>
                      <a:lnTo>
                        <a:pt x="1232" y="13895"/>
                      </a:lnTo>
                      <a:lnTo>
                        <a:pt x="1232" y="6480"/>
                      </a:lnTo>
                      <a:lnTo>
                        <a:pt x="2130" y="5653"/>
                      </a:lnTo>
                      <a:lnTo>
                        <a:pt x="2130" y="153"/>
                      </a:lnTo>
                      <a:cubicBezTo>
                        <a:pt x="2166" y="153"/>
                        <a:pt x="2211" y="117"/>
                        <a:pt x="2211" y="81"/>
                      </a:cubicBezTo>
                      <a:cubicBezTo>
                        <a:pt x="2211" y="37"/>
                        <a:pt x="2166" y="1"/>
                        <a:pt x="21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2" name="Google Shape;942;p20"/>
                <p:cNvSpPr/>
                <p:nvPr/>
              </p:nvSpPr>
              <p:spPr>
                <a:xfrm>
                  <a:off x="3499051" y="2859071"/>
                  <a:ext cx="380014" cy="1806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5" h="14569" extrusionOk="0">
                      <a:moveTo>
                        <a:pt x="971" y="0"/>
                      </a:moveTo>
                      <a:cubicBezTo>
                        <a:pt x="935" y="0"/>
                        <a:pt x="899" y="36"/>
                        <a:pt x="899" y="72"/>
                      </a:cubicBezTo>
                      <a:cubicBezTo>
                        <a:pt x="899" y="108"/>
                        <a:pt x="899" y="108"/>
                        <a:pt x="935" y="153"/>
                      </a:cubicBezTo>
                      <a:lnTo>
                        <a:pt x="935" y="3478"/>
                      </a:lnTo>
                      <a:lnTo>
                        <a:pt x="0" y="4341"/>
                      </a:lnTo>
                      <a:lnTo>
                        <a:pt x="0" y="7450"/>
                      </a:lnTo>
                      <a:lnTo>
                        <a:pt x="935" y="8313"/>
                      </a:lnTo>
                      <a:lnTo>
                        <a:pt x="935" y="14568"/>
                      </a:lnTo>
                      <a:lnTo>
                        <a:pt x="971" y="14568"/>
                      </a:lnTo>
                      <a:lnTo>
                        <a:pt x="971" y="13103"/>
                      </a:lnTo>
                      <a:lnTo>
                        <a:pt x="2130" y="12061"/>
                      </a:lnTo>
                      <a:lnTo>
                        <a:pt x="2130" y="8610"/>
                      </a:lnTo>
                      <a:lnTo>
                        <a:pt x="3065" y="7747"/>
                      </a:lnTo>
                      <a:lnTo>
                        <a:pt x="3065" y="4646"/>
                      </a:lnTo>
                      <a:lnTo>
                        <a:pt x="2130" y="3784"/>
                      </a:lnTo>
                      <a:lnTo>
                        <a:pt x="2130" y="413"/>
                      </a:lnTo>
                      <a:cubicBezTo>
                        <a:pt x="2166" y="413"/>
                        <a:pt x="2202" y="377"/>
                        <a:pt x="2202" y="377"/>
                      </a:cubicBezTo>
                      <a:cubicBezTo>
                        <a:pt x="2202" y="333"/>
                        <a:pt x="2166" y="297"/>
                        <a:pt x="2130" y="297"/>
                      </a:cubicBezTo>
                      <a:cubicBezTo>
                        <a:pt x="2058" y="297"/>
                        <a:pt x="2022" y="333"/>
                        <a:pt x="2022" y="377"/>
                      </a:cubicBezTo>
                      <a:cubicBezTo>
                        <a:pt x="2022" y="377"/>
                        <a:pt x="2058" y="413"/>
                        <a:pt x="2094" y="413"/>
                      </a:cubicBezTo>
                      <a:lnTo>
                        <a:pt x="2094" y="3820"/>
                      </a:lnTo>
                      <a:lnTo>
                        <a:pt x="3029" y="4646"/>
                      </a:lnTo>
                      <a:lnTo>
                        <a:pt x="3029" y="7747"/>
                      </a:lnTo>
                      <a:lnTo>
                        <a:pt x="2094" y="8574"/>
                      </a:lnTo>
                      <a:lnTo>
                        <a:pt x="2094" y="12016"/>
                      </a:lnTo>
                      <a:lnTo>
                        <a:pt x="971" y="13031"/>
                      </a:lnTo>
                      <a:lnTo>
                        <a:pt x="971" y="11836"/>
                      </a:lnTo>
                      <a:lnTo>
                        <a:pt x="1528" y="11342"/>
                      </a:lnTo>
                      <a:lnTo>
                        <a:pt x="1528" y="2849"/>
                      </a:lnTo>
                      <a:cubicBezTo>
                        <a:pt x="1573" y="2849"/>
                        <a:pt x="1573" y="2804"/>
                        <a:pt x="1573" y="2768"/>
                      </a:cubicBezTo>
                      <a:cubicBezTo>
                        <a:pt x="1573" y="2732"/>
                        <a:pt x="1573" y="2696"/>
                        <a:pt x="1492" y="2696"/>
                      </a:cubicBezTo>
                      <a:cubicBezTo>
                        <a:pt x="1456" y="2696"/>
                        <a:pt x="1420" y="2732"/>
                        <a:pt x="1420" y="2768"/>
                      </a:cubicBezTo>
                      <a:cubicBezTo>
                        <a:pt x="1420" y="2804"/>
                        <a:pt x="1456" y="2849"/>
                        <a:pt x="1492" y="2849"/>
                      </a:cubicBezTo>
                      <a:lnTo>
                        <a:pt x="1492" y="11306"/>
                      </a:lnTo>
                      <a:lnTo>
                        <a:pt x="971" y="11755"/>
                      </a:lnTo>
                      <a:lnTo>
                        <a:pt x="971" y="6327"/>
                      </a:lnTo>
                      <a:cubicBezTo>
                        <a:pt x="1007" y="6327"/>
                        <a:pt x="1043" y="6291"/>
                        <a:pt x="1043" y="6255"/>
                      </a:cubicBezTo>
                      <a:cubicBezTo>
                        <a:pt x="1043" y="6219"/>
                        <a:pt x="1007" y="6174"/>
                        <a:pt x="971" y="6174"/>
                      </a:cubicBezTo>
                      <a:cubicBezTo>
                        <a:pt x="935" y="6174"/>
                        <a:pt x="899" y="6219"/>
                        <a:pt x="899" y="6255"/>
                      </a:cubicBezTo>
                      <a:cubicBezTo>
                        <a:pt x="899" y="6291"/>
                        <a:pt x="899" y="6327"/>
                        <a:pt x="935" y="6327"/>
                      </a:cubicBezTo>
                      <a:lnTo>
                        <a:pt x="935" y="8241"/>
                      </a:lnTo>
                      <a:lnTo>
                        <a:pt x="72" y="7450"/>
                      </a:lnTo>
                      <a:lnTo>
                        <a:pt x="72" y="4377"/>
                      </a:lnTo>
                      <a:lnTo>
                        <a:pt x="971" y="3523"/>
                      </a:lnTo>
                      <a:lnTo>
                        <a:pt x="971" y="153"/>
                      </a:lnTo>
                      <a:cubicBezTo>
                        <a:pt x="1007" y="108"/>
                        <a:pt x="1043" y="108"/>
                        <a:pt x="1043" y="72"/>
                      </a:cubicBezTo>
                      <a:cubicBezTo>
                        <a:pt x="1043" y="36"/>
                        <a:pt x="1007" y="0"/>
                        <a:pt x="97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3" name="Google Shape;943;p20"/>
                <p:cNvSpPr/>
                <p:nvPr/>
              </p:nvSpPr>
              <p:spPr>
                <a:xfrm>
                  <a:off x="3326340" y="3949869"/>
                  <a:ext cx="186225" cy="715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" h="5771" extrusionOk="0">
                      <a:moveTo>
                        <a:pt x="1429" y="0"/>
                      </a:moveTo>
                      <a:cubicBezTo>
                        <a:pt x="1393" y="0"/>
                        <a:pt x="1348" y="36"/>
                        <a:pt x="1348" y="72"/>
                      </a:cubicBezTo>
                      <a:cubicBezTo>
                        <a:pt x="1348" y="117"/>
                        <a:pt x="1348" y="117"/>
                        <a:pt x="1393" y="117"/>
                      </a:cubicBezTo>
                      <a:lnTo>
                        <a:pt x="1393" y="710"/>
                      </a:lnTo>
                      <a:lnTo>
                        <a:pt x="944" y="1124"/>
                      </a:lnTo>
                      <a:lnTo>
                        <a:pt x="944" y="4872"/>
                      </a:lnTo>
                      <a:lnTo>
                        <a:pt x="0" y="5689"/>
                      </a:lnTo>
                      <a:lnTo>
                        <a:pt x="0" y="5770"/>
                      </a:lnTo>
                      <a:lnTo>
                        <a:pt x="81" y="5770"/>
                      </a:lnTo>
                      <a:lnTo>
                        <a:pt x="81" y="5734"/>
                      </a:lnTo>
                      <a:lnTo>
                        <a:pt x="1016" y="4872"/>
                      </a:lnTo>
                      <a:lnTo>
                        <a:pt x="1016" y="1124"/>
                      </a:lnTo>
                      <a:lnTo>
                        <a:pt x="1465" y="710"/>
                      </a:lnTo>
                      <a:lnTo>
                        <a:pt x="1465" y="117"/>
                      </a:lnTo>
                      <a:cubicBezTo>
                        <a:pt x="1465" y="117"/>
                        <a:pt x="1501" y="117"/>
                        <a:pt x="1501" y="72"/>
                      </a:cubicBezTo>
                      <a:cubicBezTo>
                        <a:pt x="1501" y="36"/>
                        <a:pt x="1465" y="0"/>
                        <a:pt x="14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4" name="Google Shape;944;p20"/>
                <p:cNvSpPr/>
                <p:nvPr/>
              </p:nvSpPr>
              <p:spPr>
                <a:xfrm>
                  <a:off x="3276126" y="3248996"/>
                  <a:ext cx="129440" cy="1416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1424" extrusionOk="0">
                      <a:moveTo>
                        <a:pt x="971" y="1"/>
                      </a:moveTo>
                      <a:cubicBezTo>
                        <a:pt x="900" y="1"/>
                        <a:pt x="855" y="36"/>
                        <a:pt x="855" y="72"/>
                      </a:cubicBezTo>
                      <a:cubicBezTo>
                        <a:pt x="855" y="108"/>
                        <a:pt x="900" y="153"/>
                        <a:pt x="936" y="153"/>
                      </a:cubicBezTo>
                      <a:lnTo>
                        <a:pt x="936" y="10300"/>
                      </a:lnTo>
                      <a:lnTo>
                        <a:pt x="1" y="11163"/>
                      </a:lnTo>
                      <a:lnTo>
                        <a:pt x="1" y="11423"/>
                      </a:lnTo>
                      <a:lnTo>
                        <a:pt x="73" y="11423"/>
                      </a:lnTo>
                      <a:lnTo>
                        <a:pt x="73" y="11163"/>
                      </a:lnTo>
                      <a:lnTo>
                        <a:pt x="971" y="10336"/>
                      </a:lnTo>
                      <a:lnTo>
                        <a:pt x="971" y="153"/>
                      </a:lnTo>
                      <a:cubicBezTo>
                        <a:pt x="1007" y="153"/>
                        <a:pt x="1043" y="108"/>
                        <a:pt x="1043" y="72"/>
                      </a:cubicBezTo>
                      <a:cubicBezTo>
                        <a:pt x="1043" y="36"/>
                        <a:pt x="1007" y="1"/>
                        <a:pt x="97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5" name="Google Shape;945;p20"/>
                <p:cNvSpPr/>
                <p:nvPr/>
              </p:nvSpPr>
              <p:spPr>
                <a:xfrm>
                  <a:off x="2904047" y="4232921"/>
                  <a:ext cx="79226" cy="4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" h="3488" extrusionOk="0">
                      <a:moveTo>
                        <a:pt x="81" y="0"/>
                      </a:moveTo>
                      <a:cubicBezTo>
                        <a:pt x="36" y="0"/>
                        <a:pt x="0" y="0"/>
                        <a:pt x="0" y="81"/>
                      </a:cubicBezTo>
                      <a:cubicBezTo>
                        <a:pt x="0" y="81"/>
                        <a:pt x="36" y="117"/>
                        <a:pt x="81" y="117"/>
                      </a:cubicBezTo>
                      <a:lnTo>
                        <a:pt x="81" y="3002"/>
                      </a:lnTo>
                      <a:lnTo>
                        <a:pt x="566" y="3487"/>
                      </a:lnTo>
                      <a:lnTo>
                        <a:pt x="638" y="3487"/>
                      </a:lnTo>
                      <a:lnTo>
                        <a:pt x="117" y="3002"/>
                      </a:lnTo>
                      <a:lnTo>
                        <a:pt x="117" y="117"/>
                      </a:lnTo>
                      <a:cubicBezTo>
                        <a:pt x="153" y="117"/>
                        <a:pt x="189" y="81"/>
                        <a:pt x="189" y="81"/>
                      </a:cubicBezTo>
                      <a:cubicBezTo>
                        <a:pt x="189" y="0"/>
                        <a:pt x="153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6" name="Google Shape;946;p20"/>
                <p:cNvSpPr/>
                <p:nvPr/>
              </p:nvSpPr>
              <p:spPr>
                <a:xfrm>
                  <a:off x="3549141" y="4391123"/>
                  <a:ext cx="19094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2212" extrusionOk="0">
                      <a:moveTo>
                        <a:pt x="82" y="0"/>
                      </a:moveTo>
                      <a:cubicBezTo>
                        <a:pt x="46" y="0"/>
                        <a:pt x="1" y="36"/>
                        <a:pt x="1" y="72"/>
                      </a:cubicBezTo>
                      <a:cubicBezTo>
                        <a:pt x="1" y="72"/>
                        <a:pt x="46" y="108"/>
                        <a:pt x="82" y="108"/>
                      </a:cubicBezTo>
                      <a:lnTo>
                        <a:pt x="82" y="2211"/>
                      </a:lnTo>
                      <a:lnTo>
                        <a:pt x="118" y="2211"/>
                      </a:lnTo>
                      <a:lnTo>
                        <a:pt x="118" y="108"/>
                      </a:lnTo>
                      <a:cubicBezTo>
                        <a:pt x="153" y="108"/>
                        <a:pt x="153" y="72"/>
                        <a:pt x="153" y="72"/>
                      </a:cubicBezTo>
                      <a:cubicBezTo>
                        <a:pt x="153" y="36"/>
                        <a:pt x="118" y="0"/>
                        <a:pt x="8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7" name="Google Shape;947;p20"/>
                <p:cNvSpPr/>
                <p:nvPr/>
              </p:nvSpPr>
              <p:spPr>
                <a:xfrm>
                  <a:off x="2727988" y="3666817"/>
                  <a:ext cx="134896" cy="998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8054" extrusionOk="0">
                      <a:moveTo>
                        <a:pt x="1007" y="1"/>
                      </a:moveTo>
                      <a:cubicBezTo>
                        <a:pt x="971" y="1"/>
                        <a:pt x="935" y="37"/>
                        <a:pt x="935" y="73"/>
                      </a:cubicBezTo>
                      <a:cubicBezTo>
                        <a:pt x="935" y="109"/>
                        <a:pt x="935" y="109"/>
                        <a:pt x="971" y="154"/>
                      </a:cubicBezTo>
                      <a:lnTo>
                        <a:pt x="971" y="2023"/>
                      </a:lnTo>
                      <a:lnTo>
                        <a:pt x="0" y="2886"/>
                      </a:lnTo>
                      <a:lnTo>
                        <a:pt x="0" y="8053"/>
                      </a:lnTo>
                      <a:lnTo>
                        <a:pt x="72" y="8053"/>
                      </a:lnTo>
                      <a:lnTo>
                        <a:pt x="72" y="2922"/>
                      </a:lnTo>
                      <a:lnTo>
                        <a:pt x="1052" y="2023"/>
                      </a:lnTo>
                      <a:lnTo>
                        <a:pt x="1052" y="154"/>
                      </a:lnTo>
                      <a:cubicBezTo>
                        <a:pt x="1088" y="109"/>
                        <a:pt x="1088" y="109"/>
                        <a:pt x="1088" y="73"/>
                      </a:cubicBezTo>
                      <a:cubicBezTo>
                        <a:pt x="1088" y="37"/>
                        <a:pt x="1052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8" name="Google Shape;948;p20"/>
                <p:cNvSpPr/>
                <p:nvPr/>
              </p:nvSpPr>
              <p:spPr>
                <a:xfrm>
                  <a:off x="842548" y="3857378"/>
                  <a:ext cx="121629" cy="807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1" h="6517" extrusionOk="0">
                      <a:moveTo>
                        <a:pt x="899" y="1"/>
                      </a:moveTo>
                      <a:cubicBezTo>
                        <a:pt x="827" y="1"/>
                        <a:pt x="827" y="36"/>
                        <a:pt x="827" y="72"/>
                      </a:cubicBezTo>
                      <a:lnTo>
                        <a:pt x="827" y="108"/>
                      </a:lnTo>
                      <a:lnTo>
                        <a:pt x="1" y="818"/>
                      </a:lnTo>
                      <a:lnTo>
                        <a:pt x="1" y="1349"/>
                      </a:lnTo>
                      <a:lnTo>
                        <a:pt x="863" y="2095"/>
                      </a:lnTo>
                      <a:lnTo>
                        <a:pt x="863" y="6516"/>
                      </a:lnTo>
                      <a:lnTo>
                        <a:pt x="899" y="6516"/>
                      </a:lnTo>
                      <a:lnTo>
                        <a:pt x="899" y="1160"/>
                      </a:lnTo>
                      <a:cubicBezTo>
                        <a:pt x="935" y="1160"/>
                        <a:pt x="980" y="1160"/>
                        <a:pt x="980" y="1124"/>
                      </a:cubicBezTo>
                      <a:cubicBezTo>
                        <a:pt x="980" y="1088"/>
                        <a:pt x="935" y="1043"/>
                        <a:pt x="899" y="1043"/>
                      </a:cubicBezTo>
                      <a:cubicBezTo>
                        <a:pt x="827" y="1043"/>
                        <a:pt x="827" y="1088"/>
                        <a:pt x="827" y="1124"/>
                      </a:cubicBezTo>
                      <a:cubicBezTo>
                        <a:pt x="827" y="1160"/>
                        <a:pt x="827" y="1160"/>
                        <a:pt x="863" y="1160"/>
                      </a:cubicBezTo>
                      <a:lnTo>
                        <a:pt x="863" y="2023"/>
                      </a:lnTo>
                      <a:lnTo>
                        <a:pt x="82" y="1313"/>
                      </a:lnTo>
                      <a:lnTo>
                        <a:pt x="82" y="863"/>
                      </a:lnTo>
                      <a:lnTo>
                        <a:pt x="863" y="144"/>
                      </a:lnTo>
                      <a:lnTo>
                        <a:pt x="899" y="144"/>
                      </a:lnTo>
                      <a:cubicBezTo>
                        <a:pt x="935" y="144"/>
                        <a:pt x="980" y="108"/>
                        <a:pt x="980" y="72"/>
                      </a:cubicBezTo>
                      <a:cubicBezTo>
                        <a:pt x="980" y="36"/>
                        <a:pt x="935" y="1"/>
                        <a:pt x="89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9" name="Google Shape;949;p20"/>
                <p:cNvSpPr/>
                <p:nvPr/>
              </p:nvSpPr>
              <p:spPr>
                <a:xfrm>
                  <a:off x="838085" y="2640614"/>
                  <a:ext cx="362284" cy="2024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2" h="16331" extrusionOk="0">
                      <a:moveTo>
                        <a:pt x="73" y="1"/>
                      </a:moveTo>
                      <a:cubicBezTo>
                        <a:pt x="37" y="1"/>
                        <a:pt x="1" y="36"/>
                        <a:pt x="1" y="72"/>
                      </a:cubicBezTo>
                      <a:cubicBezTo>
                        <a:pt x="1" y="117"/>
                        <a:pt x="37" y="153"/>
                        <a:pt x="73" y="153"/>
                      </a:cubicBezTo>
                      <a:lnTo>
                        <a:pt x="73" y="2849"/>
                      </a:lnTo>
                      <a:lnTo>
                        <a:pt x="522" y="3263"/>
                      </a:lnTo>
                      <a:lnTo>
                        <a:pt x="522" y="4872"/>
                      </a:lnTo>
                      <a:lnTo>
                        <a:pt x="1421" y="5734"/>
                      </a:lnTo>
                      <a:lnTo>
                        <a:pt x="1421" y="16330"/>
                      </a:lnTo>
                      <a:lnTo>
                        <a:pt x="1502" y="16330"/>
                      </a:lnTo>
                      <a:lnTo>
                        <a:pt x="1502" y="8691"/>
                      </a:lnTo>
                      <a:lnTo>
                        <a:pt x="2095" y="8125"/>
                      </a:lnTo>
                      <a:lnTo>
                        <a:pt x="2095" y="6103"/>
                      </a:lnTo>
                      <a:lnTo>
                        <a:pt x="2922" y="5357"/>
                      </a:lnTo>
                      <a:lnTo>
                        <a:pt x="2922" y="4836"/>
                      </a:lnTo>
                      <a:lnTo>
                        <a:pt x="2140" y="4081"/>
                      </a:lnTo>
                      <a:cubicBezTo>
                        <a:pt x="2140" y="4045"/>
                        <a:pt x="2095" y="4009"/>
                        <a:pt x="2059" y="4009"/>
                      </a:cubicBezTo>
                      <a:cubicBezTo>
                        <a:pt x="2023" y="4009"/>
                        <a:pt x="1987" y="4045"/>
                        <a:pt x="1987" y="4081"/>
                      </a:cubicBezTo>
                      <a:cubicBezTo>
                        <a:pt x="1987" y="4117"/>
                        <a:pt x="2023" y="4162"/>
                        <a:pt x="2059" y="4162"/>
                      </a:cubicBezTo>
                      <a:lnTo>
                        <a:pt x="2095" y="4117"/>
                      </a:lnTo>
                      <a:lnTo>
                        <a:pt x="2850" y="4872"/>
                      </a:lnTo>
                      <a:lnTo>
                        <a:pt x="2850" y="5321"/>
                      </a:lnTo>
                      <a:lnTo>
                        <a:pt x="2095" y="6031"/>
                      </a:lnTo>
                      <a:lnTo>
                        <a:pt x="2095" y="5168"/>
                      </a:lnTo>
                      <a:lnTo>
                        <a:pt x="2140" y="5132"/>
                      </a:lnTo>
                      <a:cubicBezTo>
                        <a:pt x="2140" y="5096"/>
                        <a:pt x="2095" y="5060"/>
                        <a:pt x="2059" y="5060"/>
                      </a:cubicBezTo>
                      <a:cubicBezTo>
                        <a:pt x="2023" y="5060"/>
                        <a:pt x="1987" y="5096"/>
                        <a:pt x="1987" y="5132"/>
                      </a:cubicBezTo>
                      <a:cubicBezTo>
                        <a:pt x="1987" y="5132"/>
                        <a:pt x="1987" y="5168"/>
                        <a:pt x="2023" y="5168"/>
                      </a:cubicBezTo>
                      <a:lnTo>
                        <a:pt x="2023" y="8125"/>
                      </a:lnTo>
                      <a:lnTo>
                        <a:pt x="1502" y="8610"/>
                      </a:lnTo>
                      <a:lnTo>
                        <a:pt x="1502" y="5734"/>
                      </a:lnTo>
                      <a:lnTo>
                        <a:pt x="567" y="4872"/>
                      </a:lnTo>
                      <a:lnTo>
                        <a:pt x="567" y="3218"/>
                      </a:lnTo>
                      <a:lnTo>
                        <a:pt x="118" y="2814"/>
                      </a:lnTo>
                      <a:lnTo>
                        <a:pt x="118" y="153"/>
                      </a:lnTo>
                      <a:cubicBezTo>
                        <a:pt x="153" y="153"/>
                        <a:pt x="189" y="117"/>
                        <a:pt x="189" y="72"/>
                      </a:cubicBezTo>
                      <a:cubicBezTo>
                        <a:pt x="189" y="36"/>
                        <a:pt x="153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0" name="Google Shape;950;p20"/>
                <p:cNvSpPr/>
                <p:nvPr/>
              </p:nvSpPr>
              <p:spPr>
                <a:xfrm>
                  <a:off x="713356" y="3309128"/>
                  <a:ext cx="129316" cy="1356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10939" extrusionOk="0">
                      <a:moveTo>
                        <a:pt x="935" y="1"/>
                      </a:moveTo>
                      <a:cubicBezTo>
                        <a:pt x="899" y="1"/>
                        <a:pt x="854" y="37"/>
                        <a:pt x="854" y="73"/>
                      </a:cubicBezTo>
                      <a:cubicBezTo>
                        <a:pt x="854" y="118"/>
                        <a:pt x="899" y="118"/>
                        <a:pt x="935" y="154"/>
                      </a:cubicBezTo>
                      <a:lnTo>
                        <a:pt x="935" y="3488"/>
                      </a:lnTo>
                      <a:lnTo>
                        <a:pt x="0" y="4342"/>
                      </a:lnTo>
                      <a:lnTo>
                        <a:pt x="0" y="7451"/>
                      </a:lnTo>
                      <a:lnTo>
                        <a:pt x="935" y="8314"/>
                      </a:lnTo>
                      <a:lnTo>
                        <a:pt x="935" y="10938"/>
                      </a:lnTo>
                      <a:lnTo>
                        <a:pt x="971" y="10938"/>
                      </a:lnTo>
                      <a:lnTo>
                        <a:pt x="971" y="8314"/>
                      </a:lnTo>
                      <a:lnTo>
                        <a:pt x="36" y="7451"/>
                      </a:lnTo>
                      <a:lnTo>
                        <a:pt x="36" y="4387"/>
                      </a:lnTo>
                      <a:lnTo>
                        <a:pt x="971" y="3524"/>
                      </a:lnTo>
                      <a:lnTo>
                        <a:pt x="971" y="154"/>
                      </a:lnTo>
                      <a:cubicBezTo>
                        <a:pt x="1007" y="118"/>
                        <a:pt x="1043" y="118"/>
                        <a:pt x="1043" y="73"/>
                      </a:cubicBezTo>
                      <a:cubicBezTo>
                        <a:pt x="1043" y="37"/>
                        <a:pt x="1007" y="1"/>
                        <a:pt x="93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1" name="Google Shape;951;p20"/>
                <p:cNvSpPr/>
                <p:nvPr/>
              </p:nvSpPr>
              <p:spPr>
                <a:xfrm>
                  <a:off x="754519" y="4024507"/>
                  <a:ext cx="135020" cy="6408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5169" extrusionOk="0">
                      <a:moveTo>
                        <a:pt x="73" y="1"/>
                      </a:moveTo>
                      <a:cubicBezTo>
                        <a:pt x="37" y="1"/>
                        <a:pt x="1" y="37"/>
                        <a:pt x="1" y="73"/>
                      </a:cubicBezTo>
                      <a:cubicBezTo>
                        <a:pt x="1" y="108"/>
                        <a:pt x="37" y="144"/>
                        <a:pt x="73" y="144"/>
                      </a:cubicBezTo>
                      <a:lnTo>
                        <a:pt x="117" y="108"/>
                      </a:lnTo>
                      <a:lnTo>
                        <a:pt x="1016" y="935"/>
                      </a:lnTo>
                      <a:lnTo>
                        <a:pt x="1016" y="5168"/>
                      </a:lnTo>
                      <a:lnTo>
                        <a:pt x="1088" y="5168"/>
                      </a:lnTo>
                      <a:lnTo>
                        <a:pt x="1088" y="935"/>
                      </a:lnTo>
                      <a:lnTo>
                        <a:pt x="153" y="73"/>
                      </a:lnTo>
                      <a:cubicBezTo>
                        <a:pt x="153" y="37"/>
                        <a:pt x="153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2" name="Google Shape;952;p20"/>
                <p:cNvSpPr/>
                <p:nvPr/>
              </p:nvSpPr>
              <p:spPr>
                <a:xfrm>
                  <a:off x="2412570" y="3253460"/>
                  <a:ext cx="189573" cy="1411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9" h="11388" extrusionOk="0">
                      <a:moveTo>
                        <a:pt x="747" y="0"/>
                      </a:moveTo>
                      <a:cubicBezTo>
                        <a:pt x="711" y="0"/>
                        <a:pt x="675" y="36"/>
                        <a:pt x="675" y="72"/>
                      </a:cubicBezTo>
                      <a:cubicBezTo>
                        <a:pt x="675" y="72"/>
                        <a:pt x="711" y="117"/>
                        <a:pt x="711" y="153"/>
                      </a:cubicBezTo>
                      <a:lnTo>
                        <a:pt x="711" y="8988"/>
                      </a:lnTo>
                      <a:lnTo>
                        <a:pt x="1421" y="9590"/>
                      </a:lnTo>
                      <a:lnTo>
                        <a:pt x="1421" y="10408"/>
                      </a:lnTo>
                      <a:lnTo>
                        <a:pt x="109" y="9248"/>
                      </a:lnTo>
                      <a:lnTo>
                        <a:pt x="109" y="5653"/>
                      </a:lnTo>
                      <a:cubicBezTo>
                        <a:pt x="145" y="5653"/>
                        <a:pt x="145" y="5617"/>
                        <a:pt x="145" y="5582"/>
                      </a:cubicBezTo>
                      <a:cubicBezTo>
                        <a:pt x="145" y="5546"/>
                        <a:pt x="109" y="5510"/>
                        <a:pt x="73" y="5510"/>
                      </a:cubicBezTo>
                      <a:cubicBezTo>
                        <a:pt x="37" y="5510"/>
                        <a:pt x="1" y="5546"/>
                        <a:pt x="1" y="5582"/>
                      </a:cubicBezTo>
                      <a:cubicBezTo>
                        <a:pt x="1" y="5617"/>
                        <a:pt x="37" y="5653"/>
                        <a:pt x="37" y="5653"/>
                      </a:cubicBezTo>
                      <a:lnTo>
                        <a:pt x="37" y="9248"/>
                      </a:lnTo>
                      <a:lnTo>
                        <a:pt x="1421" y="10489"/>
                      </a:lnTo>
                      <a:lnTo>
                        <a:pt x="1421" y="11387"/>
                      </a:lnTo>
                      <a:lnTo>
                        <a:pt x="1457" y="11387"/>
                      </a:lnTo>
                      <a:lnTo>
                        <a:pt x="1457" y="2472"/>
                      </a:lnTo>
                      <a:cubicBezTo>
                        <a:pt x="1493" y="2472"/>
                        <a:pt x="1529" y="2436"/>
                        <a:pt x="1529" y="2400"/>
                      </a:cubicBezTo>
                      <a:cubicBezTo>
                        <a:pt x="1529" y="2364"/>
                        <a:pt x="1493" y="2319"/>
                        <a:pt x="1457" y="2319"/>
                      </a:cubicBezTo>
                      <a:cubicBezTo>
                        <a:pt x="1385" y="2319"/>
                        <a:pt x="1349" y="2364"/>
                        <a:pt x="1349" y="2400"/>
                      </a:cubicBezTo>
                      <a:cubicBezTo>
                        <a:pt x="1349" y="2436"/>
                        <a:pt x="1385" y="2472"/>
                        <a:pt x="1421" y="2472"/>
                      </a:cubicBezTo>
                      <a:lnTo>
                        <a:pt x="1421" y="9509"/>
                      </a:lnTo>
                      <a:lnTo>
                        <a:pt x="783" y="8952"/>
                      </a:lnTo>
                      <a:lnTo>
                        <a:pt x="783" y="153"/>
                      </a:lnTo>
                      <a:cubicBezTo>
                        <a:pt x="819" y="117"/>
                        <a:pt x="854" y="117"/>
                        <a:pt x="854" y="72"/>
                      </a:cubicBezTo>
                      <a:cubicBezTo>
                        <a:pt x="854" y="36"/>
                        <a:pt x="819" y="0"/>
                        <a:pt x="74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3" name="Google Shape;953;p20"/>
                <p:cNvSpPr/>
                <p:nvPr/>
              </p:nvSpPr>
              <p:spPr>
                <a:xfrm>
                  <a:off x="2667732" y="3471793"/>
                  <a:ext cx="135020" cy="11935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9627" extrusionOk="0">
                      <a:moveTo>
                        <a:pt x="1007" y="1"/>
                      </a:moveTo>
                      <a:cubicBezTo>
                        <a:pt x="971" y="1"/>
                        <a:pt x="935" y="1"/>
                        <a:pt x="935" y="73"/>
                      </a:cubicBezTo>
                      <a:cubicBezTo>
                        <a:pt x="935" y="73"/>
                        <a:pt x="935" y="109"/>
                        <a:pt x="971" y="109"/>
                      </a:cubicBezTo>
                      <a:lnTo>
                        <a:pt x="971" y="3407"/>
                      </a:lnTo>
                      <a:lnTo>
                        <a:pt x="1" y="4270"/>
                      </a:lnTo>
                      <a:lnTo>
                        <a:pt x="37" y="4306"/>
                      </a:lnTo>
                      <a:lnTo>
                        <a:pt x="1" y="4306"/>
                      </a:lnTo>
                      <a:lnTo>
                        <a:pt x="1" y="9626"/>
                      </a:lnTo>
                      <a:lnTo>
                        <a:pt x="73" y="9626"/>
                      </a:lnTo>
                      <a:lnTo>
                        <a:pt x="73" y="4306"/>
                      </a:lnTo>
                      <a:lnTo>
                        <a:pt x="1043" y="3407"/>
                      </a:lnTo>
                      <a:lnTo>
                        <a:pt x="1043" y="109"/>
                      </a:lnTo>
                      <a:cubicBezTo>
                        <a:pt x="1088" y="109"/>
                        <a:pt x="1088" y="73"/>
                        <a:pt x="1088" y="73"/>
                      </a:cubicBezTo>
                      <a:cubicBezTo>
                        <a:pt x="1088" y="1"/>
                        <a:pt x="1043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4" name="Google Shape;954;p20"/>
                <p:cNvSpPr/>
                <p:nvPr/>
              </p:nvSpPr>
              <p:spPr>
                <a:xfrm>
                  <a:off x="4571025" y="4024507"/>
                  <a:ext cx="130432" cy="6408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2" h="5169" extrusionOk="0">
                      <a:moveTo>
                        <a:pt x="971" y="1"/>
                      </a:moveTo>
                      <a:cubicBezTo>
                        <a:pt x="935" y="1"/>
                        <a:pt x="899" y="37"/>
                        <a:pt x="899" y="73"/>
                      </a:cubicBezTo>
                      <a:lnTo>
                        <a:pt x="0" y="935"/>
                      </a:lnTo>
                      <a:lnTo>
                        <a:pt x="0" y="5168"/>
                      </a:lnTo>
                      <a:lnTo>
                        <a:pt x="36" y="5168"/>
                      </a:lnTo>
                      <a:lnTo>
                        <a:pt x="36" y="935"/>
                      </a:lnTo>
                      <a:lnTo>
                        <a:pt x="935" y="108"/>
                      </a:lnTo>
                      <a:lnTo>
                        <a:pt x="971" y="144"/>
                      </a:lnTo>
                      <a:cubicBezTo>
                        <a:pt x="1016" y="144"/>
                        <a:pt x="1052" y="108"/>
                        <a:pt x="1052" y="73"/>
                      </a:cubicBezTo>
                      <a:cubicBezTo>
                        <a:pt x="1052" y="37"/>
                        <a:pt x="1016" y="1"/>
                        <a:pt x="97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5" name="Google Shape;955;p20"/>
                <p:cNvSpPr/>
                <p:nvPr/>
              </p:nvSpPr>
              <p:spPr>
                <a:xfrm>
                  <a:off x="1947999" y="3949869"/>
                  <a:ext cx="180522" cy="715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6" h="5771" extrusionOk="0">
                      <a:moveTo>
                        <a:pt x="72" y="0"/>
                      </a:moveTo>
                      <a:cubicBezTo>
                        <a:pt x="36" y="0"/>
                        <a:pt x="0" y="36"/>
                        <a:pt x="0" y="72"/>
                      </a:cubicBezTo>
                      <a:cubicBezTo>
                        <a:pt x="0" y="117"/>
                        <a:pt x="0" y="117"/>
                        <a:pt x="36" y="117"/>
                      </a:cubicBezTo>
                      <a:lnTo>
                        <a:pt x="36" y="710"/>
                      </a:lnTo>
                      <a:lnTo>
                        <a:pt x="485" y="1124"/>
                      </a:lnTo>
                      <a:lnTo>
                        <a:pt x="485" y="4872"/>
                      </a:lnTo>
                      <a:lnTo>
                        <a:pt x="1420" y="5734"/>
                      </a:lnTo>
                      <a:lnTo>
                        <a:pt x="1420" y="5770"/>
                      </a:lnTo>
                      <a:lnTo>
                        <a:pt x="1456" y="5770"/>
                      </a:lnTo>
                      <a:lnTo>
                        <a:pt x="1456" y="5689"/>
                      </a:lnTo>
                      <a:lnTo>
                        <a:pt x="521" y="4872"/>
                      </a:lnTo>
                      <a:lnTo>
                        <a:pt x="521" y="1124"/>
                      </a:lnTo>
                      <a:lnTo>
                        <a:pt x="72" y="710"/>
                      </a:lnTo>
                      <a:lnTo>
                        <a:pt x="72" y="117"/>
                      </a:lnTo>
                      <a:cubicBezTo>
                        <a:pt x="108" y="117"/>
                        <a:pt x="153" y="117"/>
                        <a:pt x="153" y="72"/>
                      </a:cubicBezTo>
                      <a:cubicBezTo>
                        <a:pt x="153" y="36"/>
                        <a:pt x="108" y="0"/>
                        <a:pt x="7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6" name="Google Shape;956;p20"/>
                <p:cNvSpPr/>
                <p:nvPr/>
              </p:nvSpPr>
              <p:spPr>
                <a:xfrm>
                  <a:off x="2054874" y="3248996"/>
                  <a:ext cx="129440" cy="1416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1424" extrusionOk="0">
                      <a:moveTo>
                        <a:pt x="73" y="1"/>
                      </a:moveTo>
                      <a:cubicBezTo>
                        <a:pt x="37" y="1"/>
                        <a:pt x="1" y="36"/>
                        <a:pt x="1" y="72"/>
                      </a:cubicBezTo>
                      <a:cubicBezTo>
                        <a:pt x="1" y="108"/>
                        <a:pt x="1" y="153"/>
                        <a:pt x="37" y="153"/>
                      </a:cubicBezTo>
                      <a:lnTo>
                        <a:pt x="37" y="10336"/>
                      </a:lnTo>
                      <a:lnTo>
                        <a:pt x="971" y="11163"/>
                      </a:lnTo>
                      <a:lnTo>
                        <a:pt x="971" y="11423"/>
                      </a:lnTo>
                      <a:lnTo>
                        <a:pt x="1043" y="11423"/>
                      </a:lnTo>
                      <a:lnTo>
                        <a:pt x="1043" y="11163"/>
                      </a:lnTo>
                      <a:lnTo>
                        <a:pt x="109" y="10300"/>
                      </a:lnTo>
                      <a:lnTo>
                        <a:pt x="109" y="153"/>
                      </a:lnTo>
                      <a:cubicBezTo>
                        <a:pt x="145" y="153"/>
                        <a:pt x="145" y="108"/>
                        <a:pt x="145" y="72"/>
                      </a:cubicBezTo>
                      <a:cubicBezTo>
                        <a:pt x="145" y="36"/>
                        <a:pt x="109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7" name="Google Shape;957;p20"/>
                <p:cNvSpPr/>
                <p:nvPr/>
              </p:nvSpPr>
              <p:spPr>
                <a:xfrm>
                  <a:off x="1947999" y="4219531"/>
                  <a:ext cx="18970" cy="44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3596" extrusionOk="0">
                      <a:moveTo>
                        <a:pt x="72" y="0"/>
                      </a:moveTo>
                      <a:cubicBezTo>
                        <a:pt x="36" y="0"/>
                        <a:pt x="0" y="36"/>
                        <a:pt x="0" y="72"/>
                      </a:cubicBezTo>
                      <a:cubicBezTo>
                        <a:pt x="0" y="108"/>
                        <a:pt x="0" y="108"/>
                        <a:pt x="36" y="144"/>
                      </a:cubicBezTo>
                      <a:lnTo>
                        <a:pt x="36" y="3595"/>
                      </a:lnTo>
                      <a:lnTo>
                        <a:pt x="72" y="3595"/>
                      </a:lnTo>
                      <a:lnTo>
                        <a:pt x="72" y="144"/>
                      </a:lnTo>
                      <a:cubicBezTo>
                        <a:pt x="108" y="108"/>
                        <a:pt x="153" y="108"/>
                        <a:pt x="153" y="72"/>
                      </a:cubicBezTo>
                      <a:cubicBezTo>
                        <a:pt x="153" y="36"/>
                        <a:pt x="108" y="0"/>
                        <a:pt x="7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8" name="Google Shape;958;p20"/>
                <p:cNvSpPr/>
                <p:nvPr/>
              </p:nvSpPr>
              <p:spPr>
                <a:xfrm>
                  <a:off x="1887742" y="4391123"/>
                  <a:ext cx="17978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" h="2212" extrusionOk="0">
                      <a:moveTo>
                        <a:pt x="73" y="0"/>
                      </a:moveTo>
                      <a:cubicBezTo>
                        <a:pt x="37" y="0"/>
                        <a:pt x="1" y="36"/>
                        <a:pt x="1" y="72"/>
                      </a:cubicBezTo>
                      <a:cubicBezTo>
                        <a:pt x="1" y="72"/>
                        <a:pt x="37" y="108"/>
                        <a:pt x="73" y="108"/>
                      </a:cubicBezTo>
                      <a:lnTo>
                        <a:pt x="73" y="2211"/>
                      </a:lnTo>
                      <a:lnTo>
                        <a:pt x="109" y="2211"/>
                      </a:lnTo>
                      <a:lnTo>
                        <a:pt x="109" y="108"/>
                      </a:lnTo>
                      <a:cubicBezTo>
                        <a:pt x="145" y="108"/>
                        <a:pt x="145" y="72"/>
                        <a:pt x="145" y="72"/>
                      </a:cubicBezTo>
                      <a:cubicBezTo>
                        <a:pt x="145" y="36"/>
                        <a:pt x="109" y="0"/>
                        <a:pt x="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9" name="Google Shape;959;p20"/>
                <p:cNvSpPr/>
                <p:nvPr/>
              </p:nvSpPr>
              <p:spPr>
                <a:xfrm>
                  <a:off x="1576912" y="2859071"/>
                  <a:ext cx="380014" cy="1806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5" h="14569" extrusionOk="0">
                      <a:moveTo>
                        <a:pt x="2130" y="0"/>
                      </a:moveTo>
                      <a:cubicBezTo>
                        <a:pt x="2094" y="0"/>
                        <a:pt x="2058" y="36"/>
                        <a:pt x="2058" y="72"/>
                      </a:cubicBezTo>
                      <a:cubicBezTo>
                        <a:pt x="2058" y="108"/>
                        <a:pt x="2058" y="108"/>
                        <a:pt x="2094" y="153"/>
                      </a:cubicBezTo>
                      <a:lnTo>
                        <a:pt x="2094" y="3523"/>
                      </a:lnTo>
                      <a:lnTo>
                        <a:pt x="3029" y="4377"/>
                      </a:lnTo>
                      <a:lnTo>
                        <a:pt x="3029" y="7450"/>
                      </a:lnTo>
                      <a:lnTo>
                        <a:pt x="2166" y="8241"/>
                      </a:lnTo>
                      <a:lnTo>
                        <a:pt x="2166" y="6327"/>
                      </a:lnTo>
                      <a:cubicBezTo>
                        <a:pt x="2166" y="6327"/>
                        <a:pt x="2202" y="6291"/>
                        <a:pt x="2202" y="6255"/>
                      </a:cubicBezTo>
                      <a:cubicBezTo>
                        <a:pt x="2202" y="6219"/>
                        <a:pt x="2166" y="6174"/>
                        <a:pt x="2130" y="6174"/>
                      </a:cubicBezTo>
                      <a:cubicBezTo>
                        <a:pt x="2094" y="6174"/>
                        <a:pt x="2058" y="6219"/>
                        <a:pt x="2058" y="6255"/>
                      </a:cubicBezTo>
                      <a:cubicBezTo>
                        <a:pt x="2058" y="6291"/>
                        <a:pt x="2058" y="6327"/>
                        <a:pt x="2094" y="6327"/>
                      </a:cubicBezTo>
                      <a:lnTo>
                        <a:pt x="2094" y="11755"/>
                      </a:lnTo>
                      <a:lnTo>
                        <a:pt x="1609" y="11306"/>
                      </a:lnTo>
                      <a:lnTo>
                        <a:pt x="1609" y="2849"/>
                      </a:lnTo>
                      <a:cubicBezTo>
                        <a:pt x="1645" y="2849"/>
                        <a:pt x="1645" y="2804"/>
                        <a:pt x="1645" y="2768"/>
                      </a:cubicBezTo>
                      <a:cubicBezTo>
                        <a:pt x="1645" y="2732"/>
                        <a:pt x="1609" y="2696"/>
                        <a:pt x="1573" y="2696"/>
                      </a:cubicBezTo>
                      <a:cubicBezTo>
                        <a:pt x="1528" y="2696"/>
                        <a:pt x="1492" y="2732"/>
                        <a:pt x="1492" y="2768"/>
                      </a:cubicBezTo>
                      <a:cubicBezTo>
                        <a:pt x="1492" y="2804"/>
                        <a:pt x="1528" y="2849"/>
                        <a:pt x="1573" y="2849"/>
                      </a:cubicBezTo>
                      <a:lnTo>
                        <a:pt x="1573" y="11342"/>
                      </a:lnTo>
                      <a:lnTo>
                        <a:pt x="2094" y="11836"/>
                      </a:lnTo>
                      <a:lnTo>
                        <a:pt x="2094" y="13031"/>
                      </a:lnTo>
                      <a:lnTo>
                        <a:pt x="1007" y="12016"/>
                      </a:lnTo>
                      <a:lnTo>
                        <a:pt x="1007" y="8574"/>
                      </a:lnTo>
                      <a:lnTo>
                        <a:pt x="72" y="7747"/>
                      </a:lnTo>
                      <a:lnTo>
                        <a:pt x="72" y="4646"/>
                      </a:lnTo>
                      <a:lnTo>
                        <a:pt x="1007" y="3820"/>
                      </a:lnTo>
                      <a:lnTo>
                        <a:pt x="1007" y="413"/>
                      </a:lnTo>
                      <a:cubicBezTo>
                        <a:pt x="1043" y="413"/>
                        <a:pt x="1043" y="377"/>
                        <a:pt x="1043" y="377"/>
                      </a:cubicBezTo>
                      <a:cubicBezTo>
                        <a:pt x="1043" y="333"/>
                        <a:pt x="1007" y="297"/>
                        <a:pt x="971" y="297"/>
                      </a:cubicBezTo>
                      <a:cubicBezTo>
                        <a:pt x="935" y="297"/>
                        <a:pt x="899" y="333"/>
                        <a:pt x="899" y="377"/>
                      </a:cubicBezTo>
                      <a:cubicBezTo>
                        <a:pt x="899" y="377"/>
                        <a:pt x="899" y="413"/>
                        <a:pt x="935" y="413"/>
                      </a:cubicBezTo>
                      <a:lnTo>
                        <a:pt x="935" y="3784"/>
                      </a:lnTo>
                      <a:lnTo>
                        <a:pt x="0" y="4646"/>
                      </a:lnTo>
                      <a:lnTo>
                        <a:pt x="0" y="7747"/>
                      </a:lnTo>
                      <a:lnTo>
                        <a:pt x="935" y="8610"/>
                      </a:lnTo>
                      <a:lnTo>
                        <a:pt x="935" y="12061"/>
                      </a:lnTo>
                      <a:lnTo>
                        <a:pt x="2094" y="13103"/>
                      </a:lnTo>
                      <a:lnTo>
                        <a:pt x="2094" y="14568"/>
                      </a:lnTo>
                      <a:lnTo>
                        <a:pt x="2166" y="14568"/>
                      </a:lnTo>
                      <a:lnTo>
                        <a:pt x="2166" y="8313"/>
                      </a:lnTo>
                      <a:lnTo>
                        <a:pt x="3065" y="7450"/>
                      </a:lnTo>
                      <a:lnTo>
                        <a:pt x="3065" y="4341"/>
                      </a:lnTo>
                      <a:lnTo>
                        <a:pt x="2166" y="3478"/>
                      </a:lnTo>
                      <a:lnTo>
                        <a:pt x="2166" y="153"/>
                      </a:lnTo>
                      <a:cubicBezTo>
                        <a:pt x="2166" y="108"/>
                        <a:pt x="2202" y="108"/>
                        <a:pt x="2202" y="72"/>
                      </a:cubicBezTo>
                      <a:cubicBezTo>
                        <a:pt x="2202" y="36"/>
                        <a:pt x="2166" y="0"/>
                        <a:pt x="21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0" name="Google Shape;960;p20"/>
                <p:cNvSpPr/>
                <p:nvPr/>
              </p:nvSpPr>
              <p:spPr>
                <a:xfrm>
                  <a:off x="1075392" y="3304664"/>
                  <a:ext cx="278718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8" h="10975" extrusionOk="0">
                      <a:moveTo>
                        <a:pt x="1574" y="1"/>
                      </a:moveTo>
                      <a:cubicBezTo>
                        <a:pt x="1529" y="1"/>
                        <a:pt x="1493" y="1"/>
                        <a:pt x="1493" y="37"/>
                      </a:cubicBezTo>
                      <a:lnTo>
                        <a:pt x="1493" y="73"/>
                      </a:lnTo>
                      <a:lnTo>
                        <a:pt x="594" y="936"/>
                      </a:lnTo>
                      <a:lnTo>
                        <a:pt x="594" y="8350"/>
                      </a:lnTo>
                      <a:lnTo>
                        <a:pt x="73" y="7901"/>
                      </a:lnTo>
                      <a:lnTo>
                        <a:pt x="73" y="5133"/>
                      </a:lnTo>
                      <a:cubicBezTo>
                        <a:pt x="109" y="5133"/>
                        <a:pt x="145" y="5097"/>
                        <a:pt x="145" y="5052"/>
                      </a:cubicBezTo>
                      <a:cubicBezTo>
                        <a:pt x="145" y="5016"/>
                        <a:pt x="109" y="5016"/>
                        <a:pt x="73" y="5016"/>
                      </a:cubicBezTo>
                      <a:cubicBezTo>
                        <a:pt x="37" y="5016"/>
                        <a:pt x="1" y="5016"/>
                        <a:pt x="1" y="5052"/>
                      </a:cubicBezTo>
                      <a:cubicBezTo>
                        <a:pt x="1" y="5097"/>
                        <a:pt x="1" y="5133"/>
                        <a:pt x="37" y="5133"/>
                      </a:cubicBezTo>
                      <a:lnTo>
                        <a:pt x="37" y="7937"/>
                      </a:lnTo>
                      <a:lnTo>
                        <a:pt x="2167" y="9887"/>
                      </a:lnTo>
                      <a:lnTo>
                        <a:pt x="2167" y="10974"/>
                      </a:lnTo>
                      <a:lnTo>
                        <a:pt x="2203" y="10974"/>
                      </a:lnTo>
                      <a:lnTo>
                        <a:pt x="2203" y="7523"/>
                      </a:lnTo>
                      <a:cubicBezTo>
                        <a:pt x="2248" y="7487"/>
                        <a:pt x="2248" y="7487"/>
                        <a:pt x="2248" y="7451"/>
                      </a:cubicBezTo>
                      <a:cubicBezTo>
                        <a:pt x="2248" y="7415"/>
                        <a:pt x="2203" y="7379"/>
                        <a:pt x="2167" y="7379"/>
                      </a:cubicBezTo>
                      <a:cubicBezTo>
                        <a:pt x="2131" y="7379"/>
                        <a:pt x="2095" y="7415"/>
                        <a:pt x="2095" y="7451"/>
                      </a:cubicBezTo>
                      <a:cubicBezTo>
                        <a:pt x="2095" y="7487"/>
                        <a:pt x="2131" y="7487"/>
                        <a:pt x="2167" y="7523"/>
                      </a:cubicBezTo>
                      <a:lnTo>
                        <a:pt x="2167" y="9249"/>
                      </a:lnTo>
                      <a:lnTo>
                        <a:pt x="1044" y="8242"/>
                      </a:lnTo>
                      <a:lnTo>
                        <a:pt x="1044" y="1277"/>
                      </a:lnTo>
                      <a:cubicBezTo>
                        <a:pt x="1079" y="1277"/>
                        <a:pt x="1079" y="1232"/>
                        <a:pt x="1079" y="1232"/>
                      </a:cubicBezTo>
                      <a:cubicBezTo>
                        <a:pt x="1079" y="1196"/>
                        <a:pt x="1044" y="1160"/>
                        <a:pt x="1008" y="1160"/>
                      </a:cubicBezTo>
                      <a:cubicBezTo>
                        <a:pt x="972" y="1160"/>
                        <a:pt x="936" y="1196"/>
                        <a:pt x="936" y="1232"/>
                      </a:cubicBezTo>
                      <a:lnTo>
                        <a:pt x="972" y="1277"/>
                      </a:lnTo>
                      <a:lnTo>
                        <a:pt x="972" y="8242"/>
                      </a:lnTo>
                      <a:lnTo>
                        <a:pt x="2167" y="9321"/>
                      </a:lnTo>
                      <a:lnTo>
                        <a:pt x="2167" y="9815"/>
                      </a:lnTo>
                      <a:lnTo>
                        <a:pt x="630" y="8422"/>
                      </a:lnTo>
                      <a:lnTo>
                        <a:pt x="630" y="936"/>
                      </a:lnTo>
                      <a:lnTo>
                        <a:pt x="1529" y="109"/>
                      </a:lnTo>
                      <a:lnTo>
                        <a:pt x="1574" y="109"/>
                      </a:lnTo>
                      <a:cubicBezTo>
                        <a:pt x="1610" y="109"/>
                        <a:pt x="1646" y="109"/>
                        <a:pt x="1646" y="37"/>
                      </a:cubicBezTo>
                      <a:cubicBezTo>
                        <a:pt x="1646" y="1"/>
                        <a:pt x="1610" y="1"/>
                        <a:pt x="1574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1" name="Google Shape;961;p20"/>
                <p:cNvSpPr/>
                <p:nvPr/>
              </p:nvSpPr>
              <p:spPr>
                <a:xfrm>
                  <a:off x="1395274" y="3930900"/>
                  <a:ext cx="19094" cy="734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5924" extrusionOk="0">
                      <a:moveTo>
                        <a:pt x="72" y="1"/>
                      </a:moveTo>
                      <a:cubicBezTo>
                        <a:pt x="36" y="1"/>
                        <a:pt x="0" y="46"/>
                        <a:pt x="0" y="82"/>
                      </a:cubicBezTo>
                      <a:cubicBezTo>
                        <a:pt x="0" y="118"/>
                        <a:pt x="0" y="153"/>
                        <a:pt x="36" y="153"/>
                      </a:cubicBezTo>
                      <a:lnTo>
                        <a:pt x="36" y="5923"/>
                      </a:lnTo>
                      <a:lnTo>
                        <a:pt x="72" y="5923"/>
                      </a:lnTo>
                      <a:lnTo>
                        <a:pt x="72" y="153"/>
                      </a:lnTo>
                      <a:cubicBezTo>
                        <a:pt x="117" y="153"/>
                        <a:pt x="153" y="118"/>
                        <a:pt x="153" y="82"/>
                      </a:cubicBezTo>
                      <a:cubicBezTo>
                        <a:pt x="153" y="46"/>
                        <a:pt x="117" y="1"/>
                        <a:pt x="7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2" name="Google Shape;962;p20"/>
                <p:cNvSpPr/>
                <p:nvPr/>
              </p:nvSpPr>
              <p:spPr>
                <a:xfrm>
                  <a:off x="2412570" y="4543745"/>
                  <a:ext cx="17978" cy="1216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" h="981" extrusionOk="0">
                      <a:moveTo>
                        <a:pt x="73" y="1"/>
                      </a:moveTo>
                      <a:cubicBezTo>
                        <a:pt x="37" y="1"/>
                        <a:pt x="1" y="46"/>
                        <a:pt x="1" y="82"/>
                      </a:cubicBezTo>
                      <a:cubicBezTo>
                        <a:pt x="1" y="117"/>
                        <a:pt x="37" y="153"/>
                        <a:pt x="37" y="153"/>
                      </a:cubicBezTo>
                      <a:lnTo>
                        <a:pt x="37" y="980"/>
                      </a:lnTo>
                      <a:lnTo>
                        <a:pt x="109" y="980"/>
                      </a:lnTo>
                      <a:lnTo>
                        <a:pt x="109" y="153"/>
                      </a:lnTo>
                      <a:cubicBezTo>
                        <a:pt x="145" y="153"/>
                        <a:pt x="145" y="117"/>
                        <a:pt x="145" y="82"/>
                      </a:cubicBezTo>
                      <a:cubicBezTo>
                        <a:pt x="145" y="46"/>
                        <a:pt x="109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3" name="Google Shape;963;p20"/>
                <p:cNvSpPr/>
                <p:nvPr/>
              </p:nvSpPr>
              <p:spPr>
                <a:xfrm>
                  <a:off x="2245439" y="3276892"/>
                  <a:ext cx="116050" cy="1388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6" h="11199" extrusionOk="0">
                      <a:moveTo>
                        <a:pt x="854" y="0"/>
                      </a:moveTo>
                      <a:cubicBezTo>
                        <a:pt x="818" y="0"/>
                        <a:pt x="783" y="36"/>
                        <a:pt x="783" y="72"/>
                      </a:cubicBezTo>
                      <a:lnTo>
                        <a:pt x="783" y="108"/>
                      </a:lnTo>
                      <a:lnTo>
                        <a:pt x="1" y="827"/>
                      </a:lnTo>
                      <a:lnTo>
                        <a:pt x="1" y="1348"/>
                      </a:lnTo>
                      <a:lnTo>
                        <a:pt x="854" y="2130"/>
                      </a:lnTo>
                      <a:lnTo>
                        <a:pt x="854" y="11198"/>
                      </a:lnTo>
                      <a:lnTo>
                        <a:pt x="899" y="11198"/>
                      </a:lnTo>
                      <a:lnTo>
                        <a:pt x="899" y="2094"/>
                      </a:lnTo>
                      <a:lnTo>
                        <a:pt x="73" y="1312"/>
                      </a:lnTo>
                      <a:lnTo>
                        <a:pt x="73" y="863"/>
                      </a:lnTo>
                      <a:lnTo>
                        <a:pt x="854" y="153"/>
                      </a:lnTo>
                      <a:cubicBezTo>
                        <a:pt x="899" y="153"/>
                        <a:pt x="935" y="108"/>
                        <a:pt x="935" y="72"/>
                      </a:cubicBezTo>
                      <a:cubicBezTo>
                        <a:pt x="935" y="36"/>
                        <a:pt x="899" y="0"/>
                        <a:pt x="85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4" name="Google Shape;964;p20"/>
                <p:cNvSpPr/>
                <p:nvPr/>
              </p:nvSpPr>
              <p:spPr>
                <a:xfrm>
                  <a:off x="2156293" y="3444021"/>
                  <a:ext cx="130556" cy="1221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3" h="9851" extrusionOk="0">
                      <a:moveTo>
                        <a:pt x="82" y="0"/>
                      </a:moveTo>
                      <a:cubicBezTo>
                        <a:pt x="46" y="0"/>
                        <a:pt x="1" y="36"/>
                        <a:pt x="1" y="72"/>
                      </a:cubicBezTo>
                      <a:cubicBezTo>
                        <a:pt x="1" y="108"/>
                        <a:pt x="46" y="153"/>
                        <a:pt x="82" y="153"/>
                      </a:cubicBezTo>
                      <a:lnTo>
                        <a:pt x="117" y="153"/>
                      </a:lnTo>
                      <a:lnTo>
                        <a:pt x="1016" y="935"/>
                      </a:lnTo>
                      <a:lnTo>
                        <a:pt x="1016" y="9850"/>
                      </a:lnTo>
                      <a:lnTo>
                        <a:pt x="1052" y="9850"/>
                      </a:lnTo>
                      <a:lnTo>
                        <a:pt x="1052" y="935"/>
                      </a:lnTo>
                      <a:lnTo>
                        <a:pt x="153" y="108"/>
                      </a:lnTo>
                      <a:lnTo>
                        <a:pt x="153" y="72"/>
                      </a:lnTo>
                      <a:cubicBezTo>
                        <a:pt x="153" y="36"/>
                        <a:pt x="117" y="0"/>
                        <a:pt x="8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5" name="Google Shape;965;p20"/>
                <p:cNvSpPr/>
                <p:nvPr/>
              </p:nvSpPr>
              <p:spPr>
                <a:xfrm>
                  <a:off x="3786572" y="3304664"/>
                  <a:ext cx="269667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5" h="10975" extrusionOk="0">
                      <a:moveTo>
                        <a:pt x="2094" y="1"/>
                      </a:moveTo>
                      <a:cubicBezTo>
                        <a:pt x="2058" y="1"/>
                        <a:pt x="2022" y="37"/>
                        <a:pt x="2022" y="73"/>
                      </a:cubicBezTo>
                      <a:cubicBezTo>
                        <a:pt x="2022" y="109"/>
                        <a:pt x="2022" y="109"/>
                        <a:pt x="2058" y="154"/>
                      </a:cubicBezTo>
                      <a:lnTo>
                        <a:pt x="2058" y="1457"/>
                      </a:lnTo>
                      <a:lnTo>
                        <a:pt x="1123" y="2320"/>
                      </a:lnTo>
                      <a:lnTo>
                        <a:pt x="1123" y="9923"/>
                      </a:lnTo>
                      <a:lnTo>
                        <a:pt x="0" y="10974"/>
                      </a:lnTo>
                      <a:lnTo>
                        <a:pt x="72" y="10974"/>
                      </a:lnTo>
                      <a:lnTo>
                        <a:pt x="1195" y="9923"/>
                      </a:lnTo>
                      <a:lnTo>
                        <a:pt x="1195" y="2320"/>
                      </a:lnTo>
                      <a:lnTo>
                        <a:pt x="2094" y="1457"/>
                      </a:lnTo>
                      <a:lnTo>
                        <a:pt x="2094" y="154"/>
                      </a:lnTo>
                      <a:cubicBezTo>
                        <a:pt x="2175" y="154"/>
                        <a:pt x="2175" y="109"/>
                        <a:pt x="2175" y="73"/>
                      </a:cubicBezTo>
                      <a:cubicBezTo>
                        <a:pt x="2175" y="37"/>
                        <a:pt x="2130" y="1"/>
                        <a:pt x="2094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6" name="Google Shape;966;p20"/>
                <p:cNvSpPr/>
                <p:nvPr/>
              </p:nvSpPr>
              <p:spPr>
                <a:xfrm>
                  <a:off x="2106204" y="2728642"/>
                  <a:ext cx="133780" cy="1936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" h="15621" extrusionOk="0">
                      <a:moveTo>
                        <a:pt x="1007" y="1"/>
                      </a:moveTo>
                      <a:cubicBezTo>
                        <a:pt x="971" y="1"/>
                        <a:pt x="935" y="36"/>
                        <a:pt x="935" y="81"/>
                      </a:cubicBezTo>
                      <a:cubicBezTo>
                        <a:pt x="935" y="117"/>
                        <a:pt x="971" y="117"/>
                        <a:pt x="971" y="153"/>
                      </a:cubicBezTo>
                      <a:lnTo>
                        <a:pt x="971" y="3523"/>
                      </a:lnTo>
                      <a:lnTo>
                        <a:pt x="72" y="4350"/>
                      </a:lnTo>
                      <a:lnTo>
                        <a:pt x="72" y="12133"/>
                      </a:lnTo>
                      <a:lnTo>
                        <a:pt x="971" y="12996"/>
                      </a:lnTo>
                      <a:lnTo>
                        <a:pt x="971" y="15090"/>
                      </a:lnTo>
                      <a:lnTo>
                        <a:pt x="108" y="14308"/>
                      </a:lnTo>
                      <a:lnTo>
                        <a:pt x="108" y="13032"/>
                      </a:lnTo>
                      <a:cubicBezTo>
                        <a:pt x="144" y="13032"/>
                        <a:pt x="144" y="12996"/>
                        <a:pt x="144" y="12960"/>
                      </a:cubicBezTo>
                      <a:cubicBezTo>
                        <a:pt x="144" y="12924"/>
                        <a:pt x="144" y="12888"/>
                        <a:pt x="72" y="12888"/>
                      </a:cubicBezTo>
                      <a:cubicBezTo>
                        <a:pt x="36" y="12888"/>
                        <a:pt x="0" y="12924"/>
                        <a:pt x="0" y="12960"/>
                      </a:cubicBezTo>
                      <a:cubicBezTo>
                        <a:pt x="0" y="12996"/>
                        <a:pt x="36" y="13032"/>
                        <a:pt x="72" y="13032"/>
                      </a:cubicBezTo>
                      <a:lnTo>
                        <a:pt x="72" y="14308"/>
                      </a:lnTo>
                      <a:lnTo>
                        <a:pt x="971" y="15171"/>
                      </a:lnTo>
                      <a:lnTo>
                        <a:pt x="971" y="15620"/>
                      </a:lnTo>
                      <a:lnTo>
                        <a:pt x="1043" y="15620"/>
                      </a:lnTo>
                      <a:lnTo>
                        <a:pt x="1043" y="12996"/>
                      </a:lnTo>
                      <a:lnTo>
                        <a:pt x="108" y="12133"/>
                      </a:lnTo>
                      <a:lnTo>
                        <a:pt x="108" y="4386"/>
                      </a:lnTo>
                      <a:lnTo>
                        <a:pt x="1043" y="3523"/>
                      </a:lnTo>
                      <a:lnTo>
                        <a:pt x="1043" y="153"/>
                      </a:lnTo>
                      <a:cubicBezTo>
                        <a:pt x="1079" y="117"/>
                        <a:pt x="1079" y="117"/>
                        <a:pt x="1079" y="81"/>
                      </a:cubicBezTo>
                      <a:cubicBezTo>
                        <a:pt x="1079" y="36"/>
                        <a:pt x="1043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7" name="Google Shape;967;p20"/>
                <p:cNvSpPr/>
                <p:nvPr/>
              </p:nvSpPr>
              <p:spPr>
                <a:xfrm>
                  <a:off x="4260071" y="2640614"/>
                  <a:ext cx="357821" cy="2024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6" h="16331" extrusionOk="0">
                      <a:moveTo>
                        <a:pt x="2805" y="1"/>
                      </a:moveTo>
                      <a:cubicBezTo>
                        <a:pt x="2769" y="1"/>
                        <a:pt x="2733" y="36"/>
                        <a:pt x="2733" y="72"/>
                      </a:cubicBezTo>
                      <a:cubicBezTo>
                        <a:pt x="2733" y="117"/>
                        <a:pt x="2769" y="153"/>
                        <a:pt x="2769" y="153"/>
                      </a:cubicBezTo>
                      <a:lnTo>
                        <a:pt x="2769" y="2814"/>
                      </a:lnTo>
                      <a:lnTo>
                        <a:pt x="2319" y="3218"/>
                      </a:lnTo>
                      <a:lnTo>
                        <a:pt x="2319" y="4872"/>
                      </a:lnTo>
                      <a:lnTo>
                        <a:pt x="1421" y="5734"/>
                      </a:lnTo>
                      <a:lnTo>
                        <a:pt x="1421" y="8610"/>
                      </a:lnTo>
                      <a:lnTo>
                        <a:pt x="899" y="8125"/>
                      </a:lnTo>
                      <a:lnTo>
                        <a:pt x="899" y="5168"/>
                      </a:lnTo>
                      <a:lnTo>
                        <a:pt x="935" y="5132"/>
                      </a:lnTo>
                      <a:cubicBezTo>
                        <a:pt x="935" y="5096"/>
                        <a:pt x="899" y="5060"/>
                        <a:pt x="863" y="5060"/>
                      </a:cubicBezTo>
                      <a:cubicBezTo>
                        <a:pt x="827" y="5060"/>
                        <a:pt x="782" y="5096"/>
                        <a:pt x="782" y="5132"/>
                      </a:cubicBezTo>
                      <a:cubicBezTo>
                        <a:pt x="782" y="5132"/>
                        <a:pt x="782" y="5168"/>
                        <a:pt x="827" y="5168"/>
                      </a:cubicBezTo>
                      <a:lnTo>
                        <a:pt x="827" y="6031"/>
                      </a:lnTo>
                      <a:lnTo>
                        <a:pt x="37" y="5321"/>
                      </a:lnTo>
                      <a:lnTo>
                        <a:pt x="37" y="4872"/>
                      </a:lnTo>
                      <a:lnTo>
                        <a:pt x="827" y="4117"/>
                      </a:lnTo>
                      <a:lnTo>
                        <a:pt x="863" y="4162"/>
                      </a:lnTo>
                      <a:cubicBezTo>
                        <a:pt x="899" y="4162"/>
                        <a:pt x="935" y="4117"/>
                        <a:pt x="935" y="4081"/>
                      </a:cubicBezTo>
                      <a:cubicBezTo>
                        <a:pt x="935" y="4045"/>
                        <a:pt x="899" y="4009"/>
                        <a:pt x="863" y="4009"/>
                      </a:cubicBezTo>
                      <a:cubicBezTo>
                        <a:pt x="827" y="4009"/>
                        <a:pt x="782" y="4045"/>
                        <a:pt x="782" y="4081"/>
                      </a:cubicBezTo>
                      <a:lnTo>
                        <a:pt x="1" y="4836"/>
                      </a:lnTo>
                      <a:lnTo>
                        <a:pt x="1" y="5357"/>
                      </a:lnTo>
                      <a:lnTo>
                        <a:pt x="827" y="6103"/>
                      </a:lnTo>
                      <a:lnTo>
                        <a:pt x="827" y="8125"/>
                      </a:lnTo>
                      <a:lnTo>
                        <a:pt x="1421" y="8691"/>
                      </a:lnTo>
                      <a:lnTo>
                        <a:pt x="1421" y="16330"/>
                      </a:lnTo>
                      <a:lnTo>
                        <a:pt x="1457" y="16330"/>
                      </a:lnTo>
                      <a:lnTo>
                        <a:pt x="1457" y="5734"/>
                      </a:lnTo>
                      <a:lnTo>
                        <a:pt x="2400" y="4872"/>
                      </a:lnTo>
                      <a:lnTo>
                        <a:pt x="2400" y="3263"/>
                      </a:lnTo>
                      <a:lnTo>
                        <a:pt x="2850" y="2849"/>
                      </a:lnTo>
                      <a:lnTo>
                        <a:pt x="2850" y="153"/>
                      </a:lnTo>
                      <a:cubicBezTo>
                        <a:pt x="2886" y="153"/>
                        <a:pt x="2886" y="117"/>
                        <a:pt x="2886" y="72"/>
                      </a:cubicBezTo>
                      <a:cubicBezTo>
                        <a:pt x="2886" y="36"/>
                        <a:pt x="2850" y="1"/>
                        <a:pt x="280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8" name="Google Shape;968;p20"/>
                <p:cNvSpPr/>
                <p:nvPr/>
              </p:nvSpPr>
              <p:spPr>
                <a:xfrm>
                  <a:off x="4496262" y="3857378"/>
                  <a:ext cx="117166" cy="807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5" h="6517" extrusionOk="0">
                      <a:moveTo>
                        <a:pt x="82" y="1"/>
                      </a:moveTo>
                      <a:cubicBezTo>
                        <a:pt x="46" y="1"/>
                        <a:pt x="1" y="36"/>
                        <a:pt x="1" y="72"/>
                      </a:cubicBezTo>
                      <a:cubicBezTo>
                        <a:pt x="1" y="108"/>
                        <a:pt x="46" y="144"/>
                        <a:pt x="82" y="144"/>
                      </a:cubicBezTo>
                      <a:lnTo>
                        <a:pt x="118" y="144"/>
                      </a:lnTo>
                      <a:lnTo>
                        <a:pt x="900" y="863"/>
                      </a:lnTo>
                      <a:lnTo>
                        <a:pt x="900" y="1313"/>
                      </a:lnTo>
                      <a:lnTo>
                        <a:pt x="118" y="2023"/>
                      </a:lnTo>
                      <a:lnTo>
                        <a:pt x="118" y="1160"/>
                      </a:lnTo>
                      <a:cubicBezTo>
                        <a:pt x="154" y="1160"/>
                        <a:pt x="154" y="1160"/>
                        <a:pt x="154" y="1124"/>
                      </a:cubicBezTo>
                      <a:cubicBezTo>
                        <a:pt x="154" y="1088"/>
                        <a:pt x="118" y="1043"/>
                        <a:pt x="82" y="1043"/>
                      </a:cubicBezTo>
                      <a:cubicBezTo>
                        <a:pt x="46" y="1043"/>
                        <a:pt x="1" y="1088"/>
                        <a:pt x="1" y="1124"/>
                      </a:cubicBezTo>
                      <a:cubicBezTo>
                        <a:pt x="1" y="1160"/>
                        <a:pt x="1" y="1160"/>
                        <a:pt x="46" y="1160"/>
                      </a:cubicBezTo>
                      <a:lnTo>
                        <a:pt x="46" y="6516"/>
                      </a:lnTo>
                      <a:lnTo>
                        <a:pt x="118" y="6516"/>
                      </a:lnTo>
                      <a:lnTo>
                        <a:pt x="118" y="2095"/>
                      </a:lnTo>
                      <a:lnTo>
                        <a:pt x="945" y="1349"/>
                      </a:lnTo>
                      <a:lnTo>
                        <a:pt x="945" y="818"/>
                      </a:lnTo>
                      <a:lnTo>
                        <a:pt x="154" y="108"/>
                      </a:lnTo>
                      <a:lnTo>
                        <a:pt x="154" y="72"/>
                      </a:lnTo>
                      <a:cubicBezTo>
                        <a:pt x="154" y="36"/>
                        <a:pt x="118" y="1"/>
                        <a:pt x="8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9" name="Google Shape;969;p20"/>
                <p:cNvSpPr/>
                <p:nvPr/>
              </p:nvSpPr>
              <p:spPr>
                <a:xfrm>
                  <a:off x="3214877" y="2728642"/>
                  <a:ext cx="134896" cy="1936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15621" extrusionOk="0">
                      <a:moveTo>
                        <a:pt x="81" y="1"/>
                      </a:moveTo>
                      <a:cubicBezTo>
                        <a:pt x="45" y="1"/>
                        <a:pt x="1" y="36"/>
                        <a:pt x="1" y="81"/>
                      </a:cubicBezTo>
                      <a:cubicBezTo>
                        <a:pt x="1" y="117"/>
                        <a:pt x="45" y="117"/>
                        <a:pt x="81" y="153"/>
                      </a:cubicBezTo>
                      <a:lnTo>
                        <a:pt x="81" y="3523"/>
                      </a:lnTo>
                      <a:lnTo>
                        <a:pt x="980" y="4386"/>
                      </a:lnTo>
                      <a:lnTo>
                        <a:pt x="980" y="12133"/>
                      </a:lnTo>
                      <a:lnTo>
                        <a:pt x="81" y="12996"/>
                      </a:lnTo>
                      <a:lnTo>
                        <a:pt x="81" y="15620"/>
                      </a:lnTo>
                      <a:lnTo>
                        <a:pt x="117" y="15620"/>
                      </a:lnTo>
                      <a:lnTo>
                        <a:pt x="117" y="15171"/>
                      </a:lnTo>
                      <a:lnTo>
                        <a:pt x="1052" y="14308"/>
                      </a:lnTo>
                      <a:lnTo>
                        <a:pt x="1052" y="13032"/>
                      </a:lnTo>
                      <a:cubicBezTo>
                        <a:pt x="1088" y="13032"/>
                        <a:pt x="1088" y="12996"/>
                        <a:pt x="1088" y="12960"/>
                      </a:cubicBezTo>
                      <a:cubicBezTo>
                        <a:pt x="1088" y="12924"/>
                        <a:pt x="1052" y="12888"/>
                        <a:pt x="1016" y="12888"/>
                      </a:cubicBezTo>
                      <a:cubicBezTo>
                        <a:pt x="980" y="12888"/>
                        <a:pt x="944" y="12924"/>
                        <a:pt x="944" y="12960"/>
                      </a:cubicBezTo>
                      <a:cubicBezTo>
                        <a:pt x="944" y="12996"/>
                        <a:pt x="980" y="13032"/>
                        <a:pt x="980" y="13032"/>
                      </a:cubicBezTo>
                      <a:lnTo>
                        <a:pt x="980" y="14308"/>
                      </a:lnTo>
                      <a:lnTo>
                        <a:pt x="117" y="15090"/>
                      </a:lnTo>
                      <a:lnTo>
                        <a:pt x="117" y="12996"/>
                      </a:lnTo>
                      <a:lnTo>
                        <a:pt x="1052" y="12133"/>
                      </a:lnTo>
                      <a:lnTo>
                        <a:pt x="1052" y="4350"/>
                      </a:lnTo>
                      <a:lnTo>
                        <a:pt x="117" y="3523"/>
                      </a:lnTo>
                      <a:lnTo>
                        <a:pt x="117" y="153"/>
                      </a:lnTo>
                      <a:cubicBezTo>
                        <a:pt x="153" y="117"/>
                        <a:pt x="189" y="117"/>
                        <a:pt x="189" y="81"/>
                      </a:cubicBezTo>
                      <a:cubicBezTo>
                        <a:pt x="189" y="36"/>
                        <a:pt x="153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0" name="Google Shape;970;p20"/>
                <p:cNvSpPr/>
                <p:nvPr/>
              </p:nvSpPr>
              <p:spPr>
                <a:xfrm>
                  <a:off x="1399737" y="3304664"/>
                  <a:ext cx="274255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2" h="10975" extrusionOk="0">
                      <a:moveTo>
                        <a:pt x="81" y="1"/>
                      </a:moveTo>
                      <a:cubicBezTo>
                        <a:pt x="36" y="1"/>
                        <a:pt x="0" y="37"/>
                        <a:pt x="0" y="73"/>
                      </a:cubicBezTo>
                      <a:cubicBezTo>
                        <a:pt x="0" y="109"/>
                        <a:pt x="36" y="154"/>
                        <a:pt x="81" y="154"/>
                      </a:cubicBezTo>
                      <a:lnTo>
                        <a:pt x="81" y="1457"/>
                      </a:lnTo>
                      <a:lnTo>
                        <a:pt x="1016" y="2320"/>
                      </a:lnTo>
                      <a:lnTo>
                        <a:pt x="1016" y="9923"/>
                      </a:lnTo>
                      <a:lnTo>
                        <a:pt x="2139" y="10974"/>
                      </a:lnTo>
                      <a:lnTo>
                        <a:pt x="2211" y="10974"/>
                      </a:lnTo>
                      <a:lnTo>
                        <a:pt x="1052" y="9923"/>
                      </a:lnTo>
                      <a:lnTo>
                        <a:pt x="1052" y="2320"/>
                      </a:lnTo>
                      <a:lnTo>
                        <a:pt x="153" y="1457"/>
                      </a:lnTo>
                      <a:lnTo>
                        <a:pt x="153" y="154"/>
                      </a:lnTo>
                      <a:lnTo>
                        <a:pt x="153" y="73"/>
                      </a:lnTo>
                      <a:cubicBezTo>
                        <a:pt x="153" y="37"/>
                        <a:pt x="153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1" name="Google Shape;971;p20"/>
                <p:cNvSpPr/>
                <p:nvPr/>
              </p:nvSpPr>
              <p:spPr>
                <a:xfrm>
                  <a:off x="4101866" y="3304664"/>
                  <a:ext cx="283182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4" h="10975" extrusionOk="0">
                      <a:moveTo>
                        <a:pt x="710" y="1"/>
                      </a:moveTo>
                      <a:cubicBezTo>
                        <a:pt x="638" y="1"/>
                        <a:pt x="638" y="1"/>
                        <a:pt x="638" y="37"/>
                      </a:cubicBezTo>
                      <a:cubicBezTo>
                        <a:pt x="638" y="109"/>
                        <a:pt x="638" y="109"/>
                        <a:pt x="710" y="109"/>
                      </a:cubicBezTo>
                      <a:lnTo>
                        <a:pt x="755" y="109"/>
                      </a:lnTo>
                      <a:lnTo>
                        <a:pt x="1609" y="936"/>
                      </a:lnTo>
                      <a:lnTo>
                        <a:pt x="1609" y="8422"/>
                      </a:lnTo>
                      <a:lnTo>
                        <a:pt x="117" y="9815"/>
                      </a:lnTo>
                      <a:lnTo>
                        <a:pt x="117" y="9321"/>
                      </a:lnTo>
                      <a:lnTo>
                        <a:pt x="1277" y="8242"/>
                      </a:lnTo>
                      <a:lnTo>
                        <a:pt x="1277" y="1277"/>
                      </a:lnTo>
                      <a:cubicBezTo>
                        <a:pt x="1313" y="1277"/>
                        <a:pt x="1348" y="1232"/>
                        <a:pt x="1348" y="1232"/>
                      </a:cubicBezTo>
                      <a:cubicBezTo>
                        <a:pt x="1348" y="1196"/>
                        <a:pt x="1313" y="1160"/>
                        <a:pt x="1277" y="1160"/>
                      </a:cubicBezTo>
                      <a:cubicBezTo>
                        <a:pt x="1205" y="1160"/>
                        <a:pt x="1160" y="1196"/>
                        <a:pt x="1160" y="1232"/>
                      </a:cubicBezTo>
                      <a:cubicBezTo>
                        <a:pt x="1160" y="1232"/>
                        <a:pt x="1205" y="1277"/>
                        <a:pt x="1241" y="1277"/>
                      </a:cubicBezTo>
                      <a:lnTo>
                        <a:pt x="1241" y="8242"/>
                      </a:lnTo>
                      <a:lnTo>
                        <a:pt x="117" y="9249"/>
                      </a:lnTo>
                      <a:lnTo>
                        <a:pt x="117" y="7523"/>
                      </a:lnTo>
                      <a:cubicBezTo>
                        <a:pt x="153" y="7487"/>
                        <a:pt x="153" y="7487"/>
                        <a:pt x="153" y="7451"/>
                      </a:cubicBezTo>
                      <a:cubicBezTo>
                        <a:pt x="153" y="7415"/>
                        <a:pt x="153" y="7379"/>
                        <a:pt x="81" y="7379"/>
                      </a:cubicBezTo>
                      <a:cubicBezTo>
                        <a:pt x="36" y="7379"/>
                        <a:pt x="0" y="7415"/>
                        <a:pt x="0" y="7451"/>
                      </a:cubicBezTo>
                      <a:cubicBezTo>
                        <a:pt x="0" y="7487"/>
                        <a:pt x="36" y="7487"/>
                        <a:pt x="81" y="7523"/>
                      </a:cubicBezTo>
                      <a:lnTo>
                        <a:pt x="81" y="10974"/>
                      </a:lnTo>
                      <a:lnTo>
                        <a:pt x="117" y="10974"/>
                      </a:lnTo>
                      <a:lnTo>
                        <a:pt x="117" y="9887"/>
                      </a:lnTo>
                      <a:lnTo>
                        <a:pt x="2247" y="7937"/>
                      </a:lnTo>
                      <a:lnTo>
                        <a:pt x="2247" y="5133"/>
                      </a:lnTo>
                      <a:cubicBezTo>
                        <a:pt x="2247" y="5133"/>
                        <a:pt x="2283" y="5097"/>
                        <a:pt x="2283" y="5052"/>
                      </a:cubicBezTo>
                      <a:cubicBezTo>
                        <a:pt x="2283" y="5016"/>
                        <a:pt x="2247" y="5016"/>
                        <a:pt x="2211" y="5016"/>
                      </a:cubicBezTo>
                      <a:cubicBezTo>
                        <a:pt x="2175" y="5016"/>
                        <a:pt x="2139" y="5016"/>
                        <a:pt x="2139" y="5052"/>
                      </a:cubicBezTo>
                      <a:cubicBezTo>
                        <a:pt x="2139" y="5097"/>
                        <a:pt x="2139" y="5133"/>
                        <a:pt x="2175" y="5133"/>
                      </a:cubicBezTo>
                      <a:lnTo>
                        <a:pt x="2175" y="7901"/>
                      </a:lnTo>
                      <a:lnTo>
                        <a:pt x="1690" y="8350"/>
                      </a:lnTo>
                      <a:lnTo>
                        <a:pt x="1690" y="936"/>
                      </a:lnTo>
                      <a:lnTo>
                        <a:pt x="791" y="73"/>
                      </a:lnTo>
                      <a:lnTo>
                        <a:pt x="791" y="37"/>
                      </a:lnTo>
                      <a:cubicBezTo>
                        <a:pt x="791" y="1"/>
                        <a:pt x="755" y="1"/>
                        <a:pt x="71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2" name="Google Shape;972;p20"/>
                <p:cNvSpPr/>
                <p:nvPr/>
              </p:nvSpPr>
              <p:spPr>
                <a:xfrm>
                  <a:off x="4046197" y="3930900"/>
                  <a:ext cx="18970" cy="734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5924" extrusionOk="0">
                      <a:moveTo>
                        <a:pt x="81" y="1"/>
                      </a:moveTo>
                      <a:cubicBezTo>
                        <a:pt x="36" y="1"/>
                        <a:pt x="0" y="46"/>
                        <a:pt x="0" y="82"/>
                      </a:cubicBezTo>
                      <a:cubicBezTo>
                        <a:pt x="0" y="118"/>
                        <a:pt x="0" y="153"/>
                        <a:pt x="36" y="153"/>
                      </a:cubicBezTo>
                      <a:lnTo>
                        <a:pt x="36" y="5923"/>
                      </a:lnTo>
                      <a:lnTo>
                        <a:pt x="117" y="5923"/>
                      </a:lnTo>
                      <a:lnTo>
                        <a:pt x="117" y="153"/>
                      </a:lnTo>
                      <a:cubicBezTo>
                        <a:pt x="117" y="153"/>
                        <a:pt x="153" y="118"/>
                        <a:pt x="153" y="82"/>
                      </a:cubicBezTo>
                      <a:cubicBezTo>
                        <a:pt x="153" y="46"/>
                        <a:pt x="117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3" name="Google Shape;973;p20"/>
                <p:cNvSpPr/>
                <p:nvPr/>
              </p:nvSpPr>
              <p:spPr>
                <a:xfrm>
                  <a:off x="2788121" y="3109764"/>
                  <a:ext cx="134896" cy="15556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12547" extrusionOk="0">
                      <a:moveTo>
                        <a:pt x="1016" y="0"/>
                      </a:moveTo>
                      <a:cubicBezTo>
                        <a:pt x="971" y="0"/>
                        <a:pt x="935" y="36"/>
                        <a:pt x="935" y="72"/>
                      </a:cubicBezTo>
                      <a:cubicBezTo>
                        <a:pt x="935" y="108"/>
                        <a:pt x="935" y="153"/>
                        <a:pt x="971" y="153"/>
                      </a:cubicBezTo>
                      <a:lnTo>
                        <a:pt x="971" y="6669"/>
                      </a:lnTo>
                      <a:lnTo>
                        <a:pt x="0" y="7567"/>
                      </a:lnTo>
                      <a:lnTo>
                        <a:pt x="0" y="12546"/>
                      </a:lnTo>
                      <a:lnTo>
                        <a:pt x="72" y="12546"/>
                      </a:lnTo>
                      <a:lnTo>
                        <a:pt x="72" y="7603"/>
                      </a:lnTo>
                      <a:lnTo>
                        <a:pt x="1052" y="6705"/>
                      </a:lnTo>
                      <a:lnTo>
                        <a:pt x="1052" y="153"/>
                      </a:lnTo>
                      <a:cubicBezTo>
                        <a:pt x="1088" y="153"/>
                        <a:pt x="1088" y="108"/>
                        <a:pt x="1088" y="72"/>
                      </a:cubicBezTo>
                      <a:cubicBezTo>
                        <a:pt x="1088" y="36"/>
                        <a:pt x="1052" y="0"/>
                        <a:pt x="101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4" name="Google Shape;974;p20"/>
                <p:cNvSpPr/>
                <p:nvPr/>
              </p:nvSpPr>
              <p:spPr>
                <a:xfrm>
                  <a:off x="1348407" y="2812206"/>
                  <a:ext cx="269791" cy="1853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" h="14947" extrusionOk="0">
                      <a:moveTo>
                        <a:pt x="82" y="1"/>
                      </a:moveTo>
                      <a:cubicBezTo>
                        <a:pt x="46" y="1"/>
                        <a:pt x="1" y="37"/>
                        <a:pt x="1" y="81"/>
                      </a:cubicBezTo>
                      <a:cubicBezTo>
                        <a:pt x="1" y="117"/>
                        <a:pt x="1" y="153"/>
                        <a:pt x="46" y="153"/>
                      </a:cubicBezTo>
                      <a:lnTo>
                        <a:pt x="46" y="5653"/>
                      </a:lnTo>
                      <a:lnTo>
                        <a:pt x="980" y="6480"/>
                      </a:lnTo>
                      <a:lnTo>
                        <a:pt x="980" y="13895"/>
                      </a:lnTo>
                      <a:lnTo>
                        <a:pt x="2104" y="14946"/>
                      </a:lnTo>
                      <a:lnTo>
                        <a:pt x="2176" y="14946"/>
                      </a:lnTo>
                      <a:lnTo>
                        <a:pt x="1052" y="13859"/>
                      </a:lnTo>
                      <a:lnTo>
                        <a:pt x="1052" y="6480"/>
                      </a:lnTo>
                      <a:lnTo>
                        <a:pt x="118" y="5618"/>
                      </a:lnTo>
                      <a:lnTo>
                        <a:pt x="118" y="153"/>
                      </a:lnTo>
                      <a:cubicBezTo>
                        <a:pt x="154" y="153"/>
                        <a:pt x="154" y="117"/>
                        <a:pt x="154" y="81"/>
                      </a:cubicBezTo>
                      <a:cubicBezTo>
                        <a:pt x="154" y="37"/>
                        <a:pt x="118" y="1"/>
                        <a:pt x="8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5" name="Google Shape;975;p20"/>
                <p:cNvSpPr/>
                <p:nvPr/>
              </p:nvSpPr>
              <p:spPr>
                <a:xfrm>
                  <a:off x="4617768" y="3309128"/>
                  <a:ext cx="129440" cy="1356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0939" extrusionOk="0">
                      <a:moveTo>
                        <a:pt x="72" y="1"/>
                      </a:moveTo>
                      <a:cubicBezTo>
                        <a:pt x="36" y="1"/>
                        <a:pt x="1" y="37"/>
                        <a:pt x="1" y="73"/>
                      </a:cubicBezTo>
                      <a:cubicBezTo>
                        <a:pt x="1" y="118"/>
                        <a:pt x="36" y="118"/>
                        <a:pt x="36" y="154"/>
                      </a:cubicBezTo>
                      <a:lnTo>
                        <a:pt x="36" y="3524"/>
                      </a:lnTo>
                      <a:lnTo>
                        <a:pt x="971" y="4387"/>
                      </a:lnTo>
                      <a:lnTo>
                        <a:pt x="971" y="7451"/>
                      </a:lnTo>
                      <a:lnTo>
                        <a:pt x="36" y="8314"/>
                      </a:lnTo>
                      <a:lnTo>
                        <a:pt x="36" y="10938"/>
                      </a:lnTo>
                      <a:lnTo>
                        <a:pt x="108" y="10938"/>
                      </a:lnTo>
                      <a:lnTo>
                        <a:pt x="108" y="8314"/>
                      </a:lnTo>
                      <a:lnTo>
                        <a:pt x="1043" y="7451"/>
                      </a:lnTo>
                      <a:lnTo>
                        <a:pt x="1043" y="4342"/>
                      </a:lnTo>
                      <a:lnTo>
                        <a:pt x="108" y="3488"/>
                      </a:lnTo>
                      <a:lnTo>
                        <a:pt x="108" y="154"/>
                      </a:lnTo>
                      <a:cubicBezTo>
                        <a:pt x="144" y="118"/>
                        <a:pt x="144" y="118"/>
                        <a:pt x="144" y="73"/>
                      </a:cubicBezTo>
                      <a:cubicBezTo>
                        <a:pt x="144" y="37"/>
                        <a:pt x="108" y="1"/>
                        <a:pt x="7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6" name="Google Shape;976;p20"/>
                <p:cNvSpPr/>
                <p:nvPr/>
              </p:nvSpPr>
              <p:spPr>
                <a:xfrm>
                  <a:off x="5323862" y="3444021"/>
                  <a:ext cx="134896" cy="1221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9851" extrusionOk="0">
                      <a:moveTo>
                        <a:pt x="1007" y="0"/>
                      </a:moveTo>
                      <a:cubicBezTo>
                        <a:pt x="935" y="0"/>
                        <a:pt x="899" y="36"/>
                        <a:pt x="899" y="72"/>
                      </a:cubicBezTo>
                      <a:lnTo>
                        <a:pt x="935" y="108"/>
                      </a:lnTo>
                      <a:lnTo>
                        <a:pt x="0" y="935"/>
                      </a:lnTo>
                      <a:lnTo>
                        <a:pt x="0" y="9850"/>
                      </a:lnTo>
                      <a:lnTo>
                        <a:pt x="72" y="9850"/>
                      </a:lnTo>
                      <a:lnTo>
                        <a:pt x="72" y="935"/>
                      </a:lnTo>
                      <a:lnTo>
                        <a:pt x="971" y="153"/>
                      </a:lnTo>
                      <a:lnTo>
                        <a:pt x="1007" y="153"/>
                      </a:lnTo>
                      <a:cubicBezTo>
                        <a:pt x="1043" y="153"/>
                        <a:pt x="1088" y="108"/>
                        <a:pt x="1088" y="72"/>
                      </a:cubicBezTo>
                      <a:cubicBezTo>
                        <a:pt x="1088" y="36"/>
                        <a:pt x="1043" y="0"/>
                        <a:pt x="100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7" name="Google Shape;977;p20"/>
                <p:cNvSpPr/>
                <p:nvPr/>
              </p:nvSpPr>
              <p:spPr>
                <a:xfrm>
                  <a:off x="5249099" y="3276892"/>
                  <a:ext cx="116050" cy="1388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6" h="11199" extrusionOk="0">
                      <a:moveTo>
                        <a:pt x="73" y="0"/>
                      </a:moveTo>
                      <a:cubicBezTo>
                        <a:pt x="37" y="0"/>
                        <a:pt x="1" y="36"/>
                        <a:pt x="1" y="72"/>
                      </a:cubicBezTo>
                      <a:cubicBezTo>
                        <a:pt x="1" y="108"/>
                        <a:pt x="37" y="153"/>
                        <a:pt x="73" y="153"/>
                      </a:cubicBezTo>
                      <a:lnTo>
                        <a:pt x="118" y="153"/>
                      </a:lnTo>
                      <a:lnTo>
                        <a:pt x="900" y="863"/>
                      </a:lnTo>
                      <a:lnTo>
                        <a:pt x="900" y="1312"/>
                      </a:lnTo>
                      <a:lnTo>
                        <a:pt x="73" y="2094"/>
                      </a:lnTo>
                      <a:lnTo>
                        <a:pt x="73" y="11198"/>
                      </a:lnTo>
                      <a:lnTo>
                        <a:pt x="118" y="11198"/>
                      </a:lnTo>
                      <a:lnTo>
                        <a:pt x="118" y="2130"/>
                      </a:lnTo>
                      <a:lnTo>
                        <a:pt x="936" y="1348"/>
                      </a:lnTo>
                      <a:lnTo>
                        <a:pt x="936" y="827"/>
                      </a:lnTo>
                      <a:lnTo>
                        <a:pt x="154" y="108"/>
                      </a:lnTo>
                      <a:lnTo>
                        <a:pt x="154" y="72"/>
                      </a:lnTo>
                      <a:cubicBezTo>
                        <a:pt x="154" y="36"/>
                        <a:pt x="118" y="0"/>
                        <a:pt x="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8" name="Google Shape;978;p20"/>
                <p:cNvSpPr/>
                <p:nvPr/>
              </p:nvSpPr>
              <p:spPr>
                <a:xfrm>
                  <a:off x="5002865" y="3230027"/>
                  <a:ext cx="135020" cy="1435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11577" extrusionOk="0">
                      <a:moveTo>
                        <a:pt x="1016" y="1"/>
                      </a:moveTo>
                      <a:cubicBezTo>
                        <a:pt x="980" y="1"/>
                        <a:pt x="935" y="37"/>
                        <a:pt x="935" y="82"/>
                      </a:cubicBezTo>
                      <a:cubicBezTo>
                        <a:pt x="935" y="118"/>
                        <a:pt x="935" y="154"/>
                        <a:pt x="980" y="154"/>
                      </a:cubicBezTo>
                      <a:lnTo>
                        <a:pt x="980" y="5878"/>
                      </a:lnTo>
                      <a:lnTo>
                        <a:pt x="1" y="6777"/>
                      </a:lnTo>
                      <a:lnTo>
                        <a:pt x="1" y="11576"/>
                      </a:lnTo>
                      <a:lnTo>
                        <a:pt x="82" y="11576"/>
                      </a:lnTo>
                      <a:lnTo>
                        <a:pt x="82" y="6822"/>
                      </a:lnTo>
                      <a:lnTo>
                        <a:pt x="1052" y="5923"/>
                      </a:lnTo>
                      <a:lnTo>
                        <a:pt x="1052" y="154"/>
                      </a:lnTo>
                      <a:cubicBezTo>
                        <a:pt x="1088" y="154"/>
                        <a:pt x="1088" y="118"/>
                        <a:pt x="1088" y="82"/>
                      </a:cubicBezTo>
                      <a:cubicBezTo>
                        <a:pt x="1088" y="37"/>
                        <a:pt x="1052" y="1"/>
                        <a:pt x="101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9" name="Google Shape;979;p20"/>
                <p:cNvSpPr/>
                <p:nvPr/>
              </p:nvSpPr>
              <p:spPr>
                <a:xfrm>
                  <a:off x="5114328" y="4391123"/>
                  <a:ext cx="111586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0" h="2212" extrusionOk="0">
                      <a:moveTo>
                        <a:pt x="81" y="0"/>
                      </a:moveTo>
                      <a:cubicBezTo>
                        <a:pt x="36" y="0"/>
                        <a:pt x="0" y="36"/>
                        <a:pt x="0" y="72"/>
                      </a:cubicBezTo>
                      <a:cubicBezTo>
                        <a:pt x="0" y="108"/>
                        <a:pt x="36" y="153"/>
                        <a:pt x="81" y="153"/>
                      </a:cubicBezTo>
                      <a:lnTo>
                        <a:pt x="81" y="1537"/>
                      </a:lnTo>
                      <a:lnTo>
                        <a:pt x="791" y="2211"/>
                      </a:lnTo>
                      <a:lnTo>
                        <a:pt x="899" y="2211"/>
                      </a:lnTo>
                      <a:lnTo>
                        <a:pt x="153" y="1501"/>
                      </a:lnTo>
                      <a:lnTo>
                        <a:pt x="153" y="108"/>
                      </a:lnTo>
                      <a:lnTo>
                        <a:pt x="153" y="72"/>
                      </a:lnTo>
                      <a:cubicBezTo>
                        <a:pt x="153" y="36"/>
                        <a:pt x="153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0" name="Google Shape;980;p20"/>
                <p:cNvSpPr/>
                <p:nvPr/>
              </p:nvSpPr>
              <p:spPr>
                <a:xfrm>
                  <a:off x="5648083" y="4219531"/>
                  <a:ext cx="19094" cy="44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3596" extrusionOk="0">
                      <a:moveTo>
                        <a:pt x="81" y="0"/>
                      </a:moveTo>
                      <a:cubicBezTo>
                        <a:pt x="45" y="0"/>
                        <a:pt x="0" y="36"/>
                        <a:pt x="0" y="72"/>
                      </a:cubicBezTo>
                      <a:cubicBezTo>
                        <a:pt x="0" y="108"/>
                        <a:pt x="0" y="108"/>
                        <a:pt x="45" y="144"/>
                      </a:cubicBezTo>
                      <a:lnTo>
                        <a:pt x="45" y="3595"/>
                      </a:lnTo>
                      <a:lnTo>
                        <a:pt x="117" y="3595"/>
                      </a:lnTo>
                      <a:lnTo>
                        <a:pt x="117" y="144"/>
                      </a:lnTo>
                      <a:cubicBezTo>
                        <a:pt x="117" y="108"/>
                        <a:pt x="153" y="108"/>
                        <a:pt x="153" y="72"/>
                      </a:cubicBezTo>
                      <a:cubicBezTo>
                        <a:pt x="153" y="36"/>
                        <a:pt x="117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1" name="Google Shape;981;p20"/>
                <p:cNvSpPr/>
                <p:nvPr/>
              </p:nvSpPr>
              <p:spPr>
                <a:xfrm>
                  <a:off x="5992389" y="2812206"/>
                  <a:ext cx="274255" cy="1853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2" h="14947" extrusionOk="0">
                      <a:moveTo>
                        <a:pt x="2130" y="1"/>
                      </a:moveTo>
                      <a:cubicBezTo>
                        <a:pt x="2058" y="1"/>
                        <a:pt x="2023" y="37"/>
                        <a:pt x="2023" y="81"/>
                      </a:cubicBezTo>
                      <a:cubicBezTo>
                        <a:pt x="2023" y="117"/>
                        <a:pt x="2058" y="153"/>
                        <a:pt x="2094" y="153"/>
                      </a:cubicBezTo>
                      <a:lnTo>
                        <a:pt x="2094" y="5618"/>
                      </a:lnTo>
                      <a:lnTo>
                        <a:pt x="1160" y="6480"/>
                      </a:lnTo>
                      <a:lnTo>
                        <a:pt x="1160" y="13859"/>
                      </a:lnTo>
                      <a:lnTo>
                        <a:pt x="0" y="14946"/>
                      </a:lnTo>
                      <a:lnTo>
                        <a:pt x="72" y="14946"/>
                      </a:lnTo>
                      <a:lnTo>
                        <a:pt x="1232" y="13895"/>
                      </a:lnTo>
                      <a:lnTo>
                        <a:pt x="1232" y="6480"/>
                      </a:lnTo>
                      <a:lnTo>
                        <a:pt x="2130" y="5653"/>
                      </a:lnTo>
                      <a:lnTo>
                        <a:pt x="2130" y="153"/>
                      </a:lnTo>
                      <a:cubicBezTo>
                        <a:pt x="2166" y="153"/>
                        <a:pt x="2211" y="117"/>
                        <a:pt x="2211" y="81"/>
                      </a:cubicBezTo>
                      <a:cubicBezTo>
                        <a:pt x="2211" y="37"/>
                        <a:pt x="2166" y="1"/>
                        <a:pt x="21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2" name="Google Shape;982;p20"/>
                <p:cNvSpPr/>
                <p:nvPr/>
              </p:nvSpPr>
              <p:spPr>
                <a:xfrm>
                  <a:off x="5653662" y="2859071"/>
                  <a:ext cx="380014" cy="1806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5" h="14569" extrusionOk="0">
                      <a:moveTo>
                        <a:pt x="971" y="0"/>
                      </a:moveTo>
                      <a:cubicBezTo>
                        <a:pt x="935" y="0"/>
                        <a:pt x="899" y="36"/>
                        <a:pt x="899" y="72"/>
                      </a:cubicBezTo>
                      <a:cubicBezTo>
                        <a:pt x="899" y="108"/>
                        <a:pt x="899" y="108"/>
                        <a:pt x="935" y="153"/>
                      </a:cubicBezTo>
                      <a:lnTo>
                        <a:pt x="935" y="3478"/>
                      </a:lnTo>
                      <a:lnTo>
                        <a:pt x="0" y="4341"/>
                      </a:lnTo>
                      <a:lnTo>
                        <a:pt x="0" y="7450"/>
                      </a:lnTo>
                      <a:lnTo>
                        <a:pt x="935" y="8313"/>
                      </a:lnTo>
                      <a:lnTo>
                        <a:pt x="935" y="14568"/>
                      </a:lnTo>
                      <a:lnTo>
                        <a:pt x="971" y="14568"/>
                      </a:lnTo>
                      <a:lnTo>
                        <a:pt x="971" y="13103"/>
                      </a:lnTo>
                      <a:lnTo>
                        <a:pt x="2130" y="12061"/>
                      </a:lnTo>
                      <a:lnTo>
                        <a:pt x="2130" y="8610"/>
                      </a:lnTo>
                      <a:lnTo>
                        <a:pt x="3065" y="7747"/>
                      </a:lnTo>
                      <a:lnTo>
                        <a:pt x="3065" y="4646"/>
                      </a:lnTo>
                      <a:lnTo>
                        <a:pt x="2130" y="3784"/>
                      </a:lnTo>
                      <a:lnTo>
                        <a:pt x="2130" y="413"/>
                      </a:lnTo>
                      <a:cubicBezTo>
                        <a:pt x="2166" y="413"/>
                        <a:pt x="2202" y="377"/>
                        <a:pt x="2202" y="377"/>
                      </a:cubicBezTo>
                      <a:cubicBezTo>
                        <a:pt x="2202" y="333"/>
                        <a:pt x="2166" y="297"/>
                        <a:pt x="2130" y="297"/>
                      </a:cubicBezTo>
                      <a:cubicBezTo>
                        <a:pt x="2058" y="297"/>
                        <a:pt x="2022" y="333"/>
                        <a:pt x="2022" y="377"/>
                      </a:cubicBezTo>
                      <a:cubicBezTo>
                        <a:pt x="2022" y="377"/>
                        <a:pt x="2058" y="413"/>
                        <a:pt x="2094" y="413"/>
                      </a:cubicBezTo>
                      <a:lnTo>
                        <a:pt x="2094" y="3820"/>
                      </a:lnTo>
                      <a:lnTo>
                        <a:pt x="3029" y="4646"/>
                      </a:lnTo>
                      <a:lnTo>
                        <a:pt x="3029" y="7747"/>
                      </a:lnTo>
                      <a:lnTo>
                        <a:pt x="2094" y="8574"/>
                      </a:lnTo>
                      <a:lnTo>
                        <a:pt x="2094" y="12016"/>
                      </a:lnTo>
                      <a:lnTo>
                        <a:pt x="971" y="13031"/>
                      </a:lnTo>
                      <a:lnTo>
                        <a:pt x="971" y="11836"/>
                      </a:lnTo>
                      <a:lnTo>
                        <a:pt x="1528" y="11342"/>
                      </a:lnTo>
                      <a:lnTo>
                        <a:pt x="1528" y="2849"/>
                      </a:lnTo>
                      <a:cubicBezTo>
                        <a:pt x="1573" y="2849"/>
                        <a:pt x="1573" y="2804"/>
                        <a:pt x="1573" y="2768"/>
                      </a:cubicBezTo>
                      <a:cubicBezTo>
                        <a:pt x="1573" y="2732"/>
                        <a:pt x="1573" y="2696"/>
                        <a:pt x="1492" y="2696"/>
                      </a:cubicBezTo>
                      <a:cubicBezTo>
                        <a:pt x="1456" y="2696"/>
                        <a:pt x="1420" y="2732"/>
                        <a:pt x="1420" y="2768"/>
                      </a:cubicBezTo>
                      <a:cubicBezTo>
                        <a:pt x="1420" y="2804"/>
                        <a:pt x="1456" y="2849"/>
                        <a:pt x="1492" y="2849"/>
                      </a:cubicBezTo>
                      <a:lnTo>
                        <a:pt x="1492" y="11306"/>
                      </a:lnTo>
                      <a:lnTo>
                        <a:pt x="971" y="11755"/>
                      </a:lnTo>
                      <a:lnTo>
                        <a:pt x="971" y="6327"/>
                      </a:lnTo>
                      <a:cubicBezTo>
                        <a:pt x="1007" y="6327"/>
                        <a:pt x="1043" y="6291"/>
                        <a:pt x="1043" y="6255"/>
                      </a:cubicBezTo>
                      <a:cubicBezTo>
                        <a:pt x="1043" y="6219"/>
                        <a:pt x="1007" y="6174"/>
                        <a:pt x="971" y="6174"/>
                      </a:cubicBezTo>
                      <a:cubicBezTo>
                        <a:pt x="935" y="6174"/>
                        <a:pt x="899" y="6219"/>
                        <a:pt x="899" y="6255"/>
                      </a:cubicBezTo>
                      <a:cubicBezTo>
                        <a:pt x="899" y="6291"/>
                        <a:pt x="899" y="6327"/>
                        <a:pt x="935" y="6327"/>
                      </a:cubicBezTo>
                      <a:lnTo>
                        <a:pt x="935" y="8241"/>
                      </a:lnTo>
                      <a:lnTo>
                        <a:pt x="72" y="7450"/>
                      </a:lnTo>
                      <a:lnTo>
                        <a:pt x="72" y="4377"/>
                      </a:lnTo>
                      <a:lnTo>
                        <a:pt x="971" y="3523"/>
                      </a:lnTo>
                      <a:lnTo>
                        <a:pt x="971" y="153"/>
                      </a:lnTo>
                      <a:cubicBezTo>
                        <a:pt x="1007" y="108"/>
                        <a:pt x="1043" y="108"/>
                        <a:pt x="1043" y="72"/>
                      </a:cubicBezTo>
                      <a:cubicBezTo>
                        <a:pt x="1043" y="36"/>
                        <a:pt x="1007" y="0"/>
                        <a:pt x="97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3" name="Google Shape;983;p20"/>
                <p:cNvSpPr/>
                <p:nvPr/>
              </p:nvSpPr>
              <p:spPr>
                <a:xfrm>
                  <a:off x="5480951" y="3949869"/>
                  <a:ext cx="186225" cy="715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" h="5771" extrusionOk="0">
                      <a:moveTo>
                        <a:pt x="1429" y="0"/>
                      </a:moveTo>
                      <a:cubicBezTo>
                        <a:pt x="1393" y="0"/>
                        <a:pt x="1348" y="36"/>
                        <a:pt x="1348" y="72"/>
                      </a:cubicBezTo>
                      <a:cubicBezTo>
                        <a:pt x="1348" y="117"/>
                        <a:pt x="1348" y="117"/>
                        <a:pt x="1393" y="117"/>
                      </a:cubicBezTo>
                      <a:lnTo>
                        <a:pt x="1393" y="710"/>
                      </a:lnTo>
                      <a:lnTo>
                        <a:pt x="944" y="1124"/>
                      </a:lnTo>
                      <a:lnTo>
                        <a:pt x="944" y="4872"/>
                      </a:lnTo>
                      <a:lnTo>
                        <a:pt x="0" y="5689"/>
                      </a:lnTo>
                      <a:lnTo>
                        <a:pt x="0" y="5770"/>
                      </a:lnTo>
                      <a:lnTo>
                        <a:pt x="81" y="5770"/>
                      </a:lnTo>
                      <a:lnTo>
                        <a:pt x="81" y="5734"/>
                      </a:lnTo>
                      <a:lnTo>
                        <a:pt x="1016" y="4872"/>
                      </a:lnTo>
                      <a:lnTo>
                        <a:pt x="1016" y="1124"/>
                      </a:lnTo>
                      <a:lnTo>
                        <a:pt x="1465" y="710"/>
                      </a:lnTo>
                      <a:lnTo>
                        <a:pt x="1465" y="117"/>
                      </a:lnTo>
                      <a:cubicBezTo>
                        <a:pt x="1465" y="117"/>
                        <a:pt x="1501" y="117"/>
                        <a:pt x="1501" y="72"/>
                      </a:cubicBezTo>
                      <a:cubicBezTo>
                        <a:pt x="1501" y="36"/>
                        <a:pt x="1465" y="0"/>
                        <a:pt x="14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4" name="Google Shape;984;p20"/>
                <p:cNvSpPr/>
                <p:nvPr/>
              </p:nvSpPr>
              <p:spPr>
                <a:xfrm>
                  <a:off x="5430737" y="3248996"/>
                  <a:ext cx="129440" cy="1416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1424" extrusionOk="0">
                      <a:moveTo>
                        <a:pt x="971" y="1"/>
                      </a:moveTo>
                      <a:cubicBezTo>
                        <a:pt x="900" y="1"/>
                        <a:pt x="855" y="36"/>
                        <a:pt x="855" y="72"/>
                      </a:cubicBezTo>
                      <a:cubicBezTo>
                        <a:pt x="855" y="108"/>
                        <a:pt x="900" y="153"/>
                        <a:pt x="936" y="153"/>
                      </a:cubicBezTo>
                      <a:lnTo>
                        <a:pt x="936" y="10300"/>
                      </a:lnTo>
                      <a:lnTo>
                        <a:pt x="1" y="11163"/>
                      </a:lnTo>
                      <a:lnTo>
                        <a:pt x="1" y="11423"/>
                      </a:lnTo>
                      <a:lnTo>
                        <a:pt x="73" y="11423"/>
                      </a:lnTo>
                      <a:lnTo>
                        <a:pt x="73" y="11163"/>
                      </a:lnTo>
                      <a:lnTo>
                        <a:pt x="971" y="10336"/>
                      </a:lnTo>
                      <a:lnTo>
                        <a:pt x="971" y="153"/>
                      </a:lnTo>
                      <a:cubicBezTo>
                        <a:pt x="1007" y="153"/>
                        <a:pt x="1043" y="108"/>
                        <a:pt x="1043" y="72"/>
                      </a:cubicBezTo>
                      <a:cubicBezTo>
                        <a:pt x="1043" y="36"/>
                        <a:pt x="1007" y="1"/>
                        <a:pt x="97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5" name="Google Shape;985;p20"/>
                <p:cNvSpPr/>
                <p:nvPr/>
              </p:nvSpPr>
              <p:spPr>
                <a:xfrm>
                  <a:off x="5058658" y="4232921"/>
                  <a:ext cx="79226" cy="4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" h="3488" extrusionOk="0">
                      <a:moveTo>
                        <a:pt x="81" y="0"/>
                      </a:moveTo>
                      <a:cubicBezTo>
                        <a:pt x="36" y="0"/>
                        <a:pt x="0" y="0"/>
                        <a:pt x="0" y="81"/>
                      </a:cubicBezTo>
                      <a:cubicBezTo>
                        <a:pt x="0" y="81"/>
                        <a:pt x="36" y="117"/>
                        <a:pt x="81" y="117"/>
                      </a:cubicBezTo>
                      <a:lnTo>
                        <a:pt x="81" y="3002"/>
                      </a:lnTo>
                      <a:lnTo>
                        <a:pt x="566" y="3487"/>
                      </a:lnTo>
                      <a:lnTo>
                        <a:pt x="638" y="3487"/>
                      </a:lnTo>
                      <a:lnTo>
                        <a:pt x="117" y="3002"/>
                      </a:lnTo>
                      <a:lnTo>
                        <a:pt x="117" y="117"/>
                      </a:lnTo>
                      <a:cubicBezTo>
                        <a:pt x="153" y="117"/>
                        <a:pt x="189" y="81"/>
                        <a:pt x="189" y="81"/>
                      </a:cubicBezTo>
                      <a:cubicBezTo>
                        <a:pt x="189" y="0"/>
                        <a:pt x="153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6" name="Google Shape;986;p20"/>
                <p:cNvSpPr/>
                <p:nvPr/>
              </p:nvSpPr>
              <p:spPr>
                <a:xfrm>
                  <a:off x="5703752" y="4391123"/>
                  <a:ext cx="19094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2212" extrusionOk="0">
                      <a:moveTo>
                        <a:pt x="82" y="0"/>
                      </a:moveTo>
                      <a:cubicBezTo>
                        <a:pt x="46" y="0"/>
                        <a:pt x="1" y="36"/>
                        <a:pt x="1" y="72"/>
                      </a:cubicBezTo>
                      <a:cubicBezTo>
                        <a:pt x="1" y="72"/>
                        <a:pt x="46" y="108"/>
                        <a:pt x="82" y="108"/>
                      </a:cubicBezTo>
                      <a:lnTo>
                        <a:pt x="82" y="2211"/>
                      </a:lnTo>
                      <a:lnTo>
                        <a:pt x="118" y="2211"/>
                      </a:lnTo>
                      <a:lnTo>
                        <a:pt x="118" y="108"/>
                      </a:lnTo>
                      <a:cubicBezTo>
                        <a:pt x="153" y="108"/>
                        <a:pt x="153" y="72"/>
                        <a:pt x="153" y="72"/>
                      </a:cubicBezTo>
                      <a:cubicBezTo>
                        <a:pt x="153" y="36"/>
                        <a:pt x="118" y="0"/>
                        <a:pt x="8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7" name="Google Shape;987;p20"/>
                <p:cNvSpPr/>
                <p:nvPr/>
              </p:nvSpPr>
              <p:spPr>
                <a:xfrm>
                  <a:off x="4882600" y="3666817"/>
                  <a:ext cx="134896" cy="998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8054" extrusionOk="0">
                      <a:moveTo>
                        <a:pt x="1007" y="1"/>
                      </a:moveTo>
                      <a:cubicBezTo>
                        <a:pt x="971" y="1"/>
                        <a:pt x="935" y="37"/>
                        <a:pt x="935" y="73"/>
                      </a:cubicBezTo>
                      <a:cubicBezTo>
                        <a:pt x="935" y="109"/>
                        <a:pt x="935" y="109"/>
                        <a:pt x="971" y="154"/>
                      </a:cubicBezTo>
                      <a:lnTo>
                        <a:pt x="971" y="2023"/>
                      </a:lnTo>
                      <a:lnTo>
                        <a:pt x="0" y="2886"/>
                      </a:lnTo>
                      <a:lnTo>
                        <a:pt x="0" y="8053"/>
                      </a:lnTo>
                      <a:lnTo>
                        <a:pt x="72" y="8053"/>
                      </a:lnTo>
                      <a:lnTo>
                        <a:pt x="72" y="2922"/>
                      </a:lnTo>
                      <a:lnTo>
                        <a:pt x="1052" y="2023"/>
                      </a:lnTo>
                      <a:lnTo>
                        <a:pt x="1052" y="154"/>
                      </a:lnTo>
                      <a:cubicBezTo>
                        <a:pt x="1088" y="109"/>
                        <a:pt x="1088" y="109"/>
                        <a:pt x="1088" y="73"/>
                      </a:cubicBezTo>
                      <a:cubicBezTo>
                        <a:pt x="1088" y="37"/>
                        <a:pt x="1052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8" name="Google Shape;988;p20"/>
                <p:cNvSpPr/>
                <p:nvPr/>
              </p:nvSpPr>
              <p:spPr>
                <a:xfrm>
                  <a:off x="4822343" y="3471793"/>
                  <a:ext cx="135020" cy="11935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9627" extrusionOk="0">
                      <a:moveTo>
                        <a:pt x="1007" y="1"/>
                      </a:moveTo>
                      <a:cubicBezTo>
                        <a:pt x="971" y="1"/>
                        <a:pt x="935" y="1"/>
                        <a:pt x="935" y="73"/>
                      </a:cubicBezTo>
                      <a:cubicBezTo>
                        <a:pt x="935" y="73"/>
                        <a:pt x="935" y="109"/>
                        <a:pt x="971" y="109"/>
                      </a:cubicBezTo>
                      <a:lnTo>
                        <a:pt x="971" y="3407"/>
                      </a:lnTo>
                      <a:lnTo>
                        <a:pt x="1" y="4270"/>
                      </a:lnTo>
                      <a:lnTo>
                        <a:pt x="37" y="4306"/>
                      </a:lnTo>
                      <a:lnTo>
                        <a:pt x="1" y="4306"/>
                      </a:lnTo>
                      <a:lnTo>
                        <a:pt x="1" y="9626"/>
                      </a:lnTo>
                      <a:lnTo>
                        <a:pt x="73" y="9626"/>
                      </a:lnTo>
                      <a:lnTo>
                        <a:pt x="73" y="4306"/>
                      </a:lnTo>
                      <a:lnTo>
                        <a:pt x="1043" y="3407"/>
                      </a:lnTo>
                      <a:lnTo>
                        <a:pt x="1043" y="109"/>
                      </a:lnTo>
                      <a:cubicBezTo>
                        <a:pt x="1088" y="109"/>
                        <a:pt x="1088" y="73"/>
                        <a:pt x="1088" y="73"/>
                      </a:cubicBezTo>
                      <a:cubicBezTo>
                        <a:pt x="1088" y="1"/>
                        <a:pt x="1043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9" name="Google Shape;989;p20"/>
                <p:cNvSpPr/>
                <p:nvPr/>
              </p:nvSpPr>
              <p:spPr>
                <a:xfrm>
                  <a:off x="6725637" y="4024507"/>
                  <a:ext cx="130432" cy="6408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2" h="5169" extrusionOk="0">
                      <a:moveTo>
                        <a:pt x="971" y="1"/>
                      </a:moveTo>
                      <a:cubicBezTo>
                        <a:pt x="935" y="1"/>
                        <a:pt x="899" y="37"/>
                        <a:pt x="899" y="73"/>
                      </a:cubicBezTo>
                      <a:lnTo>
                        <a:pt x="0" y="935"/>
                      </a:lnTo>
                      <a:lnTo>
                        <a:pt x="0" y="5168"/>
                      </a:lnTo>
                      <a:lnTo>
                        <a:pt x="36" y="5168"/>
                      </a:lnTo>
                      <a:lnTo>
                        <a:pt x="36" y="935"/>
                      </a:lnTo>
                      <a:lnTo>
                        <a:pt x="935" y="108"/>
                      </a:lnTo>
                      <a:lnTo>
                        <a:pt x="971" y="144"/>
                      </a:lnTo>
                      <a:cubicBezTo>
                        <a:pt x="1016" y="144"/>
                        <a:pt x="1052" y="108"/>
                        <a:pt x="1052" y="73"/>
                      </a:cubicBezTo>
                      <a:cubicBezTo>
                        <a:pt x="1052" y="37"/>
                        <a:pt x="1016" y="1"/>
                        <a:pt x="97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0" name="Google Shape;990;p20"/>
                <p:cNvSpPr/>
                <p:nvPr/>
              </p:nvSpPr>
              <p:spPr>
                <a:xfrm>
                  <a:off x="5941183" y="3304664"/>
                  <a:ext cx="269667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5" h="10975" extrusionOk="0">
                      <a:moveTo>
                        <a:pt x="2094" y="1"/>
                      </a:moveTo>
                      <a:cubicBezTo>
                        <a:pt x="2058" y="1"/>
                        <a:pt x="2022" y="37"/>
                        <a:pt x="2022" y="73"/>
                      </a:cubicBezTo>
                      <a:cubicBezTo>
                        <a:pt x="2022" y="109"/>
                        <a:pt x="2022" y="109"/>
                        <a:pt x="2058" y="154"/>
                      </a:cubicBezTo>
                      <a:lnTo>
                        <a:pt x="2058" y="1457"/>
                      </a:lnTo>
                      <a:lnTo>
                        <a:pt x="1123" y="2320"/>
                      </a:lnTo>
                      <a:lnTo>
                        <a:pt x="1123" y="9923"/>
                      </a:lnTo>
                      <a:lnTo>
                        <a:pt x="0" y="10974"/>
                      </a:lnTo>
                      <a:lnTo>
                        <a:pt x="72" y="10974"/>
                      </a:lnTo>
                      <a:lnTo>
                        <a:pt x="1195" y="9923"/>
                      </a:lnTo>
                      <a:lnTo>
                        <a:pt x="1195" y="2320"/>
                      </a:lnTo>
                      <a:lnTo>
                        <a:pt x="2094" y="1457"/>
                      </a:lnTo>
                      <a:lnTo>
                        <a:pt x="2094" y="154"/>
                      </a:lnTo>
                      <a:cubicBezTo>
                        <a:pt x="2175" y="154"/>
                        <a:pt x="2175" y="109"/>
                        <a:pt x="2175" y="73"/>
                      </a:cubicBezTo>
                      <a:cubicBezTo>
                        <a:pt x="2175" y="37"/>
                        <a:pt x="2130" y="1"/>
                        <a:pt x="2094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1" name="Google Shape;991;p20"/>
                <p:cNvSpPr/>
                <p:nvPr/>
              </p:nvSpPr>
              <p:spPr>
                <a:xfrm>
                  <a:off x="6414682" y="2640614"/>
                  <a:ext cx="357821" cy="2024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6" h="16331" extrusionOk="0">
                      <a:moveTo>
                        <a:pt x="2805" y="1"/>
                      </a:moveTo>
                      <a:cubicBezTo>
                        <a:pt x="2769" y="1"/>
                        <a:pt x="2733" y="36"/>
                        <a:pt x="2733" y="72"/>
                      </a:cubicBezTo>
                      <a:cubicBezTo>
                        <a:pt x="2733" y="117"/>
                        <a:pt x="2769" y="153"/>
                        <a:pt x="2769" y="153"/>
                      </a:cubicBezTo>
                      <a:lnTo>
                        <a:pt x="2769" y="2814"/>
                      </a:lnTo>
                      <a:lnTo>
                        <a:pt x="2319" y="3218"/>
                      </a:lnTo>
                      <a:lnTo>
                        <a:pt x="2319" y="4872"/>
                      </a:lnTo>
                      <a:lnTo>
                        <a:pt x="1421" y="5734"/>
                      </a:lnTo>
                      <a:lnTo>
                        <a:pt x="1421" y="8610"/>
                      </a:lnTo>
                      <a:lnTo>
                        <a:pt x="899" y="8125"/>
                      </a:lnTo>
                      <a:lnTo>
                        <a:pt x="899" y="5168"/>
                      </a:lnTo>
                      <a:lnTo>
                        <a:pt x="935" y="5132"/>
                      </a:lnTo>
                      <a:cubicBezTo>
                        <a:pt x="935" y="5096"/>
                        <a:pt x="899" y="5060"/>
                        <a:pt x="863" y="5060"/>
                      </a:cubicBezTo>
                      <a:cubicBezTo>
                        <a:pt x="827" y="5060"/>
                        <a:pt x="782" y="5096"/>
                        <a:pt x="782" y="5132"/>
                      </a:cubicBezTo>
                      <a:cubicBezTo>
                        <a:pt x="782" y="5132"/>
                        <a:pt x="782" y="5168"/>
                        <a:pt x="827" y="5168"/>
                      </a:cubicBezTo>
                      <a:lnTo>
                        <a:pt x="827" y="6031"/>
                      </a:lnTo>
                      <a:lnTo>
                        <a:pt x="37" y="5321"/>
                      </a:lnTo>
                      <a:lnTo>
                        <a:pt x="37" y="4872"/>
                      </a:lnTo>
                      <a:lnTo>
                        <a:pt x="827" y="4117"/>
                      </a:lnTo>
                      <a:lnTo>
                        <a:pt x="863" y="4162"/>
                      </a:lnTo>
                      <a:cubicBezTo>
                        <a:pt x="899" y="4162"/>
                        <a:pt x="935" y="4117"/>
                        <a:pt x="935" y="4081"/>
                      </a:cubicBezTo>
                      <a:cubicBezTo>
                        <a:pt x="935" y="4045"/>
                        <a:pt x="899" y="4009"/>
                        <a:pt x="863" y="4009"/>
                      </a:cubicBezTo>
                      <a:cubicBezTo>
                        <a:pt x="827" y="4009"/>
                        <a:pt x="782" y="4045"/>
                        <a:pt x="782" y="4081"/>
                      </a:cubicBezTo>
                      <a:lnTo>
                        <a:pt x="1" y="4836"/>
                      </a:lnTo>
                      <a:lnTo>
                        <a:pt x="1" y="5357"/>
                      </a:lnTo>
                      <a:lnTo>
                        <a:pt x="827" y="6103"/>
                      </a:lnTo>
                      <a:lnTo>
                        <a:pt x="827" y="8125"/>
                      </a:lnTo>
                      <a:lnTo>
                        <a:pt x="1421" y="8691"/>
                      </a:lnTo>
                      <a:lnTo>
                        <a:pt x="1421" y="16330"/>
                      </a:lnTo>
                      <a:lnTo>
                        <a:pt x="1457" y="16330"/>
                      </a:lnTo>
                      <a:lnTo>
                        <a:pt x="1457" y="5734"/>
                      </a:lnTo>
                      <a:lnTo>
                        <a:pt x="2400" y="4872"/>
                      </a:lnTo>
                      <a:lnTo>
                        <a:pt x="2400" y="3263"/>
                      </a:lnTo>
                      <a:lnTo>
                        <a:pt x="2850" y="2849"/>
                      </a:lnTo>
                      <a:lnTo>
                        <a:pt x="2850" y="153"/>
                      </a:lnTo>
                      <a:cubicBezTo>
                        <a:pt x="2886" y="153"/>
                        <a:pt x="2886" y="117"/>
                        <a:pt x="2886" y="72"/>
                      </a:cubicBezTo>
                      <a:cubicBezTo>
                        <a:pt x="2886" y="36"/>
                        <a:pt x="2850" y="1"/>
                        <a:pt x="280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2" name="Google Shape;992;p20"/>
                <p:cNvSpPr/>
                <p:nvPr/>
              </p:nvSpPr>
              <p:spPr>
                <a:xfrm>
                  <a:off x="6650874" y="3857378"/>
                  <a:ext cx="117166" cy="807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5" h="6517" extrusionOk="0">
                      <a:moveTo>
                        <a:pt x="82" y="1"/>
                      </a:moveTo>
                      <a:cubicBezTo>
                        <a:pt x="46" y="1"/>
                        <a:pt x="1" y="36"/>
                        <a:pt x="1" y="72"/>
                      </a:cubicBezTo>
                      <a:cubicBezTo>
                        <a:pt x="1" y="108"/>
                        <a:pt x="46" y="144"/>
                        <a:pt x="82" y="144"/>
                      </a:cubicBezTo>
                      <a:lnTo>
                        <a:pt x="118" y="144"/>
                      </a:lnTo>
                      <a:lnTo>
                        <a:pt x="900" y="863"/>
                      </a:lnTo>
                      <a:lnTo>
                        <a:pt x="900" y="1313"/>
                      </a:lnTo>
                      <a:lnTo>
                        <a:pt x="118" y="2023"/>
                      </a:lnTo>
                      <a:lnTo>
                        <a:pt x="118" y="1160"/>
                      </a:lnTo>
                      <a:cubicBezTo>
                        <a:pt x="154" y="1160"/>
                        <a:pt x="154" y="1160"/>
                        <a:pt x="154" y="1124"/>
                      </a:cubicBezTo>
                      <a:cubicBezTo>
                        <a:pt x="154" y="1088"/>
                        <a:pt x="118" y="1043"/>
                        <a:pt x="82" y="1043"/>
                      </a:cubicBezTo>
                      <a:cubicBezTo>
                        <a:pt x="46" y="1043"/>
                        <a:pt x="1" y="1088"/>
                        <a:pt x="1" y="1124"/>
                      </a:cubicBezTo>
                      <a:cubicBezTo>
                        <a:pt x="1" y="1160"/>
                        <a:pt x="1" y="1160"/>
                        <a:pt x="46" y="1160"/>
                      </a:cubicBezTo>
                      <a:lnTo>
                        <a:pt x="46" y="6516"/>
                      </a:lnTo>
                      <a:lnTo>
                        <a:pt x="118" y="6516"/>
                      </a:lnTo>
                      <a:lnTo>
                        <a:pt x="118" y="2095"/>
                      </a:lnTo>
                      <a:lnTo>
                        <a:pt x="945" y="1349"/>
                      </a:lnTo>
                      <a:lnTo>
                        <a:pt x="945" y="818"/>
                      </a:lnTo>
                      <a:lnTo>
                        <a:pt x="154" y="108"/>
                      </a:lnTo>
                      <a:lnTo>
                        <a:pt x="154" y="72"/>
                      </a:lnTo>
                      <a:cubicBezTo>
                        <a:pt x="154" y="36"/>
                        <a:pt x="118" y="1"/>
                        <a:pt x="8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3" name="Google Shape;993;p20"/>
                <p:cNvSpPr/>
                <p:nvPr/>
              </p:nvSpPr>
              <p:spPr>
                <a:xfrm>
                  <a:off x="5369489" y="2728642"/>
                  <a:ext cx="134896" cy="1936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15621" extrusionOk="0">
                      <a:moveTo>
                        <a:pt x="81" y="1"/>
                      </a:moveTo>
                      <a:cubicBezTo>
                        <a:pt x="45" y="1"/>
                        <a:pt x="1" y="36"/>
                        <a:pt x="1" y="81"/>
                      </a:cubicBezTo>
                      <a:cubicBezTo>
                        <a:pt x="1" y="117"/>
                        <a:pt x="45" y="117"/>
                        <a:pt x="81" y="153"/>
                      </a:cubicBezTo>
                      <a:lnTo>
                        <a:pt x="81" y="3523"/>
                      </a:lnTo>
                      <a:lnTo>
                        <a:pt x="980" y="4386"/>
                      </a:lnTo>
                      <a:lnTo>
                        <a:pt x="980" y="12133"/>
                      </a:lnTo>
                      <a:lnTo>
                        <a:pt x="81" y="12996"/>
                      </a:lnTo>
                      <a:lnTo>
                        <a:pt x="81" y="15620"/>
                      </a:lnTo>
                      <a:lnTo>
                        <a:pt x="117" y="15620"/>
                      </a:lnTo>
                      <a:lnTo>
                        <a:pt x="117" y="15171"/>
                      </a:lnTo>
                      <a:lnTo>
                        <a:pt x="1052" y="14308"/>
                      </a:lnTo>
                      <a:lnTo>
                        <a:pt x="1052" y="13032"/>
                      </a:lnTo>
                      <a:cubicBezTo>
                        <a:pt x="1088" y="13032"/>
                        <a:pt x="1088" y="12996"/>
                        <a:pt x="1088" y="12960"/>
                      </a:cubicBezTo>
                      <a:cubicBezTo>
                        <a:pt x="1088" y="12924"/>
                        <a:pt x="1052" y="12888"/>
                        <a:pt x="1016" y="12888"/>
                      </a:cubicBezTo>
                      <a:cubicBezTo>
                        <a:pt x="980" y="12888"/>
                        <a:pt x="944" y="12924"/>
                        <a:pt x="944" y="12960"/>
                      </a:cubicBezTo>
                      <a:cubicBezTo>
                        <a:pt x="944" y="12996"/>
                        <a:pt x="980" y="13032"/>
                        <a:pt x="980" y="13032"/>
                      </a:cubicBezTo>
                      <a:lnTo>
                        <a:pt x="980" y="14308"/>
                      </a:lnTo>
                      <a:lnTo>
                        <a:pt x="117" y="15090"/>
                      </a:lnTo>
                      <a:lnTo>
                        <a:pt x="117" y="12996"/>
                      </a:lnTo>
                      <a:lnTo>
                        <a:pt x="1052" y="12133"/>
                      </a:lnTo>
                      <a:lnTo>
                        <a:pt x="1052" y="4350"/>
                      </a:lnTo>
                      <a:lnTo>
                        <a:pt x="117" y="3523"/>
                      </a:lnTo>
                      <a:lnTo>
                        <a:pt x="117" y="153"/>
                      </a:lnTo>
                      <a:cubicBezTo>
                        <a:pt x="153" y="117"/>
                        <a:pt x="189" y="117"/>
                        <a:pt x="189" y="81"/>
                      </a:cubicBezTo>
                      <a:cubicBezTo>
                        <a:pt x="189" y="36"/>
                        <a:pt x="153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4" name="Google Shape;994;p20"/>
                <p:cNvSpPr/>
                <p:nvPr/>
              </p:nvSpPr>
              <p:spPr>
                <a:xfrm>
                  <a:off x="6256477" y="3304664"/>
                  <a:ext cx="283182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4" h="10975" extrusionOk="0">
                      <a:moveTo>
                        <a:pt x="710" y="1"/>
                      </a:moveTo>
                      <a:cubicBezTo>
                        <a:pt x="638" y="1"/>
                        <a:pt x="638" y="1"/>
                        <a:pt x="638" y="37"/>
                      </a:cubicBezTo>
                      <a:cubicBezTo>
                        <a:pt x="638" y="109"/>
                        <a:pt x="638" y="109"/>
                        <a:pt x="710" y="109"/>
                      </a:cubicBezTo>
                      <a:lnTo>
                        <a:pt x="755" y="109"/>
                      </a:lnTo>
                      <a:lnTo>
                        <a:pt x="1609" y="936"/>
                      </a:lnTo>
                      <a:lnTo>
                        <a:pt x="1609" y="8422"/>
                      </a:lnTo>
                      <a:lnTo>
                        <a:pt x="117" y="9815"/>
                      </a:lnTo>
                      <a:lnTo>
                        <a:pt x="117" y="9321"/>
                      </a:lnTo>
                      <a:lnTo>
                        <a:pt x="1277" y="8242"/>
                      </a:lnTo>
                      <a:lnTo>
                        <a:pt x="1277" y="1277"/>
                      </a:lnTo>
                      <a:cubicBezTo>
                        <a:pt x="1313" y="1277"/>
                        <a:pt x="1348" y="1232"/>
                        <a:pt x="1348" y="1232"/>
                      </a:cubicBezTo>
                      <a:cubicBezTo>
                        <a:pt x="1348" y="1196"/>
                        <a:pt x="1313" y="1160"/>
                        <a:pt x="1277" y="1160"/>
                      </a:cubicBezTo>
                      <a:cubicBezTo>
                        <a:pt x="1205" y="1160"/>
                        <a:pt x="1160" y="1196"/>
                        <a:pt x="1160" y="1232"/>
                      </a:cubicBezTo>
                      <a:cubicBezTo>
                        <a:pt x="1160" y="1232"/>
                        <a:pt x="1205" y="1277"/>
                        <a:pt x="1241" y="1277"/>
                      </a:cubicBezTo>
                      <a:lnTo>
                        <a:pt x="1241" y="8242"/>
                      </a:lnTo>
                      <a:lnTo>
                        <a:pt x="117" y="9249"/>
                      </a:lnTo>
                      <a:lnTo>
                        <a:pt x="117" y="7523"/>
                      </a:lnTo>
                      <a:cubicBezTo>
                        <a:pt x="153" y="7487"/>
                        <a:pt x="153" y="7487"/>
                        <a:pt x="153" y="7451"/>
                      </a:cubicBezTo>
                      <a:cubicBezTo>
                        <a:pt x="153" y="7415"/>
                        <a:pt x="153" y="7379"/>
                        <a:pt x="81" y="7379"/>
                      </a:cubicBezTo>
                      <a:cubicBezTo>
                        <a:pt x="36" y="7379"/>
                        <a:pt x="0" y="7415"/>
                        <a:pt x="0" y="7451"/>
                      </a:cubicBezTo>
                      <a:cubicBezTo>
                        <a:pt x="0" y="7487"/>
                        <a:pt x="36" y="7487"/>
                        <a:pt x="81" y="7523"/>
                      </a:cubicBezTo>
                      <a:lnTo>
                        <a:pt x="81" y="10974"/>
                      </a:lnTo>
                      <a:lnTo>
                        <a:pt x="117" y="10974"/>
                      </a:lnTo>
                      <a:lnTo>
                        <a:pt x="117" y="9887"/>
                      </a:lnTo>
                      <a:lnTo>
                        <a:pt x="2247" y="7937"/>
                      </a:lnTo>
                      <a:lnTo>
                        <a:pt x="2247" y="5133"/>
                      </a:lnTo>
                      <a:cubicBezTo>
                        <a:pt x="2247" y="5133"/>
                        <a:pt x="2283" y="5097"/>
                        <a:pt x="2283" y="5052"/>
                      </a:cubicBezTo>
                      <a:cubicBezTo>
                        <a:pt x="2283" y="5016"/>
                        <a:pt x="2247" y="5016"/>
                        <a:pt x="2211" y="5016"/>
                      </a:cubicBezTo>
                      <a:cubicBezTo>
                        <a:pt x="2175" y="5016"/>
                        <a:pt x="2139" y="5016"/>
                        <a:pt x="2139" y="5052"/>
                      </a:cubicBezTo>
                      <a:cubicBezTo>
                        <a:pt x="2139" y="5097"/>
                        <a:pt x="2139" y="5133"/>
                        <a:pt x="2175" y="5133"/>
                      </a:cubicBezTo>
                      <a:lnTo>
                        <a:pt x="2175" y="7901"/>
                      </a:lnTo>
                      <a:lnTo>
                        <a:pt x="1690" y="8350"/>
                      </a:lnTo>
                      <a:lnTo>
                        <a:pt x="1690" y="936"/>
                      </a:lnTo>
                      <a:lnTo>
                        <a:pt x="791" y="73"/>
                      </a:lnTo>
                      <a:lnTo>
                        <a:pt x="791" y="37"/>
                      </a:lnTo>
                      <a:cubicBezTo>
                        <a:pt x="791" y="1"/>
                        <a:pt x="755" y="1"/>
                        <a:pt x="71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5" name="Google Shape;995;p20"/>
                <p:cNvSpPr/>
                <p:nvPr/>
              </p:nvSpPr>
              <p:spPr>
                <a:xfrm>
                  <a:off x="6200808" y="3930900"/>
                  <a:ext cx="18970" cy="734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5924" extrusionOk="0">
                      <a:moveTo>
                        <a:pt x="81" y="1"/>
                      </a:moveTo>
                      <a:cubicBezTo>
                        <a:pt x="36" y="1"/>
                        <a:pt x="0" y="46"/>
                        <a:pt x="0" y="82"/>
                      </a:cubicBezTo>
                      <a:cubicBezTo>
                        <a:pt x="0" y="118"/>
                        <a:pt x="0" y="153"/>
                        <a:pt x="36" y="153"/>
                      </a:cubicBezTo>
                      <a:lnTo>
                        <a:pt x="36" y="5923"/>
                      </a:lnTo>
                      <a:lnTo>
                        <a:pt x="117" y="5923"/>
                      </a:lnTo>
                      <a:lnTo>
                        <a:pt x="117" y="153"/>
                      </a:lnTo>
                      <a:cubicBezTo>
                        <a:pt x="117" y="153"/>
                        <a:pt x="153" y="118"/>
                        <a:pt x="153" y="82"/>
                      </a:cubicBezTo>
                      <a:cubicBezTo>
                        <a:pt x="153" y="46"/>
                        <a:pt x="117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6" name="Google Shape;996;p20"/>
                <p:cNvSpPr/>
                <p:nvPr/>
              </p:nvSpPr>
              <p:spPr>
                <a:xfrm>
                  <a:off x="4942732" y="3109764"/>
                  <a:ext cx="134896" cy="15556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12547" extrusionOk="0">
                      <a:moveTo>
                        <a:pt x="1016" y="0"/>
                      </a:moveTo>
                      <a:cubicBezTo>
                        <a:pt x="971" y="0"/>
                        <a:pt x="935" y="36"/>
                        <a:pt x="935" y="72"/>
                      </a:cubicBezTo>
                      <a:cubicBezTo>
                        <a:pt x="935" y="108"/>
                        <a:pt x="935" y="153"/>
                        <a:pt x="971" y="153"/>
                      </a:cubicBezTo>
                      <a:lnTo>
                        <a:pt x="971" y="6669"/>
                      </a:lnTo>
                      <a:lnTo>
                        <a:pt x="0" y="7567"/>
                      </a:lnTo>
                      <a:lnTo>
                        <a:pt x="0" y="12546"/>
                      </a:lnTo>
                      <a:lnTo>
                        <a:pt x="72" y="12546"/>
                      </a:lnTo>
                      <a:lnTo>
                        <a:pt x="72" y="7603"/>
                      </a:lnTo>
                      <a:lnTo>
                        <a:pt x="1052" y="6705"/>
                      </a:lnTo>
                      <a:lnTo>
                        <a:pt x="1052" y="153"/>
                      </a:lnTo>
                      <a:cubicBezTo>
                        <a:pt x="1088" y="153"/>
                        <a:pt x="1088" y="108"/>
                        <a:pt x="1088" y="72"/>
                      </a:cubicBezTo>
                      <a:cubicBezTo>
                        <a:pt x="1088" y="36"/>
                        <a:pt x="1052" y="0"/>
                        <a:pt x="101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7" name="Google Shape;997;p20"/>
                <p:cNvSpPr/>
                <p:nvPr/>
              </p:nvSpPr>
              <p:spPr>
                <a:xfrm>
                  <a:off x="6772379" y="3309128"/>
                  <a:ext cx="129440" cy="1356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0939" extrusionOk="0">
                      <a:moveTo>
                        <a:pt x="72" y="1"/>
                      </a:moveTo>
                      <a:cubicBezTo>
                        <a:pt x="36" y="1"/>
                        <a:pt x="1" y="37"/>
                        <a:pt x="1" y="73"/>
                      </a:cubicBezTo>
                      <a:cubicBezTo>
                        <a:pt x="1" y="118"/>
                        <a:pt x="36" y="118"/>
                        <a:pt x="36" y="154"/>
                      </a:cubicBezTo>
                      <a:lnTo>
                        <a:pt x="36" y="3524"/>
                      </a:lnTo>
                      <a:lnTo>
                        <a:pt x="971" y="4387"/>
                      </a:lnTo>
                      <a:lnTo>
                        <a:pt x="971" y="7451"/>
                      </a:lnTo>
                      <a:lnTo>
                        <a:pt x="36" y="8314"/>
                      </a:lnTo>
                      <a:lnTo>
                        <a:pt x="36" y="10938"/>
                      </a:lnTo>
                      <a:lnTo>
                        <a:pt x="108" y="10938"/>
                      </a:lnTo>
                      <a:lnTo>
                        <a:pt x="108" y="8314"/>
                      </a:lnTo>
                      <a:lnTo>
                        <a:pt x="1043" y="7451"/>
                      </a:lnTo>
                      <a:lnTo>
                        <a:pt x="1043" y="4342"/>
                      </a:lnTo>
                      <a:lnTo>
                        <a:pt x="108" y="3488"/>
                      </a:lnTo>
                      <a:lnTo>
                        <a:pt x="108" y="154"/>
                      </a:lnTo>
                      <a:cubicBezTo>
                        <a:pt x="144" y="118"/>
                        <a:pt x="144" y="118"/>
                        <a:pt x="144" y="73"/>
                      </a:cubicBezTo>
                      <a:cubicBezTo>
                        <a:pt x="144" y="37"/>
                        <a:pt x="108" y="1"/>
                        <a:pt x="7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98" name="Google Shape;998;p20"/>
              <p:cNvGrpSpPr/>
              <p:nvPr/>
            </p:nvGrpSpPr>
            <p:grpSpPr>
              <a:xfrm>
                <a:off x="5143499" y="3460729"/>
                <a:ext cx="5143232" cy="1682777"/>
                <a:chOff x="713356" y="2640614"/>
                <a:chExt cx="6188463" cy="2024758"/>
              </a:xfrm>
            </p:grpSpPr>
            <p:sp>
              <p:nvSpPr>
                <p:cNvPr id="999" name="Google Shape;999;p20"/>
                <p:cNvSpPr/>
                <p:nvPr/>
              </p:nvSpPr>
              <p:spPr>
                <a:xfrm>
                  <a:off x="3169251" y="3444021"/>
                  <a:ext cx="134896" cy="1221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9851" extrusionOk="0">
                      <a:moveTo>
                        <a:pt x="1007" y="0"/>
                      </a:moveTo>
                      <a:cubicBezTo>
                        <a:pt x="935" y="0"/>
                        <a:pt x="899" y="36"/>
                        <a:pt x="899" y="72"/>
                      </a:cubicBezTo>
                      <a:lnTo>
                        <a:pt x="935" y="108"/>
                      </a:lnTo>
                      <a:lnTo>
                        <a:pt x="0" y="935"/>
                      </a:lnTo>
                      <a:lnTo>
                        <a:pt x="0" y="9850"/>
                      </a:lnTo>
                      <a:lnTo>
                        <a:pt x="72" y="9850"/>
                      </a:lnTo>
                      <a:lnTo>
                        <a:pt x="72" y="935"/>
                      </a:lnTo>
                      <a:lnTo>
                        <a:pt x="971" y="153"/>
                      </a:lnTo>
                      <a:lnTo>
                        <a:pt x="1007" y="153"/>
                      </a:lnTo>
                      <a:cubicBezTo>
                        <a:pt x="1043" y="153"/>
                        <a:pt x="1088" y="108"/>
                        <a:pt x="1088" y="72"/>
                      </a:cubicBezTo>
                      <a:cubicBezTo>
                        <a:pt x="1088" y="36"/>
                        <a:pt x="1043" y="0"/>
                        <a:pt x="100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0" name="Google Shape;1000;p20"/>
                <p:cNvSpPr/>
                <p:nvPr/>
              </p:nvSpPr>
              <p:spPr>
                <a:xfrm>
                  <a:off x="3094488" y="3276892"/>
                  <a:ext cx="116050" cy="1388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6" h="11199" extrusionOk="0">
                      <a:moveTo>
                        <a:pt x="73" y="0"/>
                      </a:moveTo>
                      <a:cubicBezTo>
                        <a:pt x="37" y="0"/>
                        <a:pt x="1" y="36"/>
                        <a:pt x="1" y="72"/>
                      </a:cubicBezTo>
                      <a:cubicBezTo>
                        <a:pt x="1" y="108"/>
                        <a:pt x="37" y="153"/>
                        <a:pt x="73" y="153"/>
                      </a:cubicBezTo>
                      <a:lnTo>
                        <a:pt x="118" y="153"/>
                      </a:lnTo>
                      <a:lnTo>
                        <a:pt x="900" y="863"/>
                      </a:lnTo>
                      <a:lnTo>
                        <a:pt x="900" y="1312"/>
                      </a:lnTo>
                      <a:lnTo>
                        <a:pt x="73" y="2094"/>
                      </a:lnTo>
                      <a:lnTo>
                        <a:pt x="73" y="11198"/>
                      </a:lnTo>
                      <a:lnTo>
                        <a:pt x="118" y="11198"/>
                      </a:lnTo>
                      <a:lnTo>
                        <a:pt x="118" y="2130"/>
                      </a:lnTo>
                      <a:lnTo>
                        <a:pt x="936" y="1348"/>
                      </a:lnTo>
                      <a:lnTo>
                        <a:pt x="936" y="827"/>
                      </a:lnTo>
                      <a:lnTo>
                        <a:pt x="154" y="108"/>
                      </a:lnTo>
                      <a:lnTo>
                        <a:pt x="154" y="72"/>
                      </a:lnTo>
                      <a:cubicBezTo>
                        <a:pt x="154" y="36"/>
                        <a:pt x="118" y="0"/>
                        <a:pt x="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1" name="Google Shape;1001;p20"/>
                <p:cNvSpPr/>
                <p:nvPr/>
              </p:nvSpPr>
              <p:spPr>
                <a:xfrm>
                  <a:off x="2848254" y="3230027"/>
                  <a:ext cx="135020" cy="1435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11577" extrusionOk="0">
                      <a:moveTo>
                        <a:pt x="1016" y="1"/>
                      </a:moveTo>
                      <a:cubicBezTo>
                        <a:pt x="980" y="1"/>
                        <a:pt x="935" y="37"/>
                        <a:pt x="935" y="82"/>
                      </a:cubicBezTo>
                      <a:cubicBezTo>
                        <a:pt x="935" y="118"/>
                        <a:pt x="935" y="154"/>
                        <a:pt x="980" y="154"/>
                      </a:cubicBezTo>
                      <a:lnTo>
                        <a:pt x="980" y="5878"/>
                      </a:lnTo>
                      <a:lnTo>
                        <a:pt x="1" y="6777"/>
                      </a:lnTo>
                      <a:lnTo>
                        <a:pt x="1" y="11576"/>
                      </a:lnTo>
                      <a:lnTo>
                        <a:pt x="82" y="11576"/>
                      </a:lnTo>
                      <a:lnTo>
                        <a:pt x="82" y="6822"/>
                      </a:lnTo>
                      <a:lnTo>
                        <a:pt x="1052" y="5923"/>
                      </a:lnTo>
                      <a:lnTo>
                        <a:pt x="1052" y="154"/>
                      </a:lnTo>
                      <a:cubicBezTo>
                        <a:pt x="1088" y="154"/>
                        <a:pt x="1088" y="118"/>
                        <a:pt x="1088" y="82"/>
                      </a:cubicBezTo>
                      <a:cubicBezTo>
                        <a:pt x="1088" y="37"/>
                        <a:pt x="1052" y="1"/>
                        <a:pt x="101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2" name="Google Shape;1002;p20"/>
                <p:cNvSpPr/>
                <p:nvPr/>
              </p:nvSpPr>
              <p:spPr>
                <a:xfrm>
                  <a:off x="2959716" y="4391123"/>
                  <a:ext cx="111587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0" h="2212" extrusionOk="0">
                      <a:moveTo>
                        <a:pt x="81" y="0"/>
                      </a:moveTo>
                      <a:cubicBezTo>
                        <a:pt x="36" y="0"/>
                        <a:pt x="0" y="36"/>
                        <a:pt x="0" y="72"/>
                      </a:cubicBezTo>
                      <a:cubicBezTo>
                        <a:pt x="0" y="108"/>
                        <a:pt x="36" y="153"/>
                        <a:pt x="81" y="153"/>
                      </a:cubicBezTo>
                      <a:lnTo>
                        <a:pt x="81" y="1537"/>
                      </a:lnTo>
                      <a:lnTo>
                        <a:pt x="791" y="2211"/>
                      </a:lnTo>
                      <a:lnTo>
                        <a:pt x="899" y="2211"/>
                      </a:lnTo>
                      <a:lnTo>
                        <a:pt x="153" y="1501"/>
                      </a:lnTo>
                      <a:lnTo>
                        <a:pt x="153" y="108"/>
                      </a:lnTo>
                      <a:lnTo>
                        <a:pt x="153" y="72"/>
                      </a:lnTo>
                      <a:cubicBezTo>
                        <a:pt x="153" y="36"/>
                        <a:pt x="153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3" name="Google Shape;1003;p20"/>
                <p:cNvSpPr/>
                <p:nvPr/>
              </p:nvSpPr>
              <p:spPr>
                <a:xfrm>
                  <a:off x="3493472" y="4219531"/>
                  <a:ext cx="19094" cy="44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3596" extrusionOk="0">
                      <a:moveTo>
                        <a:pt x="81" y="0"/>
                      </a:moveTo>
                      <a:cubicBezTo>
                        <a:pt x="45" y="0"/>
                        <a:pt x="0" y="36"/>
                        <a:pt x="0" y="72"/>
                      </a:cubicBezTo>
                      <a:cubicBezTo>
                        <a:pt x="0" y="108"/>
                        <a:pt x="0" y="108"/>
                        <a:pt x="45" y="144"/>
                      </a:cubicBezTo>
                      <a:lnTo>
                        <a:pt x="45" y="3595"/>
                      </a:lnTo>
                      <a:lnTo>
                        <a:pt x="117" y="3595"/>
                      </a:lnTo>
                      <a:lnTo>
                        <a:pt x="117" y="144"/>
                      </a:lnTo>
                      <a:cubicBezTo>
                        <a:pt x="117" y="108"/>
                        <a:pt x="153" y="108"/>
                        <a:pt x="153" y="72"/>
                      </a:cubicBezTo>
                      <a:cubicBezTo>
                        <a:pt x="153" y="36"/>
                        <a:pt x="117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4" name="Google Shape;1004;p20"/>
                <p:cNvSpPr/>
                <p:nvPr/>
              </p:nvSpPr>
              <p:spPr>
                <a:xfrm>
                  <a:off x="3837778" y="2812206"/>
                  <a:ext cx="274255" cy="1853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2" h="14947" extrusionOk="0">
                      <a:moveTo>
                        <a:pt x="2130" y="1"/>
                      </a:moveTo>
                      <a:cubicBezTo>
                        <a:pt x="2058" y="1"/>
                        <a:pt x="2023" y="37"/>
                        <a:pt x="2023" y="81"/>
                      </a:cubicBezTo>
                      <a:cubicBezTo>
                        <a:pt x="2023" y="117"/>
                        <a:pt x="2058" y="153"/>
                        <a:pt x="2094" y="153"/>
                      </a:cubicBezTo>
                      <a:lnTo>
                        <a:pt x="2094" y="5618"/>
                      </a:lnTo>
                      <a:lnTo>
                        <a:pt x="1160" y="6480"/>
                      </a:lnTo>
                      <a:lnTo>
                        <a:pt x="1160" y="13859"/>
                      </a:lnTo>
                      <a:lnTo>
                        <a:pt x="0" y="14946"/>
                      </a:lnTo>
                      <a:lnTo>
                        <a:pt x="72" y="14946"/>
                      </a:lnTo>
                      <a:lnTo>
                        <a:pt x="1232" y="13895"/>
                      </a:lnTo>
                      <a:lnTo>
                        <a:pt x="1232" y="6480"/>
                      </a:lnTo>
                      <a:lnTo>
                        <a:pt x="2130" y="5653"/>
                      </a:lnTo>
                      <a:lnTo>
                        <a:pt x="2130" y="153"/>
                      </a:lnTo>
                      <a:cubicBezTo>
                        <a:pt x="2166" y="153"/>
                        <a:pt x="2211" y="117"/>
                        <a:pt x="2211" y="81"/>
                      </a:cubicBezTo>
                      <a:cubicBezTo>
                        <a:pt x="2211" y="37"/>
                        <a:pt x="2166" y="1"/>
                        <a:pt x="21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5" name="Google Shape;1005;p20"/>
                <p:cNvSpPr/>
                <p:nvPr/>
              </p:nvSpPr>
              <p:spPr>
                <a:xfrm>
                  <a:off x="3499051" y="2859071"/>
                  <a:ext cx="380014" cy="1806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5" h="14569" extrusionOk="0">
                      <a:moveTo>
                        <a:pt x="971" y="0"/>
                      </a:moveTo>
                      <a:cubicBezTo>
                        <a:pt x="935" y="0"/>
                        <a:pt x="899" y="36"/>
                        <a:pt x="899" y="72"/>
                      </a:cubicBezTo>
                      <a:cubicBezTo>
                        <a:pt x="899" y="108"/>
                        <a:pt x="899" y="108"/>
                        <a:pt x="935" y="153"/>
                      </a:cubicBezTo>
                      <a:lnTo>
                        <a:pt x="935" y="3478"/>
                      </a:lnTo>
                      <a:lnTo>
                        <a:pt x="0" y="4341"/>
                      </a:lnTo>
                      <a:lnTo>
                        <a:pt x="0" y="7450"/>
                      </a:lnTo>
                      <a:lnTo>
                        <a:pt x="935" y="8313"/>
                      </a:lnTo>
                      <a:lnTo>
                        <a:pt x="935" y="14568"/>
                      </a:lnTo>
                      <a:lnTo>
                        <a:pt x="971" y="14568"/>
                      </a:lnTo>
                      <a:lnTo>
                        <a:pt x="971" y="13103"/>
                      </a:lnTo>
                      <a:lnTo>
                        <a:pt x="2130" y="12061"/>
                      </a:lnTo>
                      <a:lnTo>
                        <a:pt x="2130" y="8610"/>
                      </a:lnTo>
                      <a:lnTo>
                        <a:pt x="3065" y="7747"/>
                      </a:lnTo>
                      <a:lnTo>
                        <a:pt x="3065" y="4646"/>
                      </a:lnTo>
                      <a:lnTo>
                        <a:pt x="2130" y="3784"/>
                      </a:lnTo>
                      <a:lnTo>
                        <a:pt x="2130" y="413"/>
                      </a:lnTo>
                      <a:cubicBezTo>
                        <a:pt x="2166" y="413"/>
                        <a:pt x="2202" y="377"/>
                        <a:pt x="2202" y="377"/>
                      </a:cubicBezTo>
                      <a:cubicBezTo>
                        <a:pt x="2202" y="333"/>
                        <a:pt x="2166" y="297"/>
                        <a:pt x="2130" y="297"/>
                      </a:cubicBezTo>
                      <a:cubicBezTo>
                        <a:pt x="2058" y="297"/>
                        <a:pt x="2022" y="333"/>
                        <a:pt x="2022" y="377"/>
                      </a:cubicBezTo>
                      <a:cubicBezTo>
                        <a:pt x="2022" y="377"/>
                        <a:pt x="2058" y="413"/>
                        <a:pt x="2094" y="413"/>
                      </a:cubicBezTo>
                      <a:lnTo>
                        <a:pt x="2094" y="3820"/>
                      </a:lnTo>
                      <a:lnTo>
                        <a:pt x="3029" y="4646"/>
                      </a:lnTo>
                      <a:lnTo>
                        <a:pt x="3029" y="7747"/>
                      </a:lnTo>
                      <a:lnTo>
                        <a:pt x="2094" y="8574"/>
                      </a:lnTo>
                      <a:lnTo>
                        <a:pt x="2094" y="12016"/>
                      </a:lnTo>
                      <a:lnTo>
                        <a:pt x="971" y="13031"/>
                      </a:lnTo>
                      <a:lnTo>
                        <a:pt x="971" y="11836"/>
                      </a:lnTo>
                      <a:lnTo>
                        <a:pt x="1528" y="11342"/>
                      </a:lnTo>
                      <a:lnTo>
                        <a:pt x="1528" y="2849"/>
                      </a:lnTo>
                      <a:cubicBezTo>
                        <a:pt x="1573" y="2849"/>
                        <a:pt x="1573" y="2804"/>
                        <a:pt x="1573" y="2768"/>
                      </a:cubicBezTo>
                      <a:cubicBezTo>
                        <a:pt x="1573" y="2732"/>
                        <a:pt x="1573" y="2696"/>
                        <a:pt x="1492" y="2696"/>
                      </a:cubicBezTo>
                      <a:cubicBezTo>
                        <a:pt x="1456" y="2696"/>
                        <a:pt x="1420" y="2732"/>
                        <a:pt x="1420" y="2768"/>
                      </a:cubicBezTo>
                      <a:cubicBezTo>
                        <a:pt x="1420" y="2804"/>
                        <a:pt x="1456" y="2849"/>
                        <a:pt x="1492" y="2849"/>
                      </a:cubicBezTo>
                      <a:lnTo>
                        <a:pt x="1492" y="11306"/>
                      </a:lnTo>
                      <a:lnTo>
                        <a:pt x="971" y="11755"/>
                      </a:lnTo>
                      <a:lnTo>
                        <a:pt x="971" y="6327"/>
                      </a:lnTo>
                      <a:cubicBezTo>
                        <a:pt x="1007" y="6327"/>
                        <a:pt x="1043" y="6291"/>
                        <a:pt x="1043" y="6255"/>
                      </a:cubicBezTo>
                      <a:cubicBezTo>
                        <a:pt x="1043" y="6219"/>
                        <a:pt x="1007" y="6174"/>
                        <a:pt x="971" y="6174"/>
                      </a:cubicBezTo>
                      <a:cubicBezTo>
                        <a:pt x="935" y="6174"/>
                        <a:pt x="899" y="6219"/>
                        <a:pt x="899" y="6255"/>
                      </a:cubicBezTo>
                      <a:cubicBezTo>
                        <a:pt x="899" y="6291"/>
                        <a:pt x="899" y="6327"/>
                        <a:pt x="935" y="6327"/>
                      </a:cubicBezTo>
                      <a:lnTo>
                        <a:pt x="935" y="8241"/>
                      </a:lnTo>
                      <a:lnTo>
                        <a:pt x="72" y="7450"/>
                      </a:lnTo>
                      <a:lnTo>
                        <a:pt x="72" y="4377"/>
                      </a:lnTo>
                      <a:lnTo>
                        <a:pt x="971" y="3523"/>
                      </a:lnTo>
                      <a:lnTo>
                        <a:pt x="971" y="153"/>
                      </a:lnTo>
                      <a:cubicBezTo>
                        <a:pt x="1007" y="108"/>
                        <a:pt x="1043" y="108"/>
                        <a:pt x="1043" y="72"/>
                      </a:cubicBezTo>
                      <a:cubicBezTo>
                        <a:pt x="1043" y="36"/>
                        <a:pt x="1007" y="0"/>
                        <a:pt x="97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6" name="Google Shape;1006;p20"/>
                <p:cNvSpPr/>
                <p:nvPr/>
              </p:nvSpPr>
              <p:spPr>
                <a:xfrm>
                  <a:off x="3326340" y="3949869"/>
                  <a:ext cx="186225" cy="715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" h="5771" extrusionOk="0">
                      <a:moveTo>
                        <a:pt x="1429" y="0"/>
                      </a:moveTo>
                      <a:cubicBezTo>
                        <a:pt x="1393" y="0"/>
                        <a:pt x="1348" y="36"/>
                        <a:pt x="1348" y="72"/>
                      </a:cubicBezTo>
                      <a:cubicBezTo>
                        <a:pt x="1348" y="117"/>
                        <a:pt x="1348" y="117"/>
                        <a:pt x="1393" y="117"/>
                      </a:cubicBezTo>
                      <a:lnTo>
                        <a:pt x="1393" y="710"/>
                      </a:lnTo>
                      <a:lnTo>
                        <a:pt x="944" y="1124"/>
                      </a:lnTo>
                      <a:lnTo>
                        <a:pt x="944" y="4872"/>
                      </a:lnTo>
                      <a:lnTo>
                        <a:pt x="0" y="5689"/>
                      </a:lnTo>
                      <a:lnTo>
                        <a:pt x="0" y="5770"/>
                      </a:lnTo>
                      <a:lnTo>
                        <a:pt x="81" y="5770"/>
                      </a:lnTo>
                      <a:lnTo>
                        <a:pt x="81" y="5734"/>
                      </a:lnTo>
                      <a:lnTo>
                        <a:pt x="1016" y="4872"/>
                      </a:lnTo>
                      <a:lnTo>
                        <a:pt x="1016" y="1124"/>
                      </a:lnTo>
                      <a:lnTo>
                        <a:pt x="1465" y="710"/>
                      </a:lnTo>
                      <a:lnTo>
                        <a:pt x="1465" y="117"/>
                      </a:lnTo>
                      <a:cubicBezTo>
                        <a:pt x="1465" y="117"/>
                        <a:pt x="1501" y="117"/>
                        <a:pt x="1501" y="72"/>
                      </a:cubicBezTo>
                      <a:cubicBezTo>
                        <a:pt x="1501" y="36"/>
                        <a:pt x="1465" y="0"/>
                        <a:pt x="14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7" name="Google Shape;1007;p20"/>
                <p:cNvSpPr/>
                <p:nvPr/>
              </p:nvSpPr>
              <p:spPr>
                <a:xfrm>
                  <a:off x="3276126" y="3248996"/>
                  <a:ext cx="129440" cy="1416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1424" extrusionOk="0">
                      <a:moveTo>
                        <a:pt x="971" y="1"/>
                      </a:moveTo>
                      <a:cubicBezTo>
                        <a:pt x="900" y="1"/>
                        <a:pt x="855" y="36"/>
                        <a:pt x="855" y="72"/>
                      </a:cubicBezTo>
                      <a:cubicBezTo>
                        <a:pt x="855" y="108"/>
                        <a:pt x="900" y="153"/>
                        <a:pt x="936" y="153"/>
                      </a:cubicBezTo>
                      <a:lnTo>
                        <a:pt x="936" y="10300"/>
                      </a:lnTo>
                      <a:lnTo>
                        <a:pt x="1" y="11163"/>
                      </a:lnTo>
                      <a:lnTo>
                        <a:pt x="1" y="11423"/>
                      </a:lnTo>
                      <a:lnTo>
                        <a:pt x="73" y="11423"/>
                      </a:lnTo>
                      <a:lnTo>
                        <a:pt x="73" y="11163"/>
                      </a:lnTo>
                      <a:lnTo>
                        <a:pt x="971" y="10336"/>
                      </a:lnTo>
                      <a:lnTo>
                        <a:pt x="971" y="153"/>
                      </a:lnTo>
                      <a:cubicBezTo>
                        <a:pt x="1007" y="153"/>
                        <a:pt x="1043" y="108"/>
                        <a:pt x="1043" y="72"/>
                      </a:cubicBezTo>
                      <a:cubicBezTo>
                        <a:pt x="1043" y="36"/>
                        <a:pt x="1007" y="1"/>
                        <a:pt x="97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8" name="Google Shape;1008;p20"/>
                <p:cNvSpPr/>
                <p:nvPr/>
              </p:nvSpPr>
              <p:spPr>
                <a:xfrm>
                  <a:off x="2904047" y="4232921"/>
                  <a:ext cx="79226" cy="4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" h="3488" extrusionOk="0">
                      <a:moveTo>
                        <a:pt x="81" y="0"/>
                      </a:moveTo>
                      <a:cubicBezTo>
                        <a:pt x="36" y="0"/>
                        <a:pt x="0" y="0"/>
                        <a:pt x="0" y="81"/>
                      </a:cubicBezTo>
                      <a:cubicBezTo>
                        <a:pt x="0" y="81"/>
                        <a:pt x="36" y="117"/>
                        <a:pt x="81" y="117"/>
                      </a:cubicBezTo>
                      <a:lnTo>
                        <a:pt x="81" y="3002"/>
                      </a:lnTo>
                      <a:lnTo>
                        <a:pt x="566" y="3487"/>
                      </a:lnTo>
                      <a:lnTo>
                        <a:pt x="638" y="3487"/>
                      </a:lnTo>
                      <a:lnTo>
                        <a:pt x="117" y="3002"/>
                      </a:lnTo>
                      <a:lnTo>
                        <a:pt x="117" y="117"/>
                      </a:lnTo>
                      <a:cubicBezTo>
                        <a:pt x="153" y="117"/>
                        <a:pt x="189" y="81"/>
                        <a:pt x="189" y="81"/>
                      </a:cubicBezTo>
                      <a:cubicBezTo>
                        <a:pt x="189" y="0"/>
                        <a:pt x="153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9" name="Google Shape;1009;p20"/>
                <p:cNvSpPr/>
                <p:nvPr/>
              </p:nvSpPr>
              <p:spPr>
                <a:xfrm>
                  <a:off x="3549141" y="4391123"/>
                  <a:ext cx="19094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2212" extrusionOk="0">
                      <a:moveTo>
                        <a:pt x="82" y="0"/>
                      </a:moveTo>
                      <a:cubicBezTo>
                        <a:pt x="46" y="0"/>
                        <a:pt x="1" y="36"/>
                        <a:pt x="1" y="72"/>
                      </a:cubicBezTo>
                      <a:cubicBezTo>
                        <a:pt x="1" y="72"/>
                        <a:pt x="46" y="108"/>
                        <a:pt x="82" y="108"/>
                      </a:cubicBezTo>
                      <a:lnTo>
                        <a:pt x="82" y="2211"/>
                      </a:lnTo>
                      <a:lnTo>
                        <a:pt x="118" y="2211"/>
                      </a:lnTo>
                      <a:lnTo>
                        <a:pt x="118" y="108"/>
                      </a:lnTo>
                      <a:cubicBezTo>
                        <a:pt x="153" y="108"/>
                        <a:pt x="153" y="72"/>
                        <a:pt x="153" y="72"/>
                      </a:cubicBezTo>
                      <a:cubicBezTo>
                        <a:pt x="153" y="36"/>
                        <a:pt x="118" y="0"/>
                        <a:pt x="8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0" name="Google Shape;1010;p20"/>
                <p:cNvSpPr/>
                <p:nvPr/>
              </p:nvSpPr>
              <p:spPr>
                <a:xfrm>
                  <a:off x="2727988" y="3666817"/>
                  <a:ext cx="134896" cy="998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8054" extrusionOk="0">
                      <a:moveTo>
                        <a:pt x="1007" y="1"/>
                      </a:moveTo>
                      <a:cubicBezTo>
                        <a:pt x="971" y="1"/>
                        <a:pt x="935" y="37"/>
                        <a:pt x="935" y="73"/>
                      </a:cubicBezTo>
                      <a:cubicBezTo>
                        <a:pt x="935" y="109"/>
                        <a:pt x="935" y="109"/>
                        <a:pt x="971" y="154"/>
                      </a:cubicBezTo>
                      <a:lnTo>
                        <a:pt x="971" y="2023"/>
                      </a:lnTo>
                      <a:lnTo>
                        <a:pt x="0" y="2886"/>
                      </a:lnTo>
                      <a:lnTo>
                        <a:pt x="0" y="8053"/>
                      </a:lnTo>
                      <a:lnTo>
                        <a:pt x="72" y="8053"/>
                      </a:lnTo>
                      <a:lnTo>
                        <a:pt x="72" y="2922"/>
                      </a:lnTo>
                      <a:lnTo>
                        <a:pt x="1052" y="2023"/>
                      </a:lnTo>
                      <a:lnTo>
                        <a:pt x="1052" y="154"/>
                      </a:lnTo>
                      <a:cubicBezTo>
                        <a:pt x="1088" y="109"/>
                        <a:pt x="1088" y="109"/>
                        <a:pt x="1088" y="73"/>
                      </a:cubicBezTo>
                      <a:cubicBezTo>
                        <a:pt x="1088" y="37"/>
                        <a:pt x="1052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1" name="Google Shape;1011;p20"/>
                <p:cNvSpPr/>
                <p:nvPr/>
              </p:nvSpPr>
              <p:spPr>
                <a:xfrm>
                  <a:off x="842548" y="3857378"/>
                  <a:ext cx="121629" cy="807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1" h="6517" extrusionOk="0">
                      <a:moveTo>
                        <a:pt x="899" y="1"/>
                      </a:moveTo>
                      <a:cubicBezTo>
                        <a:pt x="827" y="1"/>
                        <a:pt x="827" y="36"/>
                        <a:pt x="827" y="72"/>
                      </a:cubicBezTo>
                      <a:lnTo>
                        <a:pt x="827" y="108"/>
                      </a:lnTo>
                      <a:lnTo>
                        <a:pt x="1" y="818"/>
                      </a:lnTo>
                      <a:lnTo>
                        <a:pt x="1" y="1349"/>
                      </a:lnTo>
                      <a:lnTo>
                        <a:pt x="863" y="2095"/>
                      </a:lnTo>
                      <a:lnTo>
                        <a:pt x="863" y="6516"/>
                      </a:lnTo>
                      <a:lnTo>
                        <a:pt x="899" y="6516"/>
                      </a:lnTo>
                      <a:lnTo>
                        <a:pt x="899" y="1160"/>
                      </a:lnTo>
                      <a:cubicBezTo>
                        <a:pt x="935" y="1160"/>
                        <a:pt x="980" y="1160"/>
                        <a:pt x="980" y="1124"/>
                      </a:cubicBezTo>
                      <a:cubicBezTo>
                        <a:pt x="980" y="1088"/>
                        <a:pt x="935" y="1043"/>
                        <a:pt x="899" y="1043"/>
                      </a:cubicBezTo>
                      <a:cubicBezTo>
                        <a:pt x="827" y="1043"/>
                        <a:pt x="827" y="1088"/>
                        <a:pt x="827" y="1124"/>
                      </a:cubicBezTo>
                      <a:cubicBezTo>
                        <a:pt x="827" y="1160"/>
                        <a:pt x="827" y="1160"/>
                        <a:pt x="863" y="1160"/>
                      </a:cubicBezTo>
                      <a:lnTo>
                        <a:pt x="863" y="2023"/>
                      </a:lnTo>
                      <a:lnTo>
                        <a:pt x="82" y="1313"/>
                      </a:lnTo>
                      <a:lnTo>
                        <a:pt x="82" y="863"/>
                      </a:lnTo>
                      <a:lnTo>
                        <a:pt x="863" y="144"/>
                      </a:lnTo>
                      <a:lnTo>
                        <a:pt x="899" y="144"/>
                      </a:lnTo>
                      <a:cubicBezTo>
                        <a:pt x="935" y="144"/>
                        <a:pt x="980" y="108"/>
                        <a:pt x="980" y="72"/>
                      </a:cubicBezTo>
                      <a:cubicBezTo>
                        <a:pt x="980" y="36"/>
                        <a:pt x="935" y="1"/>
                        <a:pt x="89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2" name="Google Shape;1012;p20"/>
                <p:cNvSpPr/>
                <p:nvPr/>
              </p:nvSpPr>
              <p:spPr>
                <a:xfrm>
                  <a:off x="838085" y="2640614"/>
                  <a:ext cx="362284" cy="2024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2" h="16331" extrusionOk="0">
                      <a:moveTo>
                        <a:pt x="73" y="1"/>
                      </a:moveTo>
                      <a:cubicBezTo>
                        <a:pt x="37" y="1"/>
                        <a:pt x="1" y="36"/>
                        <a:pt x="1" y="72"/>
                      </a:cubicBezTo>
                      <a:cubicBezTo>
                        <a:pt x="1" y="117"/>
                        <a:pt x="37" y="153"/>
                        <a:pt x="73" y="153"/>
                      </a:cubicBezTo>
                      <a:lnTo>
                        <a:pt x="73" y="2849"/>
                      </a:lnTo>
                      <a:lnTo>
                        <a:pt x="522" y="3263"/>
                      </a:lnTo>
                      <a:lnTo>
                        <a:pt x="522" y="4872"/>
                      </a:lnTo>
                      <a:lnTo>
                        <a:pt x="1421" y="5734"/>
                      </a:lnTo>
                      <a:lnTo>
                        <a:pt x="1421" y="16330"/>
                      </a:lnTo>
                      <a:lnTo>
                        <a:pt x="1502" y="16330"/>
                      </a:lnTo>
                      <a:lnTo>
                        <a:pt x="1502" y="8691"/>
                      </a:lnTo>
                      <a:lnTo>
                        <a:pt x="2095" y="8125"/>
                      </a:lnTo>
                      <a:lnTo>
                        <a:pt x="2095" y="6103"/>
                      </a:lnTo>
                      <a:lnTo>
                        <a:pt x="2922" y="5357"/>
                      </a:lnTo>
                      <a:lnTo>
                        <a:pt x="2922" y="4836"/>
                      </a:lnTo>
                      <a:lnTo>
                        <a:pt x="2140" y="4081"/>
                      </a:lnTo>
                      <a:cubicBezTo>
                        <a:pt x="2140" y="4045"/>
                        <a:pt x="2095" y="4009"/>
                        <a:pt x="2059" y="4009"/>
                      </a:cubicBezTo>
                      <a:cubicBezTo>
                        <a:pt x="2023" y="4009"/>
                        <a:pt x="1987" y="4045"/>
                        <a:pt x="1987" y="4081"/>
                      </a:cubicBezTo>
                      <a:cubicBezTo>
                        <a:pt x="1987" y="4117"/>
                        <a:pt x="2023" y="4162"/>
                        <a:pt x="2059" y="4162"/>
                      </a:cubicBezTo>
                      <a:lnTo>
                        <a:pt x="2095" y="4117"/>
                      </a:lnTo>
                      <a:lnTo>
                        <a:pt x="2850" y="4872"/>
                      </a:lnTo>
                      <a:lnTo>
                        <a:pt x="2850" y="5321"/>
                      </a:lnTo>
                      <a:lnTo>
                        <a:pt x="2095" y="6031"/>
                      </a:lnTo>
                      <a:lnTo>
                        <a:pt x="2095" y="5168"/>
                      </a:lnTo>
                      <a:lnTo>
                        <a:pt x="2140" y="5132"/>
                      </a:lnTo>
                      <a:cubicBezTo>
                        <a:pt x="2140" y="5096"/>
                        <a:pt x="2095" y="5060"/>
                        <a:pt x="2059" y="5060"/>
                      </a:cubicBezTo>
                      <a:cubicBezTo>
                        <a:pt x="2023" y="5060"/>
                        <a:pt x="1987" y="5096"/>
                        <a:pt x="1987" y="5132"/>
                      </a:cubicBezTo>
                      <a:cubicBezTo>
                        <a:pt x="1987" y="5132"/>
                        <a:pt x="1987" y="5168"/>
                        <a:pt x="2023" y="5168"/>
                      </a:cubicBezTo>
                      <a:lnTo>
                        <a:pt x="2023" y="8125"/>
                      </a:lnTo>
                      <a:lnTo>
                        <a:pt x="1502" y="8610"/>
                      </a:lnTo>
                      <a:lnTo>
                        <a:pt x="1502" y="5734"/>
                      </a:lnTo>
                      <a:lnTo>
                        <a:pt x="567" y="4872"/>
                      </a:lnTo>
                      <a:lnTo>
                        <a:pt x="567" y="3218"/>
                      </a:lnTo>
                      <a:lnTo>
                        <a:pt x="118" y="2814"/>
                      </a:lnTo>
                      <a:lnTo>
                        <a:pt x="118" y="153"/>
                      </a:lnTo>
                      <a:cubicBezTo>
                        <a:pt x="153" y="153"/>
                        <a:pt x="189" y="117"/>
                        <a:pt x="189" y="72"/>
                      </a:cubicBezTo>
                      <a:cubicBezTo>
                        <a:pt x="189" y="36"/>
                        <a:pt x="153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3" name="Google Shape;1013;p20"/>
                <p:cNvSpPr/>
                <p:nvPr/>
              </p:nvSpPr>
              <p:spPr>
                <a:xfrm>
                  <a:off x="713356" y="3309128"/>
                  <a:ext cx="129316" cy="1356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10939" extrusionOk="0">
                      <a:moveTo>
                        <a:pt x="935" y="1"/>
                      </a:moveTo>
                      <a:cubicBezTo>
                        <a:pt x="899" y="1"/>
                        <a:pt x="854" y="37"/>
                        <a:pt x="854" y="73"/>
                      </a:cubicBezTo>
                      <a:cubicBezTo>
                        <a:pt x="854" y="118"/>
                        <a:pt x="899" y="118"/>
                        <a:pt x="935" y="154"/>
                      </a:cubicBezTo>
                      <a:lnTo>
                        <a:pt x="935" y="3488"/>
                      </a:lnTo>
                      <a:lnTo>
                        <a:pt x="0" y="4342"/>
                      </a:lnTo>
                      <a:lnTo>
                        <a:pt x="0" y="7451"/>
                      </a:lnTo>
                      <a:lnTo>
                        <a:pt x="935" y="8314"/>
                      </a:lnTo>
                      <a:lnTo>
                        <a:pt x="935" y="10938"/>
                      </a:lnTo>
                      <a:lnTo>
                        <a:pt x="971" y="10938"/>
                      </a:lnTo>
                      <a:lnTo>
                        <a:pt x="971" y="8314"/>
                      </a:lnTo>
                      <a:lnTo>
                        <a:pt x="36" y="7451"/>
                      </a:lnTo>
                      <a:lnTo>
                        <a:pt x="36" y="4387"/>
                      </a:lnTo>
                      <a:lnTo>
                        <a:pt x="971" y="3524"/>
                      </a:lnTo>
                      <a:lnTo>
                        <a:pt x="971" y="154"/>
                      </a:lnTo>
                      <a:cubicBezTo>
                        <a:pt x="1007" y="118"/>
                        <a:pt x="1043" y="118"/>
                        <a:pt x="1043" y="73"/>
                      </a:cubicBezTo>
                      <a:cubicBezTo>
                        <a:pt x="1043" y="37"/>
                        <a:pt x="1007" y="1"/>
                        <a:pt x="93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4" name="Google Shape;1014;p20"/>
                <p:cNvSpPr/>
                <p:nvPr/>
              </p:nvSpPr>
              <p:spPr>
                <a:xfrm>
                  <a:off x="754519" y="4024507"/>
                  <a:ext cx="135020" cy="6408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5169" extrusionOk="0">
                      <a:moveTo>
                        <a:pt x="73" y="1"/>
                      </a:moveTo>
                      <a:cubicBezTo>
                        <a:pt x="37" y="1"/>
                        <a:pt x="1" y="37"/>
                        <a:pt x="1" y="73"/>
                      </a:cubicBezTo>
                      <a:cubicBezTo>
                        <a:pt x="1" y="108"/>
                        <a:pt x="37" y="144"/>
                        <a:pt x="73" y="144"/>
                      </a:cubicBezTo>
                      <a:lnTo>
                        <a:pt x="117" y="108"/>
                      </a:lnTo>
                      <a:lnTo>
                        <a:pt x="1016" y="935"/>
                      </a:lnTo>
                      <a:lnTo>
                        <a:pt x="1016" y="5168"/>
                      </a:lnTo>
                      <a:lnTo>
                        <a:pt x="1088" y="5168"/>
                      </a:lnTo>
                      <a:lnTo>
                        <a:pt x="1088" y="935"/>
                      </a:lnTo>
                      <a:lnTo>
                        <a:pt x="153" y="73"/>
                      </a:lnTo>
                      <a:cubicBezTo>
                        <a:pt x="153" y="37"/>
                        <a:pt x="153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5" name="Google Shape;1015;p20"/>
                <p:cNvSpPr/>
                <p:nvPr/>
              </p:nvSpPr>
              <p:spPr>
                <a:xfrm>
                  <a:off x="2412570" y="3253460"/>
                  <a:ext cx="189573" cy="1411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9" h="11388" extrusionOk="0">
                      <a:moveTo>
                        <a:pt x="747" y="0"/>
                      </a:moveTo>
                      <a:cubicBezTo>
                        <a:pt x="711" y="0"/>
                        <a:pt x="675" y="36"/>
                        <a:pt x="675" y="72"/>
                      </a:cubicBezTo>
                      <a:cubicBezTo>
                        <a:pt x="675" y="72"/>
                        <a:pt x="711" y="117"/>
                        <a:pt x="711" y="153"/>
                      </a:cubicBezTo>
                      <a:lnTo>
                        <a:pt x="711" y="8988"/>
                      </a:lnTo>
                      <a:lnTo>
                        <a:pt x="1421" y="9590"/>
                      </a:lnTo>
                      <a:lnTo>
                        <a:pt x="1421" y="10408"/>
                      </a:lnTo>
                      <a:lnTo>
                        <a:pt x="109" y="9248"/>
                      </a:lnTo>
                      <a:lnTo>
                        <a:pt x="109" y="5653"/>
                      </a:lnTo>
                      <a:cubicBezTo>
                        <a:pt x="145" y="5653"/>
                        <a:pt x="145" y="5617"/>
                        <a:pt x="145" y="5582"/>
                      </a:cubicBezTo>
                      <a:cubicBezTo>
                        <a:pt x="145" y="5546"/>
                        <a:pt x="109" y="5510"/>
                        <a:pt x="73" y="5510"/>
                      </a:cubicBezTo>
                      <a:cubicBezTo>
                        <a:pt x="37" y="5510"/>
                        <a:pt x="1" y="5546"/>
                        <a:pt x="1" y="5582"/>
                      </a:cubicBezTo>
                      <a:cubicBezTo>
                        <a:pt x="1" y="5617"/>
                        <a:pt x="37" y="5653"/>
                        <a:pt x="37" y="5653"/>
                      </a:cubicBezTo>
                      <a:lnTo>
                        <a:pt x="37" y="9248"/>
                      </a:lnTo>
                      <a:lnTo>
                        <a:pt x="1421" y="10489"/>
                      </a:lnTo>
                      <a:lnTo>
                        <a:pt x="1421" y="11387"/>
                      </a:lnTo>
                      <a:lnTo>
                        <a:pt x="1457" y="11387"/>
                      </a:lnTo>
                      <a:lnTo>
                        <a:pt x="1457" y="2472"/>
                      </a:lnTo>
                      <a:cubicBezTo>
                        <a:pt x="1493" y="2472"/>
                        <a:pt x="1529" y="2436"/>
                        <a:pt x="1529" y="2400"/>
                      </a:cubicBezTo>
                      <a:cubicBezTo>
                        <a:pt x="1529" y="2364"/>
                        <a:pt x="1493" y="2319"/>
                        <a:pt x="1457" y="2319"/>
                      </a:cubicBezTo>
                      <a:cubicBezTo>
                        <a:pt x="1385" y="2319"/>
                        <a:pt x="1349" y="2364"/>
                        <a:pt x="1349" y="2400"/>
                      </a:cubicBezTo>
                      <a:cubicBezTo>
                        <a:pt x="1349" y="2436"/>
                        <a:pt x="1385" y="2472"/>
                        <a:pt x="1421" y="2472"/>
                      </a:cubicBezTo>
                      <a:lnTo>
                        <a:pt x="1421" y="9509"/>
                      </a:lnTo>
                      <a:lnTo>
                        <a:pt x="783" y="8952"/>
                      </a:lnTo>
                      <a:lnTo>
                        <a:pt x="783" y="153"/>
                      </a:lnTo>
                      <a:cubicBezTo>
                        <a:pt x="819" y="117"/>
                        <a:pt x="854" y="117"/>
                        <a:pt x="854" y="72"/>
                      </a:cubicBezTo>
                      <a:cubicBezTo>
                        <a:pt x="854" y="36"/>
                        <a:pt x="819" y="0"/>
                        <a:pt x="74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6" name="Google Shape;1016;p20"/>
                <p:cNvSpPr/>
                <p:nvPr/>
              </p:nvSpPr>
              <p:spPr>
                <a:xfrm>
                  <a:off x="2667732" y="3471793"/>
                  <a:ext cx="135020" cy="11935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9627" extrusionOk="0">
                      <a:moveTo>
                        <a:pt x="1007" y="1"/>
                      </a:moveTo>
                      <a:cubicBezTo>
                        <a:pt x="971" y="1"/>
                        <a:pt x="935" y="1"/>
                        <a:pt x="935" y="73"/>
                      </a:cubicBezTo>
                      <a:cubicBezTo>
                        <a:pt x="935" y="73"/>
                        <a:pt x="935" y="109"/>
                        <a:pt x="971" y="109"/>
                      </a:cubicBezTo>
                      <a:lnTo>
                        <a:pt x="971" y="3407"/>
                      </a:lnTo>
                      <a:lnTo>
                        <a:pt x="1" y="4270"/>
                      </a:lnTo>
                      <a:lnTo>
                        <a:pt x="37" y="4306"/>
                      </a:lnTo>
                      <a:lnTo>
                        <a:pt x="1" y="4306"/>
                      </a:lnTo>
                      <a:lnTo>
                        <a:pt x="1" y="9626"/>
                      </a:lnTo>
                      <a:lnTo>
                        <a:pt x="73" y="9626"/>
                      </a:lnTo>
                      <a:lnTo>
                        <a:pt x="73" y="4306"/>
                      </a:lnTo>
                      <a:lnTo>
                        <a:pt x="1043" y="3407"/>
                      </a:lnTo>
                      <a:lnTo>
                        <a:pt x="1043" y="109"/>
                      </a:lnTo>
                      <a:cubicBezTo>
                        <a:pt x="1088" y="109"/>
                        <a:pt x="1088" y="73"/>
                        <a:pt x="1088" y="73"/>
                      </a:cubicBezTo>
                      <a:cubicBezTo>
                        <a:pt x="1088" y="1"/>
                        <a:pt x="1043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7" name="Google Shape;1017;p20"/>
                <p:cNvSpPr/>
                <p:nvPr/>
              </p:nvSpPr>
              <p:spPr>
                <a:xfrm>
                  <a:off x="4571025" y="4024507"/>
                  <a:ext cx="130432" cy="6408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2" h="5169" extrusionOk="0">
                      <a:moveTo>
                        <a:pt x="971" y="1"/>
                      </a:moveTo>
                      <a:cubicBezTo>
                        <a:pt x="935" y="1"/>
                        <a:pt x="899" y="37"/>
                        <a:pt x="899" y="73"/>
                      </a:cubicBezTo>
                      <a:lnTo>
                        <a:pt x="0" y="935"/>
                      </a:lnTo>
                      <a:lnTo>
                        <a:pt x="0" y="5168"/>
                      </a:lnTo>
                      <a:lnTo>
                        <a:pt x="36" y="5168"/>
                      </a:lnTo>
                      <a:lnTo>
                        <a:pt x="36" y="935"/>
                      </a:lnTo>
                      <a:lnTo>
                        <a:pt x="935" y="108"/>
                      </a:lnTo>
                      <a:lnTo>
                        <a:pt x="971" y="144"/>
                      </a:lnTo>
                      <a:cubicBezTo>
                        <a:pt x="1016" y="144"/>
                        <a:pt x="1052" y="108"/>
                        <a:pt x="1052" y="73"/>
                      </a:cubicBezTo>
                      <a:cubicBezTo>
                        <a:pt x="1052" y="37"/>
                        <a:pt x="1016" y="1"/>
                        <a:pt x="97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8" name="Google Shape;1018;p20"/>
                <p:cNvSpPr/>
                <p:nvPr/>
              </p:nvSpPr>
              <p:spPr>
                <a:xfrm>
                  <a:off x="1947999" y="3949869"/>
                  <a:ext cx="180522" cy="715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6" h="5771" extrusionOk="0">
                      <a:moveTo>
                        <a:pt x="72" y="0"/>
                      </a:moveTo>
                      <a:cubicBezTo>
                        <a:pt x="36" y="0"/>
                        <a:pt x="0" y="36"/>
                        <a:pt x="0" y="72"/>
                      </a:cubicBezTo>
                      <a:cubicBezTo>
                        <a:pt x="0" y="117"/>
                        <a:pt x="0" y="117"/>
                        <a:pt x="36" y="117"/>
                      </a:cubicBezTo>
                      <a:lnTo>
                        <a:pt x="36" y="710"/>
                      </a:lnTo>
                      <a:lnTo>
                        <a:pt x="485" y="1124"/>
                      </a:lnTo>
                      <a:lnTo>
                        <a:pt x="485" y="4872"/>
                      </a:lnTo>
                      <a:lnTo>
                        <a:pt x="1420" y="5734"/>
                      </a:lnTo>
                      <a:lnTo>
                        <a:pt x="1420" y="5770"/>
                      </a:lnTo>
                      <a:lnTo>
                        <a:pt x="1456" y="5770"/>
                      </a:lnTo>
                      <a:lnTo>
                        <a:pt x="1456" y="5689"/>
                      </a:lnTo>
                      <a:lnTo>
                        <a:pt x="521" y="4872"/>
                      </a:lnTo>
                      <a:lnTo>
                        <a:pt x="521" y="1124"/>
                      </a:lnTo>
                      <a:lnTo>
                        <a:pt x="72" y="710"/>
                      </a:lnTo>
                      <a:lnTo>
                        <a:pt x="72" y="117"/>
                      </a:lnTo>
                      <a:cubicBezTo>
                        <a:pt x="108" y="117"/>
                        <a:pt x="153" y="117"/>
                        <a:pt x="153" y="72"/>
                      </a:cubicBezTo>
                      <a:cubicBezTo>
                        <a:pt x="153" y="36"/>
                        <a:pt x="108" y="0"/>
                        <a:pt x="7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9" name="Google Shape;1019;p20"/>
                <p:cNvSpPr/>
                <p:nvPr/>
              </p:nvSpPr>
              <p:spPr>
                <a:xfrm>
                  <a:off x="2054874" y="3248996"/>
                  <a:ext cx="129440" cy="1416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1424" extrusionOk="0">
                      <a:moveTo>
                        <a:pt x="73" y="1"/>
                      </a:moveTo>
                      <a:cubicBezTo>
                        <a:pt x="37" y="1"/>
                        <a:pt x="1" y="36"/>
                        <a:pt x="1" y="72"/>
                      </a:cubicBezTo>
                      <a:cubicBezTo>
                        <a:pt x="1" y="108"/>
                        <a:pt x="1" y="153"/>
                        <a:pt x="37" y="153"/>
                      </a:cubicBezTo>
                      <a:lnTo>
                        <a:pt x="37" y="10336"/>
                      </a:lnTo>
                      <a:lnTo>
                        <a:pt x="971" y="11163"/>
                      </a:lnTo>
                      <a:lnTo>
                        <a:pt x="971" y="11423"/>
                      </a:lnTo>
                      <a:lnTo>
                        <a:pt x="1043" y="11423"/>
                      </a:lnTo>
                      <a:lnTo>
                        <a:pt x="1043" y="11163"/>
                      </a:lnTo>
                      <a:lnTo>
                        <a:pt x="109" y="10300"/>
                      </a:lnTo>
                      <a:lnTo>
                        <a:pt x="109" y="153"/>
                      </a:lnTo>
                      <a:cubicBezTo>
                        <a:pt x="145" y="153"/>
                        <a:pt x="145" y="108"/>
                        <a:pt x="145" y="72"/>
                      </a:cubicBezTo>
                      <a:cubicBezTo>
                        <a:pt x="145" y="36"/>
                        <a:pt x="109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0" name="Google Shape;1020;p20"/>
                <p:cNvSpPr/>
                <p:nvPr/>
              </p:nvSpPr>
              <p:spPr>
                <a:xfrm>
                  <a:off x="1947999" y="4219531"/>
                  <a:ext cx="18970" cy="44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3596" extrusionOk="0">
                      <a:moveTo>
                        <a:pt x="72" y="0"/>
                      </a:moveTo>
                      <a:cubicBezTo>
                        <a:pt x="36" y="0"/>
                        <a:pt x="0" y="36"/>
                        <a:pt x="0" y="72"/>
                      </a:cubicBezTo>
                      <a:cubicBezTo>
                        <a:pt x="0" y="108"/>
                        <a:pt x="0" y="108"/>
                        <a:pt x="36" y="144"/>
                      </a:cubicBezTo>
                      <a:lnTo>
                        <a:pt x="36" y="3595"/>
                      </a:lnTo>
                      <a:lnTo>
                        <a:pt x="72" y="3595"/>
                      </a:lnTo>
                      <a:lnTo>
                        <a:pt x="72" y="144"/>
                      </a:lnTo>
                      <a:cubicBezTo>
                        <a:pt x="108" y="108"/>
                        <a:pt x="153" y="108"/>
                        <a:pt x="153" y="72"/>
                      </a:cubicBezTo>
                      <a:cubicBezTo>
                        <a:pt x="153" y="36"/>
                        <a:pt x="108" y="0"/>
                        <a:pt x="7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1" name="Google Shape;1021;p20"/>
                <p:cNvSpPr/>
                <p:nvPr/>
              </p:nvSpPr>
              <p:spPr>
                <a:xfrm>
                  <a:off x="1887742" y="4391123"/>
                  <a:ext cx="17978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" h="2212" extrusionOk="0">
                      <a:moveTo>
                        <a:pt x="73" y="0"/>
                      </a:moveTo>
                      <a:cubicBezTo>
                        <a:pt x="37" y="0"/>
                        <a:pt x="1" y="36"/>
                        <a:pt x="1" y="72"/>
                      </a:cubicBezTo>
                      <a:cubicBezTo>
                        <a:pt x="1" y="72"/>
                        <a:pt x="37" y="108"/>
                        <a:pt x="73" y="108"/>
                      </a:cubicBezTo>
                      <a:lnTo>
                        <a:pt x="73" y="2211"/>
                      </a:lnTo>
                      <a:lnTo>
                        <a:pt x="109" y="2211"/>
                      </a:lnTo>
                      <a:lnTo>
                        <a:pt x="109" y="108"/>
                      </a:lnTo>
                      <a:cubicBezTo>
                        <a:pt x="145" y="108"/>
                        <a:pt x="145" y="72"/>
                        <a:pt x="145" y="72"/>
                      </a:cubicBezTo>
                      <a:cubicBezTo>
                        <a:pt x="145" y="36"/>
                        <a:pt x="109" y="0"/>
                        <a:pt x="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2" name="Google Shape;1022;p20"/>
                <p:cNvSpPr/>
                <p:nvPr/>
              </p:nvSpPr>
              <p:spPr>
                <a:xfrm>
                  <a:off x="1576912" y="2859071"/>
                  <a:ext cx="380014" cy="1806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5" h="14569" extrusionOk="0">
                      <a:moveTo>
                        <a:pt x="2130" y="0"/>
                      </a:moveTo>
                      <a:cubicBezTo>
                        <a:pt x="2094" y="0"/>
                        <a:pt x="2058" y="36"/>
                        <a:pt x="2058" y="72"/>
                      </a:cubicBezTo>
                      <a:cubicBezTo>
                        <a:pt x="2058" y="108"/>
                        <a:pt x="2058" y="108"/>
                        <a:pt x="2094" y="153"/>
                      </a:cubicBezTo>
                      <a:lnTo>
                        <a:pt x="2094" y="3523"/>
                      </a:lnTo>
                      <a:lnTo>
                        <a:pt x="3029" y="4377"/>
                      </a:lnTo>
                      <a:lnTo>
                        <a:pt x="3029" y="7450"/>
                      </a:lnTo>
                      <a:lnTo>
                        <a:pt x="2166" y="8241"/>
                      </a:lnTo>
                      <a:lnTo>
                        <a:pt x="2166" y="6327"/>
                      </a:lnTo>
                      <a:cubicBezTo>
                        <a:pt x="2166" y="6327"/>
                        <a:pt x="2202" y="6291"/>
                        <a:pt x="2202" y="6255"/>
                      </a:cubicBezTo>
                      <a:cubicBezTo>
                        <a:pt x="2202" y="6219"/>
                        <a:pt x="2166" y="6174"/>
                        <a:pt x="2130" y="6174"/>
                      </a:cubicBezTo>
                      <a:cubicBezTo>
                        <a:pt x="2094" y="6174"/>
                        <a:pt x="2058" y="6219"/>
                        <a:pt x="2058" y="6255"/>
                      </a:cubicBezTo>
                      <a:cubicBezTo>
                        <a:pt x="2058" y="6291"/>
                        <a:pt x="2058" y="6327"/>
                        <a:pt x="2094" y="6327"/>
                      </a:cubicBezTo>
                      <a:lnTo>
                        <a:pt x="2094" y="11755"/>
                      </a:lnTo>
                      <a:lnTo>
                        <a:pt x="1609" y="11306"/>
                      </a:lnTo>
                      <a:lnTo>
                        <a:pt x="1609" y="2849"/>
                      </a:lnTo>
                      <a:cubicBezTo>
                        <a:pt x="1645" y="2849"/>
                        <a:pt x="1645" y="2804"/>
                        <a:pt x="1645" y="2768"/>
                      </a:cubicBezTo>
                      <a:cubicBezTo>
                        <a:pt x="1645" y="2732"/>
                        <a:pt x="1609" y="2696"/>
                        <a:pt x="1573" y="2696"/>
                      </a:cubicBezTo>
                      <a:cubicBezTo>
                        <a:pt x="1528" y="2696"/>
                        <a:pt x="1492" y="2732"/>
                        <a:pt x="1492" y="2768"/>
                      </a:cubicBezTo>
                      <a:cubicBezTo>
                        <a:pt x="1492" y="2804"/>
                        <a:pt x="1528" y="2849"/>
                        <a:pt x="1573" y="2849"/>
                      </a:cubicBezTo>
                      <a:lnTo>
                        <a:pt x="1573" y="11342"/>
                      </a:lnTo>
                      <a:lnTo>
                        <a:pt x="2094" y="11836"/>
                      </a:lnTo>
                      <a:lnTo>
                        <a:pt x="2094" y="13031"/>
                      </a:lnTo>
                      <a:lnTo>
                        <a:pt x="1007" y="12016"/>
                      </a:lnTo>
                      <a:lnTo>
                        <a:pt x="1007" y="8574"/>
                      </a:lnTo>
                      <a:lnTo>
                        <a:pt x="72" y="7747"/>
                      </a:lnTo>
                      <a:lnTo>
                        <a:pt x="72" y="4646"/>
                      </a:lnTo>
                      <a:lnTo>
                        <a:pt x="1007" y="3820"/>
                      </a:lnTo>
                      <a:lnTo>
                        <a:pt x="1007" y="413"/>
                      </a:lnTo>
                      <a:cubicBezTo>
                        <a:pt x="1043" y="413"/>
                        <a:pt x="1043" y="377"/>
                        <a:pt x="1043" y="377"/>
                      </a:cubicBezTo>
                      <a:cubicBezTo>
                        <a:pt x="1043" y="333"/>
                        <a:pt x="1007" y="297"/>
                        <a:pt x="971" y="297"/>
                      </a:cubicBezTo>
                      <a:cubicBezTo>
                        <a:pt x="935" y="297"/>
                        <a:pt x="899" y="333"/>
                        <a:pt x="899" y="377"/>
                      </a:cubicBezTo>
                      <a:cubicBezTo>
                        <a:pt x="899" y="377"/>
                        <a:pt x="899" y="413"/>
                        <a:pt x="935" y="413"/>
                      </a:cubicBezTo>
                      <a:lnTo>
                        <a:pt x="935" y="3784"/>
                      </a:lnTo>
                      <a:lnTo>
                        <a:pt x="0" y="4646"/>
                      </a:lnTo>
                      <a:lnTo>
                        <a:pt x="0" y="7747"/>
                      </a:lnTo>
                      <a:lnTo>
                        <a:pt x="935" y="8610"/>
                      </a:lnTo>
                      <a:lnTo>
                        <a:pt x="935" y="12061"/>
                      </a:lnTo>
                      <a:lnTo>
                        <a:pt x="2094" y="13103"/>
                      </a:lnTo>
                      <a:lnTo>
                        <a:pt x="2094" y="14568"/>
                      </a:lnTo>
                      <a:lnTo>
                        <a:pt x="2166" y="14568"/>
                      </a:lnTo>
                      <a:lnTo>
                        <a:pt x="2166" y="8313"/>
                      </a:lnTo>
                      <a:lnTo>
                        <a:pt x="3065" y="7450"/>
                      </a:lnTo>
                      <a:lnTo>
                        <a:pt x="3065" y="4341"/>
                      </a:lnTo>
                      <a:lnTo>
                        <a:pt x="2166" y="3478"/>
                      </a:lnTo>
                      <a:lnTo>
                        <a:pt x="2166" y="153"/>
                      </a:lnTo>
                      <a:cubicBezTo>
                        <a:pt x="2166" y="108"/>
                        <a:pt x="2202" y="108"/>
                        <a:pt x="2202" y="72"/>
                      </a:cubicBezTo>
                      <a:cubicBezTo>
                        <a:pt x="2202" y="36"/>
                        <a:pt x="2166" y="0"/>
                        <a:pt x="21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3" name="Google Shape;1023;p20"/>
                <p:cNvSpPr/>
                <p:nvPr/>
              </p:nvSpPr>
              <p:spPr>
                <a:xfrm>
                  <a:off x="1075392" y="3304664"/>
                  <a:ext cx="278718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8" h="10975" extrusionOk="0">
                      <a:moveTo>
                        <a:pt x="1574" y="1"/>
                      </a:moveTo>
                      <a:cubicBezTo>
                        <a:pt x="1529" y="1"/>
                        <a:pt x="1493" y="1"/>
                        <a:pt x="1493" y="37"/>
                      </a:cubicBezTo>
                      <a:lnTo>
                        <a:pt x="1493" y="73"/>
                      </a:lnTo>
                      <a:lnTo>
                        <a:pt x="594" y="936"/>
                      </a:lnTo>
                      <a:lnTo>
                        <a:pt x="594" y="8350"/>
                      </a:lnTo>
                      <a:lnTo>
                        <a:pt x="73" y="7901"/>
                      </a:lnTo>
                      <a:lnTo>
                        <a:pt x="73" y="5133"/>
                      </a:lnTo>
                      <a:cubicBezTo>
                        <a:pt x="109" y="5133"/>
                        <a:pt x="145" y="5097"/>
                        <a:pt x="145" y="5052"/>
                      </a:cubicBezTo>
                      <a:cubicBezTo>
                        <a:pt x="145" y="5016"/>
                        <a:pt x="109" y="5016"/>
                        <a:pt x="73" y="5016"/>
                      </a:cubicBezTo>
                      <a:cubicBezTo>
                        <a:pt x="37" y="5016"/>
                        <a:pt x="1" y="5016"/>
                        <a:pt x="1" y="5052"/>
                      </a:cubicBezTo>
                      <a:cubicBezTo>
                        <a:pt x="1" y="5097"/>
                        <a:pt x="1" y="5133"/>
                        <a:pt x="37" y="5133"/>
                      </a:cubicBezTo>
                      <a:lnTo>
                        <a:pt x="37" y="7937"/>
                      </a:lnTo>
                      <a:lnTo>
                        <a:pt x="2167" y="9887"/>
                      </a:lnTo>
                      <a:lnTo>
                        <a:pt x="2167" y="10974"/>
                      </a:lnTo>
                      <a:lnTo>
                        <a:pt x="2203" y="10974"/>
                      </a:lnTo>
                      <a:lnTo>
                        <a:pt x="2203" y="7523"/>
                      </a:lnTo>
                      <a:cubicBezTo>
                        <a:pt x="2248" y="7487"/>
                        <a:pt x="2248" y="7487"/>
                        <a:pt x="2248" y="7451"/>
                      </a:cubicBezTo>
                      <a:cubicBezTo>
                        <a:pt x="2248" y="7415"/>
                        <a:pt x="2203" y="7379"/>
                        <a:pt x="2167" y="7379"/>
                      </a:cubicBezTo>
                      <a:cubicBezTo>
                        <a:pt x="2131" y="7379"/>
                        <a:pt x="2095" y="7415"/>
                        <a:pt x="2095" y="7451"/>
                      </a:cubicBezTo>
                      <a:cubicBezTo>
                        <a:pt x="2095" y="7487"/>
                        <a:pt x="2131" y="7487"/>
                        <a:pt x="2167" y="7523"/>
                      </a:cubicBezTo>
                      <a:lnTo>
                        <a:pt x="2167" y="9249"/>
                      </a:lnTo>
                      <a:lnTo>
                        <a:pt x="1044" y="8242"/>
                      </a:lnTo>
                      <a:lnTo>
                        <a:pt x="1044" y="1277"/>
                      </a:lnTo>
                      <a:cubicBezTo>
                        <a:pt x="1079" y="1277"/>
                        <a:pt x="1079" y="1232"/>
                        <a:pt x="1079" y="1232"/>
                      </a:cubicBezTo>
                      <a:cubicBezTo>
                        <a:pt x="1079" y="1196"/>
                        <a:pt x="1044" y="1160"/>
                        <a:pt x="1008" y="1160"/>
                      </a:cubicBezTo>
                      <a:cubicBezTo>
                        <a:pt x="972" y="1160"/>
                        <a:pt x="936" y="1196"/>
                        <a:pt x="936" y="1232"/>
                      </a:cubicBezTo>
                      <a:lnTo>
                        <a:pt x="972" y="1277"/>
                      </a:lnTo>
                      <a:lnTo>
                        <a:pt x="972" y="8242"/>
                      </a:lnTo>
                      <a:lnTo>
                        <a:pt x="2167" y="9321"/>
                      </a:lnTo>
                      <a:lnTo>
                        <a:pt x="2167" y="9815"/>
                      </a:lnTo>
                      <a:lnTo>
                        <a:pt x="630" y="8422"/>
                      </a:lnTo>
                      <a:lnTo>
                        <a:pt x="630" y="936"/>
                      </a:lnTo>
                      <a:lnTo>
                        <a:pt x="1529" y="109"/>
                      </a:lnTo>
                      <a:lnTo>
                        <a:pt x="1574" y="109"/>
                      </a:lnTo>
                      <a:cubicBezTo>
                        <a:pt x="1610" y="109"/>
                        <a:pt x="1646" y="109"/>
                        <a:pt x="1646" y="37"/>
                      </a:cubicBezTo>
                      <a:cubicBezTo>
                        <a:pt x="1646" y="1"/>
                        <a:pt x="1610" y="1"/>
                        <a:pt x="1574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4" name="Google Shape;1024;p20"/>
                <p:cNvSpPr/>
                <p:nvPr/>
              </p:nvSpPr>
              <p:spPr>
                <a:xfrm>
                  <a:off x="1395274" y="3930900"/>
                  <a:ext cx="19094" cy="734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5924" extrusionOk="0">
                      <a:moveTo>
                        <a:pt x="72" y="1"/>
                      </a:moveTo>
                      <a:cubicBezTo>
                        <a:pt x="36" y="1"/>
                        <a:pt x="0" y="46"/>
                        <a:pt x="0" y="82"/>
                      </a:cubicBezTo>
                      <a:cubicBezTo>
                        <a:pt x="0" y="118"/>
                        <a:pt x="0" y="153"/>
                        <a:pt x="36" y="153"/>
                      </a:cubicBezTo>
                      <a:lnTo>
                        <a:pt x="36" y="5923"/>
                      </a:lnTo>
                      <a:lnTo>
                        <a:pt x="72" y="5923"/>
                      </a:lnTo>
                      <a:lnTo>
                        <a:pt x="72" y="153"/>
                      </a:lnTo>
                      <a:cubicBezTo>
                        <a:pt x="117" y="153"/>
                        <a:pt x="153" y="118"/>
                        <a:pt x="153" y="82"/>
                      </a:cubicBezTo>
                      <a:cubicBezTo>
                        <a:pt x="153" y="46"/>
                        <a:pt x="117" y="1"/>
                        <a:pt x="7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5" name="Google Shape;1025;p20"/>
                <p:cNvSpPr/>
                <p:nvPr/>
              </p:nvSpPr>
              <p:spPr>
                <a:xfrm>
                  <a:off x="2412570" y="4543745"/>
                  <a:ext cx="17978" cy="1216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" h="981" extrusionOk="0">
                      <a:moveTo>
                        <a:pt x="73" y="1"/>
                      </a:moveTo>
                      <a:cubicBezTo>
                        <a:pt x="37" y="1"/>
                        <a:pt x="1" y="46"/>
                        <a:pt x="1" y="82"/>
                      </a:cubicBezTo>
                      <a:cubicBezTo>
                        <a:pt x="1" y="117"/>
                        <a:pt x="37" y="153"/>
                        <a:pt x="37" y="153"/>
                      </a:cubicBezTo>
                      <a:lnTo>
                        <a:pt x="37" y="980"/>
                      </a:lnTo>
                      <a:lnTo>
                        <a:pt x="109" y="980"/>
                      </a:lnTo>
                      <a:lnTo>
                        <a:pt x="109" y="153"/>
                      </a:lnTo>
                      <a:cubicBezTo>
                        <a:pt x="145" y="153"/>
                        <a:pt x="145" y="117"/>
                        <a:pt x="145" y="82"/>
                      </a:cubicBezTo>
                      <a:cubicBezTo>
                        <a:pt x="145" y="46"/>
                        <a:pt x="109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6" name="Google Shape;1026;p20"/>
                <p:cNvSpPr/>
                <p:nvPr/>
              </p:nvSpPr>
              <p:spPr>
                <a:xfrm>
                  <a:off x="2245439" y="3276892"/>
                  <a:ext cx="116050" cy="1388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6" h="11199" extrusionOk="0">
                      <a:moveTo>
                        <a:pt x="854" y="0"/>
                      </a:moveTo>
                      <a:cubicBezTo>
                        <a:pt x="818" y="0"/>
                        <a:pt x="783" y="36"/>
                        <a:pt x="783" y="72"/>
                      </a:cubicBezTo>
                      <a:lnTo>
                        <a:pt x="783" y="108"/>
                      </a:lnTo>
                      <a:lnTo>
                        <a:pt x="1" y="827"/>
                      </a:lnTo>
                      <a:lnTo>
                        <a:pt x="1" y="1348"/>
                      </a:lnTo>
                      <a:lnTo>
                        <a:pt x="854" y="2130"/>
                      </a:lnTo>
                      <a:lnTo>
                        <a:pt x="854" y="11198"/>
                      </a:lnTo>
                      <a:lnTo>
                        <a:pt x="899" y="11198"/>
                      </a:lnTo>
                      <a:lnTo>
                        <a:pt x="899" y="2094"/>
                      </a:lnTo>
                      <a:lnTo>
                        <a:pt x="73" y="1312"/>
                      </a:lnTo>
                      <a:lnTo>
                        <a:pt x="73" y="863"/>
                      </a:lnTo>
                      <a:lnTo>
                        <a:pt x="854" y="153"/>
                      </a:lnTo>
                      <a:cubicBezTo>
                        <a:pt x="899" y="153"/>
                        <a:pt x="935" y="108"/>
                        <a:pt x="935" y="72"/>
                      </a:cubicBezTo>
                      <a:cubicBezTo>
                        <a:pt x="935" y="36"/>
                        <a:pt x="899" y="0"/>
                        <a:pt x="85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7" name="Google Shape;1027;p20"/>
                <p:cNvSpPr/>
                <p:nvPr/>
              </p:nvSpPr>
              <p:spPr>
                <a:xfrm>
                  <a:off x="2156293" y="3444021"/>
                  <a:ext cx="130556" cy="1221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3" h="9851" extrusionOk="0">
                      <a:moveTo>
                        <a:pt x="82" y="0"/>
                      </a:moveTo>
                      <a:cubicBezTo>
                        <a:pt x="46" y="0"/>
                        <a:pt x="1" y="36"/>
                        <a:pt x="1" y="72"/>
                      </a:cubicBezTo>
                      <a:cubicBezTo>
                        <a:pt x="1" y="108"/>
                        <a:pt x="46" y="153"/>
                        <a:pt x="82" y="153"/>
                      </a:cubicBezTo>
                      <a:lnTo>
                        <a:pt x="117" y="153"/>
                      </a:lnTo>
                      <a:lnTo>
                        <a:pt x="1016" y="935"/>
                      </a:lnTo>
                      <a:lnTo>
                        <a:pt x="1016" y="9850"/>
                      </a:lnTo>
                      <a:lnTo>
                        <a:pt x="1052" y="9850"/>
                      </a:lnTo>
                      <a:lnTo>
                        <a:pt x="1052" y="935"/>
                      </a:lnTo>
                      <a:lnTo>
                        <a:pt x="153" y="108"/>
                      </a:lnTo>
                      <a:lnTo>
                        <a:pt x="153" y="72"/>
                      </a:lnTo>
                      <a:cubicBezTo>
                        <a:pt x="153" y="36"/>
                        <a:pt x="117" y="0"/>
                        <a:pt x="8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8" name="Google Shape;1028;p20"/>
                <p:cNvSpPr/>
                <p:nvPr/>
              </p:nvSpPr>
              <p:spPr>
                <a:xfrm>
                  <a:off x="3786572" y="3304664"/>
                  <a:ext cx="269667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5" h="10975" extrusionOk="0">
                      <a:moveTo>
                        <a:pt x="2094" y="1"/>
                      </a:moveTo>
                      <a:cubicBezTo>
                        <a:pt x="2058" y="1"/>
                        <a:pt x="2022" y="37"/>
                        <a:pt x="2022" y="73"/>
                      </a:cubicBezTo>
                      <a:cubicBezTo>
                        <a:pt x="2022" y="109"/>
                        <a:pt x="2022" y="109"/>
                        <a:pt x="2058" y="154"/>
                      </a:cubicBezTo>
                      <a:lnTo>
                        <a:pt x="2058" y="1457"/>
                      </a:lnTo>
                      <a:lnTo>
                        <a:pt x="1123" y="2320"/>
                      </a:lnTo>
                      <a:lnTo>
                        <a:pt x="1123" y="9923"/>
                      </a:lnTo>
                      <a:lnTo>
                        <a:pt x="0" y="10974"/>
                      </a:lnTo>
                      <a:lnTo>
                        <a:pt x="72" y="10974"/>
                      </a:lnTo>
                      <a:lnTo>
                        <a:pt x="1195" y="9923"/>
                      </a:lnTo>
                      <a:lnTo>
                        <a:pt x="1195" y="2320"/>
                      </a:lnTo>
                      <a:lnTo>
                        <a:pt x="2094" y="1457"/>
                      </a:lnTo>
                      <a:lnTo>
                        <a:pt x="2094" y="154"/>
                      </a:lnTo>
                      <a:cubicBezTo>
                        <a:pt x="2175" y="154"/>
                        <a:pt x="2175" y="109"/>
                        <a:pt x="2175" y="73"/>
                      </a:cubicBezTo>
                      <a:cubicBezTo>
                        <a:pt x="2175" y="37"/>
                        <a:pt x="2130" y="1"/>
                        <a:pt x="2094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9" name="Google Shape;1029;p20"/>
                <p:cNvSpPr/>
                <p:nvPr/>
              </p:nvSpPr>
              <p:spPr>
                <a:xfrm>
                  <a:off x="2106204" y="2728642"/>
                  <a:ext cx="133780" cy="1936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" h="15621" extrusionOk="0">
                      <a:moveTo>
                        <a:pt x="1007" y="1"/>
                      </a:moveTo>
                      <a:cubicBezTo>
                        <a:pt x="971" y="1"/>
                        <a:pt x="935" y="36"/>
                        <a:pt x="935" y="81"/>
                      </a:cubicBezTo>
                      <a:cubicBezTo>
                        <a:pt x="935" y="117"/>
                        <a:pt x="971" y="117"/>
                        <a:pt x="971" y="153"/>
                      </a:cubicBezTo>
                      <a:lnTo>
                        <a:pt x="971" y="3523"/>
                      </a:lnTo>
                      <a:lnTo>
                        <a:pt x="72" y="4350"/>
                      </a:lnTo>
                      <a:lnTo>
                        <a:pt x="72" y="12133"/>
                      </a:lnTo>
                      <a:lnTo>
                        <a:pt x="971" y="12996"/>
                      </a:lnTo>
                      <a:lnTo>
                        <a:pt x="971" y="15090"/>
                      </a:lnTo>
                      <a:lnTo>
                        <a:pt x="108" y="14308"/>
                      </a:lnTo>
                      <a:lnTo>
                        <a:pt x="108" y="13032"/>
                      </a:lnTo>
                      <a:cubicBezTo>
                        <a:pt x="144" y="13032"/>
                        <a:pt x="144" y="12996"/>
                        <a:pt x="144" y="12960"/>
                      </a:cubicBezTo>
                      <a:cubicBezTo>
                        <a:pt x="144" y="12924"/>
                        <a:pt x="144" y="12888"/>
                        <a:pt x="72" y="12888"/>
                      </a:cubicBezTo>
                      <a:cubicBezTo>
                        <a:pt x="36" y="12888"/>
                        <a:pt x="0" y="12924"/>
                        <a:pt x="0" y="12960"/>
                      </a:cubicBezTo>
                      <a:cubicBezTo>
                        <a:pt x="0" y="12996"/>
                        <a:pt x="36" y="13032"/>
                        <a:pt x="72" y="13032"/>
                      </a:cubicBezTo>
                      <a:lnTo>
                        <a:pt x="72" y="14308"/>
                      </a:lnTo>
                      <a:lnTo>
                        <a:pt x="971" y="15171"/>
                      </a:lnTo>
                      <a:lnTo>
                        <a:pt x="971" y="15620"/>
                      </a:lnTo>
                      <a:lnTo>
                        <a:pt x="1043" y="15620"/>
                      </a:lnTo>
                      <a:lnTo>
                        <a:pt x="1043" y="12996"/>
                      </a:lnTo>
                      <a:lnTo>
                        <a:pt x="108" y="12133"/>
                      </a:lnTo>
                      <a:lnTo>
                        <a:pt x="108" y="4386"/>
                      </a:lnTo>
                      <a:lnTo>
                        <a:pt x="1043" y="3523"/>
                      </a:lnTo>
                      <a:lnTo>
                        <a:pt x="1043" y="153"/>
                      </a:lnTo>
                      <a:cubicBezTo>
                        <a:pt x="1079" y="117"/>
                        <a:pt x="1079" y="117"/>
                        <a:pt x="1079" y="81"/>
                      </a:cubicBezTo>
                      <a:cubicBezTo>
                        <a:pt x="1079" y="36"/>
                        <a:pt x="1043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0" name="Google Shape;1030;p20"/>
                <p:cNvSpPr/>
                <p:nvPr/>
              </p:nvSpPr>
              <p:spPr>
                <a:xfrm>
                  <a:off x="4260071" y="2640614"/>
                  <a:ext cx="357821" cy="2024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6" h="16331" extrusionOk="0">
                      <a:moveTo>
                        <a:pt x="2805" y="1"/>
                      </a:moveTo>
                      <a:cubicBezTo>
                        <a:pt x="2769" y="1"/>
                        <a:pt x="2733" y="36"/>
                        <a:pt x="2733" y="72"/>
                      </a:cubicBezTo>
                      <a:cubicBezTo>
                        <a:pt x="2733" y="117"/>
                        <a:pt x="2769" y="153"/>
                        <a:pt x="2769" y="153"/>
                      </a:cubicBezTo>
                      <a:lnTo>
                        <a:pt x="2769" y="2814"/>
                      </a:lnTo>
                      <a:lnTo>
                        <a:pt x="2319" y="3218"/>
                      </a:lnTo>
                      <a:lnTo>
                        <a:pt x="2319" y="4872"/>
                      </a:lnTo>
                      <a:lnTo>
                        <a:pt x="1421" y="5734"/>
                      </a:lnTo>
                      <a:lnTo>
                        <a:pt x="1421" y="8610"/>
                      </a:lnTo>
                      <a:lnTo>
                        <a:pt x="899" y="8125"/>
                      </a:lnTo>
                      <a:lnTo>
                        <a:pt x="899" y="5168"/>
                      </a:lnTo>
                      <a:lnTo>
                        <a:pt x="935" y="5132"/>
                      </a:lnTo>
                      <a:cubicBezTo>
                        <a:pt x="935" y="5096"/>
                        <a:pt x="899" y="5060"/>
                        <a:pt x="863" y="5060"/>
                      </a:cubicBezTo>
                      <a:cubicBezTo>
                        <a:pt x="827" y="5060"/>
                        <a:pt x="782" y="5096"/>
                        <a:pt x="782" y="5132"/>
                      </a:cubicBezTo>
                      <a:cubicBezTo>
                        <a:pt x="782" y="5132"/>
                        <a:pt x="782" y="5168"/>
                        <a:pt x="827" y="5168"/>
                      </a:cubicBezTo>
                      <a:lnTo>
                        <a:pt x="827" y="6031"/>
                      </a:lnTo>
                      <a:lnTo>
                        <a:pt x="37" y="5321"/>
                      </a:lnTo>
                      <a:lnTo>
                        <a:pt x="37" y="4872"/>
                      </a:lnTo>
                      <a:lnTo>
                        <a:pt x="827" y="4117"/>
                      </a:lnTo>
                      <a:lnTo>
                        <a:pt x="863" y="4162"/>
                      </a:lnTo>
                      <a:cubicBezTo>
                        <a:pt x="899" y="4162"/>
                        <a:pt x="935" y="4117"/>
                        <a:pt x="935" y="4081"/>
                      </a:cubicBezTo>
                      <a:cubicBezTo>
                        <a:pt x="935" y="4045"/>
                        <a:pt x="899" y="4009"/>
                        <a:pt x="863" y="4009"/>
                      </a:cubicBezTo>
                      <a:cubicBezTo>
                        <a:pt x="827" y="4009"/>
                        <a:pt x="782" y="4045"/>
                        <a:pt x="782" y="4081"/>
                      </a:cubicBezTo>
                      <a:lnTo>
                        <a:pt x="1" y="4836"/>
                      </a:lnTo>
                      <a:lnTo>
                        <a:pt x="1" y="5357"/>
                      </a:lnTo>
                      <a:lnTo>
                        <a:pt x="827" y="6103"/>
                      </a:lnTo>
                      <a:lnTo>
                        <a:pt x="827" y="8125"/>
                      </a:lnTo>
                      <a:lnTo>
                        <a:pt x="1421" y="8691"/>
                      </a:lnTo>
                      <a:lnTo>
                        <a:pt x="1421" y="16330"/>
                      </a:lnTo>
                      <a:lnTo>
                        <a:pt x="1457" y="16330"/>
                      </a:lnTo>
                      <a:lnTo>
                        <a:pt x="1457" y="5734"/>
                      </a:lnTo>
                      <a:lnTo>
                        <a:pt x="2400" y="4872"/>
                      </a:lnTo>
                      <a:lnTo>
                        <a:pt x="2400" y="3263"/>
                      </a:lnTo>
                      <a:lnTo>
                        <a:pt x="2850" y="2849"/>
                      </a:lnTo>
                      <a:lnTo>
                        <a:pt x="2850" y="153"/>
                      </a:lnTo>
                      <a:cubicBezTo>
                        <a:pt x="2886" y="153"/>
                        <a:pt x="2886" y="117"/>
                        <a:pt x="2886" y="72"/>
                      </a:cubicBezTo>
                      <a:cubicBezTo>
                        <a:pt x="2886" y="36"/>
                        <a:pt x="2850" y="1"/>
                        <a:pt x="280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1" name="Google Shape;1031;p20"/>
                <p:cNvSpPr/>
                <p:nvPr/>
              </p:nvSpPr>
              <p:spPr>
                <a:xfrm>
                  <a:off x="4496262" y="3857378"/>
                  <a:ext cx="117166" cy="807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5" h="6517" extrusionOk="0">
                      <a:moveTo>
                        <a:pt x="82" y="1"/>
                      </a:moveTo>
                      <a:cubicBezTo>
                        <a:pt x="46" y="1"/>
                        <a:pt x="1" y="36"/>
                        <a:pt x="1" y="72"/>
                      </a:cubicBezTo>
                      <a:cubicBezTo>
                        <a:pt x="1" y="108"/>
                        <a:pt x="46" y="144"/>
                        <a:pt x="82" y="144"/>
                      </a:cubicBezTo>
                      <a:lnTo>
                        <a:pt x="118" y="144"/>
                      </a:lnTo>
                      <a:lnTo>
                        <a:pt x="900" y="863"/>
                      </a:lnTo>
                      <a:lnTo>
                        <a:pt x="900" y="1313"/>
                      </a:lnTo>
                      <a:lnTo>
                        <a:pt x="118" y="2023"/>
                      </a:lnTo>
                      <a:lnTo>
                        <a:pt x="118" y="1160"/>
                      </a:lnTo>
                      <a:cubicBezTo>
                        <a:pt x="154" y="1160"/>
                        <a:pt x="154" y="1160"/>
                        <a:pt x="154" y="1124"/>
                      </a:cubicBezTo>
                      <a:cubicBezTo>
                        <a:pt x="154" y="1088"/>
                        <a:pt x="118" y="1043"/>
                        <a:pt x="82" y="1043"/>
                      </a:cubicBezTo>
                      <a:cubicBezTo>
                        <a:pt x="46" y="1043"/>
                        <a:pt x="1" y="1088"/>
                        <a:pt x="1" y="1124"/>
                      </a:cubicBezTo>
                      <a:cubicBezTo>
                        <a:pt x="1" y="1160"/>
                        <a:pt x="1" y="1160"/>
                        <a:pt x="46" y="1160"/>
                      </a:cubicBezTo>
                      <a:lnTo>
                        <a:pt x="46" y="6516"/>
                      </a:lnTo>
                      <a:lnTo>
                        <a:pt x="118" y="6516"/>
                      </a:lnTo>
                      <a:lnTo>
                        <a:pt x="118" y="2095"/>
                      </a:lnTo>
                      <a:lnTo>
                        <a:pt x="945" y="1349"/>
                      </a:lnTo>
                      <a:lnTo>
                        <a:pt x="945" y="818"/>
                      </a:lnTo>
                      <a:lnTo>
                        <a:pt x="154" y="108"/>
                      </a:lnTo>
                      <a:lnTo>
                        <a:pt x="154" y="72"/>
                      </a:lnTo>
                      <a:cubicBezTo>
                        <a:pt x="154" y="36"/>
                        <a:pt x="118" y="1"/>
                        <a:pt x="8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2" name="Google Shape;1032;p20"/>
                <p:cNvSpPr/>
                <p:nvPr/>
              </p:nvSpPr>
              <p:spPr>
                <a:xfrm>
                  <a:off x="3214877" y="2728642"/>
                  <a:ext cx="134896" cy="1936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15621" extrusionOk="0">
                      <a:moveTo>
                        <a:pt x="81" y="1"/>
                      </a:moveTo>
                      <a:cubicBezTo>
                        <a:pt x="45" y="1"/>
                        <a:pt x="1" y="36"/>
                        <a:pt x="1" y="81"/>
                      </a:cubicBezTo>
                      <a:cubicBezTo>
                        <a:pt x="1" y="117"/>
                        <a:pt x="45" y="117"/>
                        <a:pt x="81" y="153"/>
                      </a:cubicBezTo>
                      <a:lnTo>
                        <a:pt x="81" y="3523"/>
                      </a:lnTo>
                      <a:lnTo>
                        <a:pt x="980" y="4386"/>
                      </a:lnTo>
                      <a:lnTo>
                        <a:pt x="980" y="12133"/>
                      </a:lnTo>
                      <a:lnTo>
                        <a:pt x="81" y="12996"/>
                      </a:lnTo>
                      <a:lnTo>
                        <a:pt x="81" y="15620"/>
                      </a:lnTo>
                      <a:lnTo>
                        <a:pt x="117" y="15620"/>
                      </a:lnTo>
                      <a:lnTo>
                        <a:pt x="117" y="15171"/>
                      </a:lnTo>
                      <a:lnTo>
                        <a:pt x="1052" y="14308"/>
                      </a:lnTo>
                      <a:lnTo>
                        <a:pt x="1052" y="13032"/>
                      </a:lnTo>
                      <a:cubicBezTo>
                        <a:pt x="1088" y="13032"/>
                        <a:pt x="1088" y="12996"/>
                        <a:pt x="1088" y="12960"/>
                      </a:cubicBezTo>
                      <a:cubicBezTo>
                        <a:pt x="1088" y="12924"/>
                        <a:pt x="1052" y="12888"/>
                        <a:pt x="1016" y="12888"/>
                      </a:cubicBezTo>
                      <a:cubicBezTo>
                        <a:pt x="980" y="12888"/>
                        <a:pt x="944" y="12924"/>
                        <a:pt x="944" y="12960"/>
                      </a:cubicBezTo>
                      <a:cubicBezTo>
                        <a:pt x="944" y="12996"/>
                        <a:pt x="980" y="13032"/>
                        <a:pt x="980" y="13032"/>
                      </a:cubicBezTo>
                      <a:lnTo>
                        <a:pt x="980" y="14308"/>
                      </a:lnTo>
                      <a:lnTo>
                        <a:pt x="117" y="15090"/>
                      </a:lnTo>
                      <a:lnTo>
                        <a:pt x="117" y="12996"/>
                      </a:lnTo>
                      <a:lnTo>
                        <a:pt x="1052" y="12133"/>
                      </a:lnTo>
                      <a:lnTo>
                        <a:pt x="1052" y="4350"/>
                      </a:lnTo>
                      <a:lnTo>
                        <a:pt x="117" y="3523"/>
                      </a:lnTo>
                      <a:lnTo>
                        <a:pt x="117" y="153"/>
                      </a:lnTo>
                      <a:cubicBezTo>
                        <a:pt x="153" y="117"/>
                        <a:pt x="189" y="117"/>
                        <a:pt x="189" y="81"/>
                      </a:cubicBezTo>
                      <a:cubicBezTo>
                        <a:pt x="189" y="36"/>
                        <a:pt x="153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3" name="Google Shape;1033;p20"/>
                <p:cNvSpPr/>
                <p:nvPr/>
              </p:nvSpPr>
              <p:spPr>
                <a:xfrm>
                  <a:off x="1399737" y="3304664"/>
                  <a:ext cx="274255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2" h="10975" extrusionOk="0">
                      <a:moveTo>
                        <a:pt x="81" y="1"/>
                      </a:moveTo>
                      <a:cubicBezTo>
                        <a:pt x="36" y="1"/>
                        <a:pt x="0" y="37"/>
                        <a:pt x="0" y="73"/>
                      </a:cubicBezTo>
                      <a:cubicBezTo>
                        <a:pt x="0" y="109"/>
                        <a:pt x="36" y="154"/>
                        <a:pt x="81" y="154"/>
                      </a:cubicBezTo>
                      <a:lnTo>
                        <a:pt x="81" y="1457"/>
                      </a:lnTo>
                      <a:lnTo>
                        <a:pt x="1016" y="2320"/>
                      </a:lnTo>
                      <a:lnTo>
                        <a:pt x="1016" y="9923"/>
                      </a:lnTo>
                      <a:lnTo>
                        <a:pt x="2139" y="10974"/>
                      </a:lnTo>
                      <a:lnTo>
                        <a:pt x="2211" y="10974"/>
                      </a:lnTo>
                      <a:lnTo>
                        <a:pt x="1052" y="9923"/>
                      </a:lnTo>
                      <a:lnTo>
                        <a:pt x="1052" y="2320"/>
                      </a:lnTo>
                      <a:lnTo>
                        <a:pt x="153" y="1457"/>
                      </a:lnTo>
                      <a:lnTo>
                        <a:pt x="153" y="154"/>
                      </a:lnTo>
                      <a:lnTo>
                        <a:pt x="153" y="73"/>
                      </a:lnTo>
                      <a:cubicBezTo>
                        <a:pt x="153" y="37"/>
                        <a:pt x="153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4" name="Google Shape;1034;p20"/>
                <p:cNvSpPr/>
                <p:nvPr/>
              </p:nvSpPr>
              <p:spPr>
                <a:xfrm>
                  <a:off x="4101866" y="3304664"/>
                  <a:ext cx="283182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4" h="10975" extrusionOk="0">
                      <a:moveTo>
                        <a:pt x="710" y="1"/>
                      </a:moveTo>
                      <a:cubicBezTo>
                        <a:pt x="638" y="1"/>
                        <a:pt x="638" y="1"/>
                        <a:pt x="638" y="37"/>
                      </a:cubicBezTo>
                      <a:cubicBezTo>
                        <a:pt x="638" y="109"/>
                        <a:pt x="638" y="109"/>
                        <a:pt x="710" y="109"/>
                      </a:cubicBezTo>
                      <a:lnTo>
                        <a:pt x="755" y="109"/>
                      </a:lnTo>
                      <a:lnTo>
                        <a:pt x="1609" y="936"/>
                      </a:lnTo>
                      <a:lnTo>
                        <a:pt x="1609" y="8422"/>
                      </a:lnTo>
                      <a:lnTo>
                        <a:pt x="117" y="9815"/>
                      </a:lnTo>
                      <a:lnTo>
                        <a:pt x="117" y="9321"/>
                      </a:lnTo>
                      <a:lnTo>
                        <a:pt x="1277" y="8242"/>
                      </a:lnTo>
                      <a:lnTo>
                        <a:pt x="1277" y="1277"/>
                      </a:lnTo>
                      <a:cubicBezTo>
                        <a:pt x="1313" y="1277"/>
                        <a:pt x="1348" y="1232"/>
                        <a:pt x="1348" y="1232"/>
                      </a:cubicBezTo>
                      <a:cubicBezTo>
                        <a:pt x="1348" y="1196"/>
                        <a:pt x="1313" y="1160"/>
                        <a:pt x="1277" y="1160"/>
                      </a:cubicBezTo>
                      <a:cubicBezTo>
                        <a:pt x="1205" y="1160"/>
                        <a:pt x="1160" y="1196"/>
                        <a:pt x="1160" y="1232"/>
                      </a:cubicBezTo>
                      <a:cubicBezTo>
                        <a:pt x="1160" y="1232"/>
                        <a:pt x="1205" y="1277"/>
                        <a:pt x="1241" y="1277"/>
                      </a:cubicBezTo>
                      <a:lnTo>
                        <a:pt x="1241" y="8242"/>
                      </a:lnTo>
                      <a:lnTo>
                        <a:pt x="117" y="9249"/>
                      </a:lnTo>
                      <a:lnTo>
                        <a:pt x="117" y="7523"/>
                      </a:lnTo>
                      <a:cubicBezTo>
                        <a:pt x="153" y="7487"/>
                        <a:pt x="153" y="7487"/>
                        <a:pt x="153" y="7451"/>
                      </a:cubicBezTo>
                      <a:cubicBezTo>
                        <a:pt x="153" y="7415"/>
                        <a:pt x="153" y="7379"/>
                        <a:pt x="81" y="7379"/>
                      </a:cubicBezTo>
                      <a:cubicBezTo>
                        <a:pt x="36" y="7379"/>
                        <a:pt x="0" y="7415"/>
                        <a:pt x="0" y="7451"/>
                      </a:cubicBezTo>
                      <a:cubicBezTo>
                        <a:pt x="0" y="7487"/>
                        <a:pt x="36" y="7487"/>
                        <a:pt x="81" y="7523"/>
                      </a:cubicBezTo>
                      <a:lnTo>
                        <a:pt x="81" y="10974"/>
                      </a:lnTo>
                      <a:lnTo>
                        <a:pt x="117" y="10974"/>
                      </a:lnTo>
                      <a:lnTo>
                        <a:pt x="117" y="9887"/>
                      </a:lnTo>
                      <a:lnTo>
                        <a:pt x="2247" y="7937"/>
                      </a:lnTo>
                      <a:lnTo>
                        <a:pt x="2247" y="5133"/>
                      </a:lnTo>
                      <a:cubicBezTo>
                        <a:pt x="2247" y="5133"/>
                        <a:pt x="2283" y="5097"/>
                        <a:pt x="2283" y="5052"/>
                      </a:cubicBezTo>
                      <a:cubicBezTo>
                        <a:pt x="2283" y="5016"/>
                        <a:pt x="2247" y="5016"/>
                        <a:pt x="2211" y="5016"/>
                      </a:cubicBezTo>
                      <a:cubicBezTo>
                        <a:pt x="2175" y="5016"/>
                        <a:pt x="2139" y="5016"/>
                        <a:pt x="2139" y="5052"/>
                      </a:cubicBezTo>
                      <a:cubicBezTo>
                        <a:pt x="2139" y="5097"/>
                        <a:pt x="2139" y="5133"/>
                        <a:pt x="2175" y="5133"/>
                      </a:cubicBezTo>
                      <a:lnTo>
                        <a:pt x="2175" y="7901"/>
                      </a:lnTo>
                      <a:lnTo>
                        <a:pt x="1690" y="8350"/>
                      </a:lnTo>
                      <a:lnTo>
                        <a:pt x="1690" y="936"/>
                      </a:lnTo>
                      <a:lnTo>
                        <a:pt x="791" y="73"/>
                      </a:lnTo>
                      <a:lnTo>
                        <a:pt x="791" y="37"/>
                      </a:lnTo>
                      <a:cubicBezTo>
                        <a:pt x="791" y="1"/>
                        <a:pt x="755" y="1"/>
                        <a:pt x="71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5" name="Google Shape;1035;p20"/>
                <p:cNvSpPr/>
                <p:nvPr/>
              </p:nvSpPr>
              <p:spPr>
                <a:xfrm>
                  <a:off x="4046197" y="3930900"/>
                  <a:ext cx="18970" cy="734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5924" extrusionOk="0">
                      <a:moveTo>
                        <a:pt x="81" y="1"/>
                      </a:moveTo>
                      <a:cubicBezTo>
                        <a:pt x="36" y="1"/>
                        <a:pt x="0" y="46"/>
                        <a:pt x="0" y="82"/>
                      </a:cubicBezTo>
                      <a:cubicBezTo>
                        <a:pt x="0" y="118"/>
                        <a:pt x="0" y="153"/>
                        <a:pt x="36" y="153"/>
                      </a:cubicBezTo>
                      <a:lnTo>
                        <a:pt x="36" y="5923"/>
                      </a:lnTo>
                      <a:lnTo>
                        <a:pt x="117" y="5923"/>
                      </a:lnTo>
                      <a:lnTo>
                        <a:pt x="117" y="153"/>
                      </a:lnTo>
                      <a:cubicBezTo>
                        <a:pt x="117" y="153"/>
                        <a:pt x="153" y="118"/>
                        <a:pt x="153" y="82"/>
                      </a:cubicBezTo>
                      <a:cubicBezTo>
                        <a:pt x="153" y="46"/>
                        <a:pt x="117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6" name="Google Shape;1036;p20"/>
                <p:cNvSpPr/>
                <p:nvPr/>
              </p:nvSpPr>
              <p:spPr>
                <a:xfrm>
                  <a:off x="2788121" y="3109764"/>
                  <a:ext cx="134896" cy="15556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12547" extrusionOk="0">
                      <a:moveTo>
                        <a:pt x="1016" y="0"/>
                      </a:moveTo>
                      <a:cubicBezTo>
                        <a:pt x="971" y="0"/>
                        <a:pt x="935" y="36"/>
                        <a:pt x="935" y="72"/>
                      </a:cubicBezTo>
                      <a:cubicBezTo>
                        <a:pt x="935" y="108"/>
                        <a:pt x="935" y="153"/>
                        <a:pt x="971" y="153"/>
                      </a:cubicBezTo>
                      <a:lnTo>
                        <a:pt x="971" y="6669"/>
                      </a:lnTo>
                      <a:lnTo>
                        <a:pt x="0" y="7567"/>
                      </a:lnTo>
                      <a:lnTo>
                        <a:pt x="0" y="12546"/>
                      </a:lnTo>
                      <a:lnTo>
                        <a:pt x="72" y="12546"/>
                      </a:lnTo>
                      <a:lnTo>
                        <a:pt x="72" y="7603"/>
                      </a:lnTo>
                      <a:lnTo>
                        <a:pt x="1052" y="6705"/>
                      </a:lnTo>
                      <a:lnTo>
                        <a:pt x="1052" y="153"/>
                      </a:lnTo>
                      <a:cubicBezTo>
                        <a:pt x="1088" y="153"/>
                        <a:pt x="1088" y="108"/>
                        <a:pt x="1088" y="72"/>
                      </a:cubicBezTo>
                      <a:cubicBezTo>
                        <a:pt x="1088" y="36"/>
                        <a:pt x="1052" y="0"/>
                        <a:pt x="101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7" name="Google Shape;1037;p20"/>
                <p:cNvSpPr/>
                <p:nvPr/>
              </p:nvSpPr>
              <p:spPr>
                <a:xfrm>
                  <a:off x="1348407" y="2812206"/>
                  <a:ext cx="269791" cy="1853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" h="14947" extrusionOk="0">
                      <a:moveTo>
                        <a:pt x="82" y="1"/>
                      </a:moveTo>
                      <a:cubicBezTo>
                        <a:pt x="46" y="1"/>
                        <a:pt x="1" y="37"/>
                        <a:pt x="1" y="81"/>
                      </a:cubicBezTo>
                      <a:cubicBezTo>
                        <a:pt x="1" y="117"/>
                        <a:pt x="1" y="153"/>
                        <a:pt x="46" y="153"/>
                      </a:cubicBezTo>
                      <a:lnTo>
                        <a:pt x="46" y="5653"/>
                      </a:lnTo>
                      <a:lnTo>
                        <a:pt x="980" y="6480"/>
                      </a:lnTo>
                      <a:lnTo>
                        <a:pt x="980" y="13895"/>
                      </a:lnTo>
                      <a:lnTo>
                        <a:pt x="2104" y="14946"/>
                      </a:lnTo>
                      <a:lnTo>
                        <a:pt x="2176" y="14946"/>
                      </a:lnTo>
                      <a:lnTo>
                        <a:pt x="1052" y="13859"/>
                      </a:lnTo>
                      <a:lnTo>
                        <a:pt x="1052" y="6480"/>
                      </a:lnTo>
                      <a:lnTo>
                        <a:pt x="118" y="5618"/>
                      </a:lnTo>
                      <a:lnTo>
                        <a:pt x="118" y="153"/>
                      </a:lnTo>
                      <a:cubicBezTo>
                        <a:pt x="154" y="153"/>
                        <a:pt x="154" y="117"/>
                        <a:pt x="154" y="81"/>
                      </a:cubicBezTo>
                      <a:cubicBezTo>
                        <a:pt x="154" y="37"/>
                        <a:pt x="118" y="1"/>
                        <a:pt x="8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8" name="Google Shape;1038;p20"/>
                <p:cNvSpPr/>
                <p:nvPr/>
              </p:nvSpPr>
              <p:spPr>
                <a:xfrm>
                  <a:off x="4617768" y="3309128"/>
                  <a:ext cx="129440" cy="1356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0939" extrusionOk="0">
                      <a:moveTo>
                        <a:pt x="72" y="1"/>
                      </a:moveTo>
                      <a:cubicBezTo>
                        <a:pt x="36" y="1"/>
                        <a:pt x="1" y="37"/>
                        <a:pt x="1" y="73"/>
                      </a:cubicBezTo>
                      <a:cubicBezTo>
                        <a:pt x="1" y="118"/>
                        <a:pt x="36" y="118"/>
                        <a:pt x="36" y="154"/>
                      </a:cubicBezTo>
                      <a:lnTo>
                        <a:pt x="36" y="3524"/>
                      </a:lnTo>
                      <a:lnTo>
                        <a:pt x="971" y="4387"/>
                      </a:lnTo>
                      <a:lnTo>
                        <a:pt x="971" y="7451"/>
                      </a:lnTo>
                      <a:lnTo>
                        <a:pt x="36" y="8314"/>
                      </a:lnTo>
                      <a:lnTo>
                        <a:pt x="36" y="10938"/>
                      </a:lnTo>
                      <a:lnTo>
                        <a:pt x="108" y="10938"/>
                      </a:lnTo>
                      <a:lnTo>
                        <a:pt x="108" y="8314"/>
                      </a:lnTo>
                      <a:lnTo>
                        <a:pt x="1043" y="7451"/>
                      </a:lnTo>
                      <a:lnTo>
                        <a:pt x="1043" y="4342"/>
                      </a:lnTo>
                      <a:lnTo>
                        <a:pt x="108" y="3488"/>
                      </a:lnTo>
                      <a:lnTo>
                        <a:pt x="108" y="154"/>
                      </a:lnTo>
                      <a:cubicBezTo>
                        <a:pt x="144" y="118"/>
                        <a:pt x="144" y="118"/>
                        <a:pt x="144" y="73"/>
                      </a:cubicBezTo>
                      <a:cubicBezTo>
                        <a:pt x="144" y="37"/>
                        <a:pt x="108" y="1"/>
                        <a:pt x="7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9" name="Google Shape;1039;p20"/>
                <p:cNvSpPr/>
                <p:nvPr/>
              </p:nvSpPr>
              <p:spPr>
                <a:xfrm>
                  <a:off x="5323862" y="3444021"/>
                  <a:ext cx="134896" cy="1221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9851" extrusionOk="0">
                      <a:moveTo>
                        <a:pt x="1007" y="0"/>
                      </a:moveTo>
                      <a:cubicBezTo>
                        <a:pt x="935" y="0"/>
                        <a:pt x="899" y="36"/>
                        <a:pt x="899" y="72"/>
                      </a:cubicBezTo>
                      <a:lnTo>
                        <a:pt x="935" y="108"/>
                      </a:lnTo>
                      <a:lnTo>
                        <a:pt x="0" y="935"/>
                      </a:lnTo>
                      <a:lnTo>
                        <a:pt x="0" y="9850"/>
                      </a:lnTo>
                      <a:lnTo>
                        <a:pt x="72" y="9850"/>
                      </a:lnTo>
                      <a:lnTo>
                        <a:pt x="72" y="935"/>
                      </a:lnTo>
                      <a:lnTo>
                        <a:pt x="971" y="153"/>
                      </a:lnTo>
                      <a:lnTo>
                        <a:pt x="1007" y="153"/>
                      </a:lnTo>
                      <a:cubicBezTo>
                        <a:pt x="1043" y="153"/>
                        <a:pt x="1088" y="108"/>
                        <a:pt x="1088" y="72"/>
                      </a:cubicBezTo>
                      <a:cubicBezTo>
                        <a:pt x="1088" y="36"/>
                        <a:pt x="1043" y="0"/>
                        <a:pt x="100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0" name="Google Shape;1040;p20"/>
                <p:cNvSpPr/>
                <p:nvPr/>
              </p:nvSpPr>
              <p:spPr>
                <a:xfrm>
                  <a:off x="5249099" y="3276892"/>
                  <a:ext cx="116050" cy="1388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6" h="11199" extrusionOk="0">
                      <a:moveTo>
                        <a:pt x="73" y="0"/>
                      </a:moveTo>
                      <a:cubicBezTo>
                        <a:pt x="37" y="0"/>
                        <a:pt x="1" y="36"/>
                        <a:pt x="1" y="72"/>
                      </a:cubicBezTo>
                      <a:cubicBezTo>
                        <a:pt x="1" y="108"/>
                        <a:pt x="37" y="153"/>
                        <a:pt x="73" y="153"/>
                      </a:cubicBezTo>
                      <a:lnTo>
                        <a:pt x="118" y="153"/>
                      </a:lnTo>
                      <a:lnTo>
                        <a:pt x="900" y="863"/>
                      </a:lnTo>
                      <a:lnTo>
                        <a:pt x="900" y="1312"/>
                      </a:lnTo>
                      <a:lnTo>
                        <a:pt x="73" y="2094"/>
                      </a:lnTo>
                      <a:lnTo>
                        <a:pt x="73" y="11198"/>
                      </a:lnTo>
                      <a:lnTo>
                        <a:pt x="118" y="11198"/>
                      </a:lnTo>
                      <a:lnTo>
                        <a:pt x="118" y="2130"/>
                      </a:lnTo>
                      <a:lnTo>
                        <a:pt x="936" y="1348"/>
                      </a:lnTo>
                      <a:lnTo>
                        <a:pt x="936" y="827"/>
                      </a:lnTo>
                      <a:lnTo>
                        <a:pt x="154" y="108"/>
                      </a:lnTo>
                      <a:lnTo>
                        <a:pt x="154" y="72"/>
                      </a:lnTo>
                      <a:cubicBezTo>
                        <a:pt x="154" y="36"/>
                        <a:pt x="118" y="0"/>
                        <a:pt x="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1" name="Google Shape;1041;p20"/>
                <p:cNvSpPr/>
                <p:nvPr/>
              </p:nvSpPr>
              <p:spPr>
                <a:xfrm>
                  <a:off x="5002865" y="3230027"/>
                  <a:ext cx="135020" cy="1435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11577" extrusionOk="0">
                      <a:moveTo>
                        <a:pt x="1016" y="1"/>
                      </a:moveTo>
                      <a:cubicBezTo>
                        <a:pt x="980" y="1"/>
                        <a:pt x="935" y="37"/>
                        <a:pt x="935" y="82"/>
                      </a:cubicBezTo>
                      <a:cubicBezTo>
                        <a:pt x="935" y="118"/>
                        <a:pt x="935" y="154"/>
                        <a:pt x="980" y="154"/>
                      </a:cubicBezTo>
                      <a:lnTo>
                        <a:pt x="980" y="5878"/>
                      </a:lnTo>
                      <a:lnTo>
                        <a:pt x="1" y="6777"/>
                      </a:lnTo>
                      <a:lnTo>
                        <a:pt x="1" y="11576"/>
                      </a:lnTo>
                      <a:lnTo>
                        <a:pt x="82" y="11576"/>
                      </a:lnTo>
                      <a:lnTo>
                        <a:pt x="82" y="6822"/>
                      </a:lnTo>
                      <a:lnTo>
                        <a:pt x="1052" y="5923"/>
                      </a:lnTo>
                      <a:lnTo>
                        <a:pt x="1052" y="154"/>
                      </a:lnTo>
                      <a:cubicBezTo>
                        <a:pt x="1088" y="154"/>
                        <a:pt x="1088" y="118"/>
                        <a:pt x="1088" y="82"/>
                      </a:cubicBezTo>
                      <a:cubicBezTo>
                        <a:pt x="1088" y="37"/>
                        <a:pt x="1052" y="1"/>
                        <a:pt x="101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2" name="Google Shape;1042;p20"/>
                <p:cNvSpPr/>
                <p:nvPr/>
              </p:nvSpPr>
              <p:spPr>
                <a:xfrm>
                  <a:off x="5114328" y="4391123"/>
                  <a:ext cx="111586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0" h="2212" extrusionOk="0">
                      <a:moveTo>
                        <a:pt x="81" y="0"/>
                      </a:moveTo>
                      <a:cubicBezTo>
                        <a:pt x="36" y="0"/>
                        <a:pt x="0" y="36"/>
                        <a:pt x="0" y="72"/>
                      </a:cubicBezTo>
                      <a:cubicBezTo>
                        <a:pt x="0" y="108"/>
                        <a:pt x="36" y="153"/>
                        <a:pt x="81" y="153"/>
                      </a:cubicBezTo>
                      <a:lnTo>
                        <a:pt x="81" y="1537"/>
                      </a:lnTo>
                      <a:lnTo>
                        <a:pt x="791" y="2211"/>
                      </a:lnTo>
                      <a:lnTo>
                        <a:pt x="899" y="2211"/>
                      </a:lnTo>
                      <a:lnTo>
                        <a:pt x="153" y="1501"/>
                      </a:lnTo>
                      <a:lnTo>
                        <a:pt x="153" y="108"/>
                      </a:lnTo>
                      <a:lnTo>
                        <a:pt x="153" y="72"/>
                      </a:lnTo>
                      <a:cubicBezTo>
                        <a:pt x="153" y="36"/>
                        <a:pt x="153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3" name="Google Shape;1043;p20"/>
                <p:cNvSpPr/>
                <p:nvPr/>
              </p:nvSpPr>
              <p:spPr>
                <a:xfrm>
                  <a:off x="5648083" y="4219531"/>
                  <a:ext cx="19094" cy="44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3596" extrusionOk="0">
                      <a:moveTo>
                        <a:pt x="81" y="0"/>
                      </a:moveTo>
                      <a:cubicBezTo>
                        <a:pt x="45" y="0"/>
                        <a:pt x="0" y="36"/>
                        <a:pt x="0" y="72"/>
                      </a:cubicBezTo>
                      <a:cubicBezTo>
                        <a:pt x="0" y="108"/>
                        <a:pt x="0" y="108"/>
                        <a:pt x="45" y="144"/>
                      </a:cubicBezTo>
                      <a:lnTo>
                        <a:pt x="45" y="3595"/>
                      </a:lnTo>
                      <a:lnTo>
                        <a:pt x="117" y="3595"/>
                      </a:lnTo>
                      <a:lnTo>
                        <a:pt x="117" y="144"/>
                      </a:lnTo>
                      <a:cubicBezTo>
                        <a:pt x="117" y="108"/>
                        <a:pt x="153" y="108"/>
                        <a:pt x="153" y="72"/>
                      </a:cubicBezTo>
                      <a:cubicBezTo>
                        <a:pt x="153" y="36"/>
                        <a:pt x="117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4" name="Google Shape;1044;p20"/>
                <p:cNvSpPr/>
                <p:nvPr/>
              </p:nvSpPr>
              <p:spPr>
                <a:xfrm>
                  <a:off x="5992389" y="2812206"/>
                  <a:ext cx="274255" cy="1853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2" h="14947" extrusionOk="0">
                      <a:moveTo>
                        <a:pt x="2130" y="1"/>
                      </a:moveTo>
                      <a:cubicBezTo>
                        <a:pt x="2058" y="1"/>
                        <a:pt x="2023" y="37"/>
                        <a:pt x="2023" y="81"/>
                      </a:cubicBezTo>
                      <a:cubicBezTo>
                        <a:pt x="2023" y="117"/>
                        <a:pt x="2058" y="153"/>
                        <a:pt x="2094" y="153"/>
                      </a:cubicBezTo>
                      <a:lnTo>
                        <a:pt x="2094" y="5618"/>
                      </a:lnTo>
                      <a:lnTo>
                        <a:pt x="1160" y="6480"/>
                      </a:lnTo>
                      <a:lnTo>
                        <a:pt x="1160" y="13859"/>
                      </a:lnTo>
                      <a:lnTo>
                        <a:pt x="0" y="14946"/>
                      </a:lnTo>
                      <a:lnTo>
                        <a:pt x="72" y="14946"/>
                      </a:lnTo>
                      <a:lnTo>
                        <a:pt x="1232" y="13895"/>
                      </a:lnTo>
                      <a:lnTo>
                        <a:pt x="1232" y="6480"/>
                      </a:lnTo>
                      <a:lnTo>
                        <a:pt x="2130" y="5653"/>
                      </a:lnTo>
                      <a:lnTo>
                        <a:pt x="2130" y="153"/>
                      </a:lnTo>
                      <a:cubicBezTo>
                        <a:pt x="2166" y="153"/>
                        <a:pt x="2211" y="117"/>
                        <a:pt x="2211" y="81"/>
                      </a:cubicBezTo>
                      <a:cubicBezTo>
                        <a:pt x="2211" y="37"/>
                        <a:pt x="2166" y="1"/>
                        <a:pt x="21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5" name="Google Shape;1045;p20"/>
                <p:cNvSpPr/>
                <p:nvPr/>
              </p:nvSpPr>
              <p:spPr>
                <a:xfrm>
                  <a:off x="5653662" y="2859071"/>
                  <a:ext cx="380014" cy="1806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5" h="14569" extrusionOk="0">
                      <a:moveTo>
                        <a:pt x="971" y="0"/>
                      </a:moveTo>
                      <a:cubicBezTo>
                        <a:pt x="935" y="0"/>
                        <a:pt x="899" y="36"/>
                        <a:pt x="899" y="72"/>
                      </a:cubicBezTo>
                      <a:cubicBezTo>
                        <a:pt x="899" y="108"/>
                        <a:pt x="899" y="108"/>
                        <a:pt x="935" y="153"/>
                      </a:cubicBezTo>
                      <a:lnTo>
                        <a:pt x="935" y="3478"/>
                      </a:lnTo>
                      <a:lnTo>
                        <a:pt x="0" y="4341"/>
                      </a:lnTo>
                      <a:lnTo>
                        <a:pt x="0" y="7450"/>
                      </a:lnTo>
                      <a:lnTo>
                        <a:pt x="935" y="8313"/>
                      </a:lnTo>
                      <a:lnTo>
                        <a:pt x="935" y="14568"/>
                      </a:lnTo>
                      <a:lnTo>
                        <a:pt x="971" y="14568"/>
                      </a:lnTo>
                      <a:lnTo>
                        <a:pt x="971" y="13103"/>
                      </a:lnTo>
                      <a:lnTo>
                        <a:pt x="2130" y="12061"/>
                      </a:lnTo>
                      <a:lnTo>
                        <a:pt x="2130" y="8610"/>
                      </a:lnTo>
                      <a:lnTo>
                        <a:pt x="3065" y="7747"/>
                      </a:lnTo>
                      <a:lnTo>
                        <a:pt x="3065" y="4646"/>
                      </a:lnTo>
                      <a:lnTo>
                        <a:pt x="2130" y="3784"/>
                      </a:lnTo>
                      <a:lnTo>
                        <a:pt x="2130" y="413"/>
                      </a:lnTo>
                      <a:cubicBezTo>
                        <a:pt x="2166" y="413"/>
                        <a:pt x="2202" y="377"/>
                        <a:pt x="2202" y="377"/>
                      </a:cubicBezTo>
                      <a:cubicBezTo>
                        <a:pt x="2202" y="333"/>
                        <a:pt x="2166" y="297"/>
                        <a:pt x="2130" y="297"/>
                      </a:cubicBezTo>
                      <a:cubicBezTo>
                        <a:pt x="2058" y="297"/>
                        <a:pt x="2022" y="333"/>
                        <a:pt x="2022" y="377"/>
                      </a:cubicBezTo>
                      <a:cubicBezTo>
                        <a:pt x="2022" y="377"/>
                        <a:pt x="2058" y="413"/>
                        <a:pt x="2094" y="413"/>
                      </a:cubicBezTo>
                      <a:lnTo>
                        <a:pt x="2094" y="3820"/>
                      </a:lnTo>
                      <a:lnTo>
                        <a:pt x="3029" y="4646"/>
                      </a:lnTo>
                      <a:lnTo>
                        <a:pt x="3029" y="7747"/>
                      </a:lnTo>
                      <a:lnTo>
                        <a:pt x="2094" y="8574"/>
                      </a:lnTo>
                      <a:lnTo>
                        <a:pt x="2094" y="12016"/>
                      </a:lnTo>
                      <a:lnTo>
                        <a:pt x="971" y="13031"/>
                      </a:lnTo>
                      <a:lnTo>
                        <a:pt x="971" y="11836"/>
                      </a:lnTo>
                      <a:lnTo>
                        <a:pt x="1528" y="11342"/>
                      </a:lnTo>
                      <a:lnTo>
                        <a:pt x="1528" y="2849"/>
                      </a:lnTo>
                      <a:cubicBezTo>
                        <a:pt x="1573" y="2849"/>
                        <a:pt x="1573" y="2804"/>
                        <a:pt x="1573" y="2768"/>
                      </a:cubicBezTo>
                      <a:cubicBezTo>
                        <a:pt x="1573" y="2732"/>
                        <a:pt x="1573" y="2696"/>
                        <a:pt x="1492" y="2696"/>
                      </a:cubicBezTo>
                      <a:cubicBezTo>
                        <a:pt x="1456" y="2696"/>
                        <a:pt x="1420" y="2732"/>
                        <a:pt x="1420" y="2768"/>
                      </a:cubicBezTo>
                      <a:cubicBezTo>
                        <a:pt x="1420" y="2804"/>
                        <a:pt x="1456" y="2849"/>
                        <a:pt x="1492" y="2849"/>
                      </a:cubicBezTo>
                      <a:lnTo>
                        <a:pt x="1492" y="11306"/>
                      </a:lnTo>
                      <a:lnTo>
                        <a:pt x="971" y="11755"/>
                      </a:lnTo>
                      <a:lnTo>
                        <a:pt x="971" y="6327"/>
                      </a:lnTo>
                      <a:cubicBezTo>
                        <a:pt x="1007" y="6327"/>
                        <a:pt x="1043" y="6291"/>
                        <a:pt x="1043" y="6255"/>
                      </a:cubicBezTo>
                      <a:cubicBezTo>
                        <a:pt x="1043" y="6219"/>
                        <a:pt x="1007" y="6174"/>
                        <a:pt x="971" y="6174"/>
                      </a:cubicBezTo>
                      <a:cubicBezTo>
                        <a:pt x="935" y="6174"/>
                        <a:pt x="899" y="6219"/>
                        <a:pt x="899" y="6255"/>
                      </a:cubicBezTo>
                      <a:cubicBezTo>
                        <a:pt x="899" y="6291"/>
                        <a:pt x="899" y="6327"/>
                        <a:pt x="935" y="6327"/>
                      </a:cubicBezTo>
                      <a:lnTo>
                        <a:pt x="935" y="8241"/>
                      </a:lnTo>
                      <a:lnTo>
                        <a:pt x="72" y="7450"/>
                      </a:lnTo>
                      <a:lnTo>
                        <a:pt x="72" y="4377"/>
                      </a:lnTo>
                      <a:lnTo>
                        <a:pt x="971" y="3523"/>
                      </a:lnTo>
                      <a:lnTo>
                        <a:pt x="971" y="153"/>
                      </a:lnTo>
                      <a:cubicBezTo>
                        <a:pt x="1007" y="108"/>
                        <a:pt x="1043" y="108"/>
                        <a:pt x="1043" y="72"/>
                      </a:cubicBezTo>
                      <a:cubicBezTo>
                        <a:pt x="1043" y="36"/>
                        <a:pt x="1007" y="0"/>
                        <a:pt x="97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6" name="Google Shape;1046;p20"/>
                <p:cNvSpPr/>
                <p:nvPr/>
              </p:nvSpPr>
              <p:spPr>
                <a:xfrm>
                  <a:off x="5480951" y="3949869"/>
                  <a:ext cx="186225" cy="715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" h="5771" extrusionOk="0">
                      <a:moveTo>
                        <a:pt x="1429" y="0"/>
                      </a:moveTo>
                      <a:cubicBezTo>
                        <a:pt x="1393" y="0"/>
                        <a:pt x="1348" y="36"/>
                        <a:pt x="1348" y="72"/>
                      </a:cubicBezTo>
                      <a:cubicBezTo>
                        <a:pt x="1348" y="117"/>
                        <a:pt x="1348" y="117"/>
                        <a:pt x="1393" y="117"/>
                      </a:cubicBezTo>
                      <a:lnTo>
                        <a:pt x="1393" y="710"/>
                      </a:lnTo>
                      <a:lnTo>
                        <a:pt x="944" y="1124"/>
                      </a:lnTo>
                      <a:lnTo>
                        <a:pt x="944" y="4872"/>
                      </a:lnTo>
                      <a:lnTo>
                        <a:pt x="0" y="5689"/>
                      </a:lnTo>
                      <a:lnTo>
                        <a:pt x="0" y="5770"/>
                      </a:lnTo>
                      <a:lnTo>
                        <a:pt x="81" y="5770"/>
                      </a:lnTo>
                      <a:lnTo>
                        <a:pt x="81" y="5734"/>
                      </a:lnTo>
                      <a:lnTo>
                        <a:pt x="1016" y="4872"/>
                      </a:lnTo>
                      <a:lnTo>
                        <a:pt x="1016" y="1124"/>
                      </a:lnTo>
                      <a:lnTo>
                        <a:pt x="1465" y="710"/>
                      </a:lnTo>
                      <a:lnTo>
                        <a:pt x="1465" y="117"/>
                      </a:lnTo>
                      <a:cubicBezTo>
                        <a:pt x="1465" y="117"/>
                        <a:pt x="1501" y="117"/>
                        <a:pt x="1501" y="72"/>
                      </a:cubicBezTo>
                      <a:cubicBezTo>
                        <a:pt x="1501" y="36"/>
                        <a:pt x="1465" y="0"/>
                        <a:pt x="14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7" name="Google Shape;1047;p20"/>
                <p:cNvSpPr/>
                <p:nvPr/>
              </p:nvSpPr>
              <p:spPr>
                <a:xfrm>
                  <a:off x="5430737" y="3248996"/>
                  <a:ext cx="129440" cy="1416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1424" extrusionOk="0">
                      <a:moveTo>
                        <a:pt x="971" y="1"/>
                      </a:moveTo>
                      <a:cubicBezTo>
                        <a:pt x="900" y="1"/>
                        <a:pt x="855" y="36"/>
                        <a:pt x="855" y="72"/>
                      </a:cubicBezTo>
                      <a:cubicBezTo>
                        <a:pt x="855" y="108"/>
                        <a:pt x="900" y="153"/>
                        <a:pt x="936" y="153"/>
                      </a:cubicBezTo>
                      <a:lnTo>
                        <a:pt x="936" y="10300"/>
                      </a:lnTo>
                      <a:lnTo>
                        <a:pt x="1" y="11163"/>
                      </a:lnTo>
                      <a:lnTo>
                        <a:pt x="1" y="11423"/>
                      </a:lnTo>
                      <a:lnTo>
                        <a:pt x="73" y="11423"/>
                      </a:lnTo>
                      <a:lnTo>
                        <a:pt x="73" y="11163"/>
                      </a:lnTo>
                      <a:lnTo>
                        <a:pt x="971" y="10336"/>
                      </a:lnTo>
                      <a:lnTo>
                        <a:pt x="971" y="153"/>
                      </a:lnTo>
                      <a:cubicBezTo>
                        <a:pt x="1007" y="153"/>
                        <a:pt x="1043" y="108"/>
                        <a:pt x="1043" y="72"/>
                      </a:cubicBezTo>
                      <a:cubicBezTo>
                        <a:pt x="1043" y="36"/>
                        <a:pt x="1007" y="1"/>
                        <a:pt x="97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8" name="Google Shape;1048;p20"/>
                <p:cNvSpPr/>
                <p:nvPr/>
              </p:nvSpPr>
              <p:spPr>
                <a:xfrm>
                  <a:off x="5058658" y="4232921"/>
                  <a:ext cx="79226" cy="4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" h="3488" extrusionOk="0">
                      <a:moveTo>
                        <a:pt x="81" y="0"/>
                      </a:moveTo>
                      <a:cubicBezTo>
                        <a:pt x="36" y="0"/>
                        <a:pt x="0" y="0"/>
                        <a:pt x="0" y="81"/>
                      </a:cubicBezTo>
                      <a:cubicBezTo>
                        <a:pt x="0" y="81"/>
                        <a:pt x="36" y="117"/>
                        <a:pt x="81" y="117"/>
                      </a:cubicBezTo>
                      <a:lnTo>
                        <a:pt x="81" y="3002"/>
                      </a:lnTo>
                      <a:lnTo>
                        <a:pt x="566" y="3487"/>
                      </a:lnTo>
                      <a:lnTo>
                        <a:pt x="638" y="3487"/>
                      </a:lnTo>
                      <a:lnTo>
                        <a:pt x="117" y="3002"/>
                      </a:lnTo>
                      <a:lnTo>
                        <a:pt x="117" y="117"/>
                      </a:lnTo>
                      <a:cubicBezTo>
                        <a:pt x="153" y="117"/>
                        <a:pt x="189" y="81"/>
                        <a:pt x="189" y="81"/>
                      </a:cubicBezTo>
                      <a:cubicBezTo>
                        <a:pt x="189" y="0"/>
                        <a:pt x="153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9" name="Google Shape;1049;p20"/>
                <p:cNvSpPr/>
                <p:nvPr/>
              </p:nvSpPr>
              <p:spPr>
                <a:xfrm>
                  <a:off x="5703752" y="4391123"/>
                  <a:ext cx="19094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2212" extrusionOk="0">
                      <a:moveTo>
                        <a:pt x="82" y="0"/>
                      </a:moveTo>
                      <a:cubicBezTo>
                        <a:pt x="46" y="0"/>
                        <a:pt x="1" y="36"/>
                        <a:pt x="1" y="72"/>
                      </a:cubicBezTo>
                      <a:cubicBezTo>
                        <a:pt x="1" y="72"/>
                        <a:pt x="46" y="108"/>
                        <a:pt x="82" y="108"/>
                      </a:cubicBezTo>
                      <a:lnTo>
                        <a:pt x="82" y="2211"/>
                      </a:lnTo>
                      <a:lnTo>
                        <a:pt x="118" y="2211"/>
                      </a:lnTo>
                      <a:lnTo>
                        <a:pt x="118" y="108"/>
                      </a:lnTo>
                      <a:cubicBezTo>
                        <a:pt x="153" y="108"/>
                        <a:pt x="153" y="72"/>
                        <a:pt x="153" y="72"/>
                      </a:cubicBezTo>
                      <a:cubicBezTo>
                        <a:pt x="153" y="36"/>
                        <a:pt x="118" y="0"/>
                        <a:pt x="8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0" name="Google Shape;1050;p20"/>
                <p:cNvSpPr/>
                <p:nvPr/>
              </p:nvSpPr>
              <p:spPr>
                <a:xfrm>
                  <a:off x="4882600" y="3666817"/>
                  <a:ext cx="134896" cy="998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8054" extrusionOk="0">
                      <a:moveTo>
                        <a:pt x="1007" y="1"/>
                      </a:moveTo>
                      <a:cubicBezTo>
                        <a:pt x="971" y="1"/>
                        <a:pt x="935" y="37"/>
                        <a:pt x="935" y="73"/>
                      </a:cubicBezTo>
                      <a:cubicBezTo>
                        <a:pt x="935" y="109"/>
                        <a:pt x="935" y="109"/>
                        <a:pt x="971" y="154"/>
                      </a:cubicBezTo>
                      <a:lnTo>
                        <a:pt x="971" y="2023"/>
                      </a:lnTo>
                      <a:lnTo>
                        <a:pt x="0" y="2886"/>
                      </a:lnTo>
                      <a:lnTo>
                        <a:pt x="0" y="8053"/>
                      </a:lnTo>
                      <a:lnTo>
                        <a:pt x="72" y="8053"/>
                      </a:lnTo>
                      <a:lnTo>
                        <a:pt x="72" y="2922"/>
                      </a:lnTo>
                      <a:lnTo>
                        <a:pt x="1052" y="2023"/>
                      </a:lnTo>
                      <a:lnTo>
                        <a:pt x="1052" y="154"/>
                      </a:lnTo>
                      <a:cubicBezTo>
                        <a:pt x="1088" y="109"/>
                        <a:pt x="1088" y="109"/>
                        <a:pt x="1088" y="73"/>
                      </a:cubicBezTo>
                      <a:cubicBezTo>
                        <a:pt x="1088" y="37"/>
                        <a:pt x="1052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1" name="Google Shape;1051;p20"/>
                <p:cNvSpPr/>
                <p:nvPr/>
              </p:nvSpPr>
              <p:spPr>
                <a:xfrm>
                  <a:off x="4822343" y="3471793"/>
                  <a:ext cx="135020" cy="11935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9627" extrusionOk="0">
                      <a:moveTo>
                        <a:pt x="1007" y="1"/>
                      </a:moveTo>
                      <a:cubicBezTo>
                        <a:pt x="971" y="1"/>
                        <a:pt x="935" y="1"/>
                        <a:pt x="935" y="73"/>
                      </a:cubicBezTo>
                      <a:cubicBezTo>
                        <a:pt x="935" y="73"/>
                        <a:pt x="935" y="109"/>
                        <a:pt x="971" y="109"/>
                      </a:cubicBezTo>
                      <a:lnTo>
                        <a:pt x="971" y="3407"/>
                      </a:lnTo>
                      <a:lnTo>
                        <a:pt x="1" y="4270"/>
                      </a:lnTo>
                      <a:lnTo>
                        <a:pt x="37" y="4306"/>
                      </a:lnTo>
                      <a:lnTo>
                        <a:pt x="1" y="4306"/>
                      </a:lnTo>
                      <a:lnTo>
                        <a:pt x="1" y="9626"/>
                      </a:lnTo>
                      <a:lnTo>
                        <a:pt x="73" y="9626"/>
                      </a:lnTo>
                      <a:lnTo>
                        <a:pt x="73" y="4306"/>
                      </a:lnTo>
                      <a:lnTo>
                        <a:pt x="1043" y="3407"/>
                      </a:lnTo>
                      <a:lnTo>
                        <a:pt x="1043" y="109"/>
                      </a:lnTo>
                      <a:cubicBezTo>
                        <a:pt x="1088" y="109"/>
                        <a:pt x="1088" y="73"/>
                        <a:pt x="1088" y="73"/>
                      </a:cubicBezTo>
                      <a:cubicBezTo>
                        <a:pt x="1088" y="1"/>
                        <a:pt x="1043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2" name="Google Shape;1052;p20"/>
                <p:cNvSpPr/>
                <p:nvPr/>
              </p:nvSpPr>
              <p:spPr>
                <a:xfrm>
                  <a:off x="6725637" y="4024507"/>
                  <a:ext cx="130432" cy="6408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2" h="5169" extrusionOk="0">
                      <a:moveTo>
                        <a:pt x="971" y="1"/>
                      </a:moveTo>
                      <a:cubicBezTo>
                        <a:pt x="935" y="1"/>
                        <a:pt x="899" y="37"/>
                        <a:pt x="899" y="73"/>
                      </a:cubicBezTo>
                      <a:lnTo>
                        <a:pt x="0" y="935"/>
                      </a:lnTo>
                      <a:lnTo>
                        <a:pt x="0" y="5168"/>
                      </a:lnTo>
                      <a:lnTo>
                        <a:pt x="36" y="5168"/>
                      </a:lnTo>
                      <a:lnTo>
                        <a:pt x="36" y="935"/>
                      </a:lnTo>
                      <a:lnTo>
                        <a:pt x="935" y="108"/>
                      </a:lnTo>
                      <a:lnTo>
                        <a:pt x="971" y="144"/>
                      </a:lnTo>
                      <a:cubicBezTo>
                        <a:pt x="1016" y="144"/>
                        <a:pt x="1052" y="108"/>
                        <a:pt x="1052" y="73"/>
                      </a:cubicBezTo>
                      <a:cubicBezTo>
                        <a:pt x="1052" y="37"/>
                        <a:pt x="1016" y="1"/>
                        <a:pt x="97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3" name="Google Shape;1053;p20"/>
                <p:cNvSpPr/>
                <p:nvPr/>
              </p:nvSpPr>
              <p:spPr>
                <a:xfrm>
                  <a:off x="5941183" y="3304664"/>
                  <a:ext cx="269667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5" h="10975" extrusionOk="0">
                      <a:moveTo>
                        <a:pt x="2094" y="1"/>
                      </a:moveTo>
                      <a:cubicBezTo>
                        <a:pt x="2058" y="1"/>
                        <a:pt x="2022" y="37"/>
                        <a:pt x="2022" y="73"/>
                      </a:cubicBezTo>
                      <a:cubicBezTo>
                        <a:pt x="2022" y="109"/>
                        <a:pt x="2022" y="109"/>
                        <a:pt x="2058" y="154"/>
                      </a:cubicBezTo>
                      <a:lnTo>
                        <a:pt x="2058" y="1457"/>
                      </a:lnTo>
                      <a:lnTo>
                        <a:pt x="1123" y="2320"/>
                      </a:lnTo>
                      <a:lnTo>
                        <a:pt x="1123" y="9923"/>
                      </a:lnTo>
                      <a:lnTo>
                        <a:pt x="0" y="10974"/>
                      </a:lnTo>
                      <a:lnTo>
                        <a:pt x="72" y="10974"/>
                      </a:lnTo>
                      <a:lnTo>
                        <a:pt x="1195" y="9923"/>
                      </a:lnTo>
                      <a:lnTo>
                        <a:pt x="1195" y="2320"/>
                      </a:lnTo>
                      <a:lnTo>
                        <a:pt x="2094" y="1457"/>
                      </a:lnTo>
                      <a:lnTo>
                        <a:pt x="2094" y="154"/>
                      </a:lnTo>
                      <a:cubicBezTo>
                        <a:pt x="2175" y="154"/>
                        <a:pt x="2175" y="109"/>
                        <a:pt x="2175" y="73"/>
                      </a:cubicBezTo>
                      <a:cubicBezTo>
                        <a:pt x="2175" y="37"/>
                        <a:pt x="2130" y="1"/>
                        <a:pt x="2094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4" name="Google Shape;1054;p20"/>
                <p:cNvSpPr/>
                <p:nvPr/>
              </p:nvSpPr>
              <p:spPr>
                <a:xfrm>
                  <a:off x="6414682" y="2640614"/>
                  <a:ext cx="357821" cy="2024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6" h="16331" extrusionOk="0">
                      <a:moveTo>
                        <a:pt x="2805" y="1"/>
                      </a:moveTo>
                      <a:cubicBezTo>
                        <a:pt x="2769" y="1"/>
                        <a:pt x="2733" y="36"/>
                        <a:pt x="2733" y="72"/>
                      </a:cubicBezTo>
                      <a:cubicBezTo>
                        <a:pt x="2733" y="117"/>
                        <a:pt x="2769" y="153"/>
                        <a:pt x="2769" y="153"/>
                      </a:cubicBezTo>
                      <a:lnTo>
                        <a:pt x="2769" y="2814"/>
                      </a:lnTo>
                      <a:lnTo>
                        <a:pt x="2319" y="3218"/>
                      </a:lnTo>
                      <a:lnTo>
                        <a:pt x="2319" y="4872"/>
                      </a:lnTo>
                      <a:lnTo>
                        <a:pt x="1421" y="5734"/>
                      </a:lnTo>
                      <a:lnTo>
                        <a:pt x="1421" y="8610"/>
                      </a:lnTo>
                      <a:lnTo>
                        <a:pt x="899" y="8125"/>
                      </a:lnTo>
                      <a:lnTo>
                        <a:pt x="899" y="5168"/>
                      </a:lnTo>
                      <a:lnTo>
                        <a:pt x="935" y="5132"/>
                      </a:lnTo>
                      <a:cubicBezTo>
                        <a:pt x="935" y="5096"/>
                        <a:pt x="899" y="5060"/>
                        <a:pt x="863" y="5060"/>
                      </a:cubicBezTo>
                      <a:cubicBezTo>
                        <a:pt x="827" y="5060"/>
                        <a:pt x="782" y="5096"/>
                        <a:pt x="782" y="5132"/>
                      </a:cubicBezTo>
                      <a:cubicBezTo>
                        <a:pt x="782" y="5132"/>
                        <a:pt x="782" y="5168"/>
                        <a:pt x="827" y="5168"/>
                      </a:cubicBezTo>
                      <a:lnTo>
                        <a:pt x="827" y="6031"/>
                      </a:lnTo>
                      <a:lnTo>
                        <a:pt x="37" y="5321"/>
                      </a:lnTo>
                      <a:lnTo>
                        <a:pt x="37" y="4872"/>
                      </a:lnTo>
                      <a:lnTo>
                        <a:pt x="827" y="4117"/>
                      </a:lnTo>
                      <a:lnTo>
                        <a:pt x="863" y="4162"/>
                      </a:lnTo>
                      <a:cubicBezTo>
                        <a:pt x="899" y="4162"/>
                        <a:pt x="935" y="4117"/>
                        <a:pt x="935" y="4081"/>
                      </a:cubicBezTo>
                      <a:cubicBezTo>
                        <a:pt x="935" y="4045"/>
                        <a:pt x="899" y="4009"/>
                        <a:pt x="863" y="4009"/>
                      </a:cubicBezTo>
                      <a:cubicBezTo>
                        <a:pt x="827" y="4009"/>
                        <a:pt x="782" y="4045"/>
                        <a:pt x="782" y="4081"/>
                      </a:cubicBezTo>
                      <a:lnTo>
                        <a:pt x="1" y="4836"/>
                      </a:lnTo>
                      <a:lnTo>
                        <a:pt x="1" y="5357"/>
                      </a:lnTo>
                      <a:lnTo>
                        <a:pt x="827" y="6103"/>
                      </a:lnTo>
                      <a:lnTo>
                        <a:pt x="827" y="8125"/>
                      </a:lnTo>
                      <a:lnTo>
                        <a:pt x="1421" y="8691"/>
                      </a:lnTo>
                      <a:lnTo>
                        <a:pt x="1421" y="16330"/>
                      </a:lnTo>
                      <a:lnTo>
                        <a:pt x="1457" y="16330"/>
                      </a:lnTo>
                      <a:lnTo>
                        <a:pt x="1457" y="5734"/>
                      </a:lnTo>
                      <a:lnTo>
                        <a:pt x="2400" y="4872"/>
                      </a:lnTo>
                      <a:lnTo>
                        <a:pt x="2400" y="3263"/>
                      </a:lnTo>
                      <a:lnTo>
                        <a:pt x="2850" y="2849"/>
                      </a:lnTo>
                      <a:lnTo>
                        <a:pt x="2850" y="153"/>
                      </a:lnTo>
                      <a:cubicBezTo>
                        <a:pt x="2886" y="153"/>
                        <a:pt x="2886" y="117"/>
                        <a:pt x="2886" y="72"/>
                      </a:cubicBezTo>
                      <a:cubicBezTo>
                        <a:pt x="2886" y="36"/>
                        <a:pt x="2850" y="1"/>
                        <a:pt x="280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5" name="Google Shape;1055;p20"/>
                <p:cNvSpPr/>
                <p:nvPr/>
              </p:nvSpPr>
              <p:spPr>
                <a:xfrm>
                  <a:off x="6650874" y="3857378"/>
                  <a:ext cx="117166" cy="807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5" h="6517" extrusionOk="0">
                      <a:moveTo>
                        <a:pt x="82" y="1"/>
                      </a:moveTo>
                      <a:cubicBezTo>
                        <a:pt x="46" y="1"/>
                        <a:pt x="1" y="36"/>
                        <a:pt x="1" y="72"/>
                      </a:cubicBezTo>
                      <a:cubicBezTo>
                        <a:pt x="1" y="108"/>
                        <a:pt x="46" y="144"/>
                        <a:pt x="82" y="144"/>
                      </a:cubicBezTo>
                      <a:lnTo>
                        <a:pt x="118" y="144"/>
                      </a:lnTo>
                      <a:lnTo>
                        <a:pt x="900" y="863"/>
                      </a:lnTo>
                      <a:lnTo>
                        <a:pt x="900" y="1313"/>
                      </a:lnTo>
                      <a:lnTo>
                        <a:pt x="118" y="2023"/>
                      </a:lnTo>
                      <a:lnTo>
                        <a:pt x="118" y="1160"/>
                      </a:lnTo>
                      <a:cubicBezTo>
                        <a:pt x="154" y="1160"/>
                        <a:pt x="154" y="1160"/>
                        <a:pt x="154" y="1124"/>
                      </a:cubicBezTo>
                      <a:cubicBezTo>
                        <a:pt x="154" y="1088"/>
                        <a:pt x="118" y="1043"/>
                        <a:pt x="82" y="1043"/>
                      </a:cubicBezTo>
                      <a:cubicBezTo>
                        <a:pt x="46" y="1043"/>
                        <a:pt x="1" y="1088"/>
                        <a:pt x="1" y="1124"/>
                      </a:cubicBezTo>
                      <a:cubicBezTo>
                        <a:pt x="1" y="1160"/>
                        <a:pt x="1" y="1160"/>
                        <a:pt x="46" y="1160"/>
                      </a:cubicBezTo>
                      <a:lnTo>
                        <a:pt x="46" y="6516"/>
                      </a:lnTo>
                      <a:lnTo>
                        <a:pt x="118" y="6516"/>
                      </a:lnTo>
                      <a:lnTo>
                        <a:pt x="118" y="2095"/>
                      </a:lnTo>
                      <a:lnTo>
                        <a:pt x="945" y="1349"/>
                      </a:lnTo>
                      <a:lnTo>
                        <a:pt x="945" y="818"/>
                      </a:lnTo>
                      <a:lnTo>
                        <a:pt x="154" y="108"/>
                      </a:lnTo>
                      <a:lnTo>
                        <a:pt x="154" y="72"/>
                      </a:lnTo>
                      <a:cubicBezTo>
                        <a:pt x="154" y="36"/>
                        <a:pt x="118" y="1"/>
                        <a:pt x="8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6" name="Google Shape;1056;p20"/>
                <p:cNvSpPr/>
                <p:nvPr/>
              </p:nvSpPr>
              <p:spPr>
                <a:xfrm>
                  <a:off x="5369489" y="2728642"/>
                  <a:ext cx="134896" cy="1936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15621" extrusionOk="0">
                      <a:moveTo>
                        <a:pt x="81" y="1"/>
                      </a:moveTo>
                      <a:cubicBezTo>
                        <a:pt x="45" y="1"/>
                        <a:pt x="1" y="36"/>
                        <a:pt x="1" y="81"/>
                      </a:cubicBezTo>
                      <a:cubicBezTo>
                        <a:pt x="1" y="117"/>
                        <a:pt x="45" y="117"/>
                        <a:pt x="81" y="153"/>
                      </a:cubicBezTo>
                      <a:lnTo>
                        <a:pt x="81" y="3523"/>
                      </a:lnTo>
                      <a:lnTo>
                        <a:pt x="980" y="4386"/>
                      </a:lnTo>
                      <a:lnTo>
                        <a:pt x="980" y="12133"/>
                      </a:lnTo>
                      <a:lnTo>
                        <a:pt x="81" y="12996"/>
                      </a:lnTo>
                      <a:lnTo>
                        <a:pt x="81" y="15620"/>
                      </a:lnTo>
                      <a:lnTo>
                        <a:pt x="117" y="15620"/>
                      </a:lnTo>
                      <a:lnTo>
                        <a:pt x="117" y="15171"/>
                      </a:lnTo>
                      <a:lnTo>
                        <a:pt x="1052" y="14308"/>
                      </a:lnTo>
                      <a:lnTo>
                        <a:pt x="1052" y="13032"/>
                      </a:lnTo>
                      <a:cubicBezTo>
                        <a:pt x="1088" y="13032"/>
                        <a:pt x="1088" y="12996"/>
                        <a:pt x="1088" y="12960"/>
                      </a:cubicBezTo>
                      <a:cubicBezTo>
                        <a:pt x="1088" y="12924"/>
                        <a:pt x="1052" y="12888"/>
                        <a:pt x="1016" y="12888"/>
                      </a:cubicBezTo>
                      <a:cubicBezTo>
                        <a:pt x="980" y="12888"/>
                        <a:pt x="944" y="12924"/>
                        <a:pt x="944" y="12960"/>
                      </a:cubicBezTo>
                      <a:cubicBezTo>
                        <a:pt x="944" y="12996"/>
                        <a:pt x="980" y="13032"/>
                        <a:pt x="980" y="13032"/>
                      </a:cubicBezTo>
                      <a:lnTo>
                        <a:pt x="980" y="14308"/>
                      </a:lnTo>
                      <a:lnTo>
                        <a:pt x="117" y="15090"/>
                      </a:lnTo>
                      <a:lnTo>
                        <a:pt x="117" y="12996"/>
                      </a:lnTo>
                      <a:lnTo>
                        <a:pt x="1052" y="12133"/>
                      </a:lnTo>
                      <a:lnTo>
                        <a:pt x="1052" y="4350"/>
                      </a:lnTo>
                      <a:lnTo>
                        <a:pt x="117" y="3523"/>
                      </a:lnTo>
                      <a:lnTo>
                        <a:pt x="117" y="153"/>
                      </a:lnTo>
                      <a:cubicBezTo>
                        <a:pt x="153" y="117"/>
                        <a:pt x="189" y="117"/>
                        <a:pt x="189" y="81"/>
                      </a:cubicBezTo>
                      <a:cubicBezTo>
                        <a:pt x="189" y="36"/>
                        <a:pt x="153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7" name="Google Shape;1057;p20"/>
                <p:cNvSpPr/>
                <p:nvPr/>
              </p:nvSpPr>
              <p:spPr>
                <a:xfrm>
                  <a:off x="6256477" y="3304664"/>
                  <a:ext cx="283182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4" h="10975" extrusionOk="0">
                      <a:moveTo>
                        <a:pt x="710" y="1"/>
                      </a:moveTo>
                      <a:cubicBezTo>
                        <a:pt x="638" y="1"/>
                        <a:pt x="638" y="1"/>
                        <a:pt x="638" y="37"/>
                      </a:cubicBezTo>
                      <a:cubicBezTo>
                        <a:pt x="638" y="109"/>
                        <a:pt x="638" y="109"/>
                        <a:pt x="710" y="109"/>
                      </a:cubicBezTo>
                      <a:lnTo>
                        <a:pt x="755" y="109"/>
                      </a:lnTo>
                      <a:lnTo>
                        <a:pt x="1609" y="936"/>
                      </a:lnTo>
                      <a:lnTo>
                        <a:pt x="1609" y="8422"/>
                      </a:lnTo>
                      <a:lnTo>
                        <a:pt x="117" y="9815"/>
                      </a:lnTo>
                      <a:lnTo>
                        <a:pt x="117" y="9321"/>
                      </a:lnTo>
                      <a:lnTo>
                        <a:pt x="1277" y="8242"/>
                      </a:lnTo>
                      <a:lnTo>
                        <a:pt x="1277" y="1277"/>
                      </a:lnTo>
                      <a:cubicBezTo>
                        <a:pt x="1313" y="1277"/>
                        <a:pt x="1348" y="1232"/>
                        <a:pt x="1348" y="1232"/>
                      </a:cubicBezTo>
                      <a:cubicBezTo>
                        <a:pt x="1348" y="1196"/>
                        <a:pt x="1313" y="1160"/>
                        <a:pt x="1277" y="1160"/>
                      </a:cubicBezTo>
                      <a:cubicBezTo>
                        <a:pt x="1205" y="1160"/>
                        <a:pt x="1160" y="1196"/>
                        <a:pt x="1160" y="1232"/>
                      </a:cubicBezTo>
                      <a:cubicBezTo>
                        <a:pt x="1160" y="1232"/>
                        <a:pt x="1205" y="1277"/>
                        <a:pt x="1241" y="1277"/>
                      </a:cubicBezTo>
                      <a:lnTo>
                        <a:pt x="1241" y="8242"/>
                      </a:lnTo>
                      <a:lnTo>
                        <a:pt x="117" y="9249"/>
                      </a:lnTo>
                      <a:lnTo>
                        <a:pt x="117" y="7523"/>
                      </a:lnTo>
                      <a:cubicBezTo>
                        <a:pt x="153" y="7487"/>
                        <a:pt x="153" y="7487"/>
                        <a:pt x="153" y="7451"/>
                      </a:cubicBezTo>
                      <a:cubicBezTo>
                        <a:pt x="153" y="7415"/>
                        <a:pt x="153" y="7379"/>
                        <a:pt x="81" y="7379"/>
                      </a:cubicBezTo>
                      <a:cubicBezTo>
                        <a:pt x="36" y="7379"/>
                        <a:pt x="0" y="7415"/>
                        <a:pt x="0" y="7451"/>
                      </a:cubicBezTo>
                      <a:cubicBezTo>
                        <a:pt x="0" y="7487"/>
                        <a:pt x="36" y="7487"/>
                        <a:pt x="81" y="7523"/>
                      </a:cubicBezTo>
                      <a:lnTo>
                        <a:pt x="81" y="10974"/>
                      </a:lnTo>
                      <a:lnTo>
                        <a:pt x="117" y="10974"/>
                      </a:lnTo>
                      <a:lnTo>
                        <a:pt x="117" y="9887"/>
                      </a:lnTo>
                      <a:lnTo>
                        <a:pt x="2247" y="7937"/>
                      </a:lnTo>
                      <a:lnTo>
                        <a:pt x="2247" y="5133"/>
                      </a:lnTo>
                      <a:cubicBezTo>
                        <a:pt x="2247" y="5133"/>
                        <a:pt x="2283" y="5097"/>
                        <a:pt x="2283" y="5052"/>
                      </a:cubicBezTo>
                      <a:cubicBezTo>
                        <a:pt x="2283" y="5016"/>
                        <a:pt x="2247" y="5016"/>
                        <a:pt x="2211" y="5016"/>
                      </a:cubicBezTo>
                      <a:cubicBezTo>
                        <a:pt x="2175" y="5016"/>
                        <a:pt x="2139" y="5016"/>
                        <a:pt x="2139" y="5052"/>
                      </a:cubicBezTo>
                      <a:cubicBezTo>
                        <a:pt x="2139" y="5097"/>
                        <a:pt x="2139" y="5133"/>
                        <a:pt x="2175" y="5133"/>
                      </a:cubicBezTo>
                      <a:lnTo>
                        <a:pt x="2175" y="7901"/>
                      </a:lnTo>
                      <a:lnTo>
                        <a:pt x="1690" y="8350"/>
                      </a:lnTo>
                      <a:lnTo>
                        <a:pt x="1690" y="936"/>
                      </a:lnTo>
                      <a:lnTo>
                        <a:pt x="791" y="73"/>
                      </a:lnTo>
                      <a:lnTo>
                        <a:pt x="791" y="37"/>
                      </a:lnTo>
                      <a:cubicBezTo>
                        <a:pt x="791" y="1"/>
                        <a:pt x="755" y="1"/>
                        <a:pt x="71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8" name="Google Shape;1058;p20"/>
                <p:cNvSpPr/>
                <p:nvPr/>
              </p:nvSpPr>
              <p:spPr>
                <a:xfrm>
                  <a:off x="6200808" y="3930900"/>
                  <a:ext cx="18970" cy="734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5924" extrusionOk="0">
                      <a:moveTo>
                        <a:pt x="81" y="1"/>
                      </a:moveTo>
                      <a:cubicBezTo>
                        <a:pt x="36" y="1"/>
                        <a:pt x="0" y="46"/>
                        <a:pt x="0" y="82"/>
                      </a:cubicBezTo>
                      <a:cubicBezTo>
                        <a:pt x="0" y="118"/>
                        <a:pt x="0" y="153"/>
                        <a:pt x="36" y="153"/>
                      </a:cubicBezTo>
                      <a:lnTo>
                        <a:pt x="36" y="5923"/>
                      </a:lnTo>
                      <a:lnTo>
                        <a:pt x="117" y="5923"/>
                      </a:lnTo>
                      <a:lnTo>
                        <a:pt x="117" y="153"/>
                      </a:lnTo>
                      <a:cubicBezTo>
                        <a:pt x="117" y="153"/>
                        <a:pt x="153" y="118"/>
                        <a:pt x="153" y="82"/>
                      </a:cubicBezTo>
                      <a:cubicBezTo>
                        <a:pt x="153" y="46"/>
                        <a:pt x="117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9" name="Google Shape;1059;p20"/>
                <p:cNvSpPr/>
                <p:nvPr/>
              </p:nvSpPr>
              <p:spPr>
                <a:xfrm>
                  <a:off x="4942732" y="3109764"/>
                  <a:ext cx="134896" cy="15556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12547" extrusionOk="0">
                      <a:moveTo>
                        <a:pt x="1016" y="0"/>
                      </a:moveTo>
                      <a:cubicBezTo>
                        <a:pt x="971" y="0"/>
                        <a:pt x="935" y="36"/>
                        <a:pt x="935" y="72"/>
                      </a:cubicBezTo>
                      <a:cubicBezTo>
                        <a:pt x="935" y="108"/>
                        <a:pt x="935" y="153"/>
                        <a:pt x="971" y="153"/>
                      </a:cubicBezTo>
                      <a:lnTo>
                        <a:pt x="971" y="6669"/>
                      </a:lnTo>
                      <a:lnTo>
                        <a:pt x="0" y="7567"/>
                      </a:lnTo>
                      <a:lnTo>
                        <a:pt x="0" y="12546"/>
                      </a:lnTo>
                      <a:lnTo>
                        <a:pt x="72" y="12546"/>
                      </a:lnTo>
                      <a:lnTo>
                        <a:pt x="72" y="7603"/>
                      </a:lnTo>
                      <a:lnTo>
                        <a:pt x="1052" y="6705"/>
                      </a:lnTo>
                      <a:lnTo>
                        <a:pt x="1052" y="153"/>
                      </a:lnTo>
                      <a:cubicBezTo>
                        <a:pt x="1088" y="153"/>
                        <a:pt x="1088" y="108"/>
                        <a:pt x="1088" y="72"/>
                      </a:cubicBezTo>
                      <a:cubicBezTo>
                        <a:pt x="1088" y="36"/>
                        <a:pt x="1052" y="0"/>
                        <a:pt x="101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0" name="Google Shape;1060;p20"/>
                <p:cNvSpPr/>
                <p:nvPr/>
              </p:nvSpPr>
              <p:spPr>
                <a:xfrm>
                  <a:off x="6772379" y="3309128"/>
                  <a:ext cx="129440" cy="1356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0939" extrusionOk="0">
                      <a:moveTo>
                        <a:pt x="72" y="1"/>
                      </a:moveTo>
                      <a:cubicBezTo>
                        <a:pt x="36" y="1"/>
                        <a:pt x="1" y="37"/>
                        <a:pt x="1" y="73"/>
                      </a:cubicBezTo>
                      <a:cubicBezTo>
                        <a:pt x="1" y="118"/>
                        <a:pt x="36" y="118"/>
                        <a:pt x="36" y="154"/>
                      </a:cubicBezTo>
                      <a:lnTo>
                        <a:pt x="36" y="3524"/>
                      </a:lnTo>
                      <a:lnTo>
                        <a:pt x="971" y="4387"/>
                      </a:lnTo>
                      <a:lnTo>
                        <a:pt x="971" y="7451"/>
                      </a:lnTo>
                      <a:lnTo>
                        <a:pt x="36" y="8314"/>
                      </a:lnTo>
                      <a:lnTo>
                        <a:pt x="36" y="10938"/>
                      </a:lnTo>
                      <a:lnTo>
                        <a:pt x="108" y="10938"/>
                      </a:lnTo>
                      <a:lnTo>
                        <a:pt x="108" y="8314"/>
                      </a:lnTo>
                      <a:lnTo>
                        <a:pt x="1043" y="7451"/>
                      </a:lnTo>
                      <a:lnTo>
                        <a:pt x="1043" y="4342"/>
                      </a:lnTo>
                      <a:lnTo>
                        <a:pt x="108" y="3488"/>
                      </a:lnTo>
                      <a:lnTo>
                        <a:pt x="108" y="154"/>
                      </a:lnTo>
                      <a:cubicBezTo>
                        <a:pt x="144" y="118"/>
                        <a:pt x="144" y="118"/>
                        <a:pt x="144" y="73"/>
                      </a:cubicBezTo>
                      <a:cubicBezTo>
                        <a:pt x="144" y="37"/>
                        <a:pt x="108" y="1"/>
                        <a:pt x="7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61" name="Google Shape;1061;p20"/>
            <p:cNvGrpSpPr/>
            <p:nvPr/>
          </p:nvGrpSpPr>
          <p:grpSpPr>
            <a:xfrm rot="10800000" flipH="1">
              <a:off x="-571364" y="-660171"/>
              <a:ext cx="10286732" cy="1682777"/>
              <a:chOff x="-1" y="3460729"/>
              <a:chExt cx="10286732" cy="1682777"/>
            </a:xfrm>
          </p:grpSpPr>
          <p:grpSp>
            <p:nvGrpSpPr>
              <p:cNvPr id="1062" name="Google Shape;1062;p20"/>
              <p:cNvGrpSpPr/>
              <p:nvPr/>
            </p:nvGrpSpPr>
            <p:grpSpPr>
              <a:xfrm>
                <a:off x="-1" y="3460729"/>
                <a:ext cx="5143232" cy="1682777"/>
                <a:chOff x="713356" y="2640614"/>
                <a:chExt cx="6188463" cy="2024758"/>
              </a:xfrm>
            </p:grpSpPr>
            <p:sp>
              <p:nvSpPr>
                <p:cNvPr id="1063" name="Google Shape;1063;p20"/>
                <p:cNvSpPr/>
                <p:nvPr/>
              </p:nvSpPr>
              <p:spPr>
                <a:xfrm>
                  <a:off x="3169251" y="3444021"/>
                  <a:ext cx="134896" cy="1221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9851" extrusionOk="0">
                      <a:moveTo>
                        <a:pt x="1007" y="0"/>
                      </a:moveTo>
                      <a:cubicBezTo>
                        <a:pt x="935" y="0"/>
                        <a:pt x="899" y="36"/>
                        <a:pt x="899" y="72"/>
                      </a:cubicBezTo>
                      <a:lnTo>
                        <a:pt x="935" y="108"/>
                      </a:lnTo>
                      <a:lnTo>
                        <a:pt x="0" y="935"/>
                      </a:lnTo>
                      <a:lnTo>
                        <a:pt x="0" y="9850"/>
                      </a:lnTo>
                      <a:lnTo>
                        <a:pt x="72" y="9850"/>
                      </a:lnTo>
                      <a:lnTo>
                        <a:pt x="72" y="935"/>
                      </a:lnTo>
                      <a:lnTo>
                        <a:pt x="971" y="153"/>
                      </a:lnTo>
                      <a:lnTo>
                        <a:pt x="1007" y="153"/>
                      </a:lnTo>
                      <a:cubicBezTo>
                        <a:pt x="1043" y="153"/>
                        <a:pt x="1088" y="108"/>
                        <a:pt x="1088" y="72"/>
                      </a:cubicBezTo>
                      <a:cubicBezTo>
                        <a:pt x="1088" y="36"/>
                        <a:pt x="1043" y="0"/>
                        <a:pt x="100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4" name="Google Shape;1064;p20"/>
                <p:cNvSpPr/>
                <p:nvPr/>
              </p:nvSpPr>
              <p:spPr>
                <a:xfrm>
                  <a:off x="3094488" y="3276892"/>
                  <a:ext cx="116050" cy="1388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6" h="11199" extrusionOk="0">
                      <a:moveTo>
                        <a:pt x="73" y="0"/>
                      </a:moveTo>
                      <a:cubicBezTo>
                        <a:pt x="37" y="0"/>
                        <a:pt x="1" y="36"/>
                        <a:pt x="1" y="72"/>
                      </a:cubicBezTo>
                      <a:cubicBezTo>
                        <a:pt x="1" y="108"/>
                        <a:pt x="37" y="153"/>
                        <a:pt x="73" y="153"/>
                      </a:cubicBezTo>
                      <a:lnTo>
                        <a:pt x="118" y="153"/>
                      </a:lnTo>
                      <a:lnTo>
                        <a:pt x="900" y="863"/>
                      </a:lnTo>
                      <a:lnTo>
                        <a:pt x="900" y="1312"/>
                      </a:lnTo>
                      <a:lnTo>
                        <a:pt x="73" y="2094"/>
                      </a:lnTo>
                      <a:lnTo>
                        <a:pt x="73" y="11198"/>
                      </a:lnTo>
                      <a:lnTo>
                        <a:pt x="118" y="11198"/>
                      </a:lnTo>
                      <a:lnTo>
                        <a:pt x="118" y="2130"/>
                      </a:lnTo>
                      <a:lnTo>
                        <a:pt x="936" y="1348"/>
                      </a:lnTo>
                      <a:lnTo>
                        <a:pt x="936" y="827"/>
                      </a:lnTo>
                      <a:lnTo>
                        <a:pt x="154" y="108"/>
                      </a:lnTo>
                      <a:lnTo>
                        <a:pt x="154" y="72"/>
                      </a:lnTo>
                      <a:cubicBezTo>
                        <a:pt x="154" y="36"/>
                        <a:pt x="118" y="0"/>
                        <a:pt x="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5" name="Google Shape;1065;p20"/>
                <p:cNvSpPr/>
                <p:nvPr/>
              </p:nvSpPr>
              <p:spPr>
                <a:xfrm>
                  <a:off x="2848254" y="3230027"/>
                  <a:ext cx="135020" cy="1435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11577" extrusionOk="0">
                      <a:moveTo>
                        <a:pt x="1016" y="1"/>
                      </a:moveTo>
                      <a:cubicBezTo>
                        <a:pt x="980" y="1"/>
                        <a:pt x="935" y="37"/>
                        <a:pt x="935" y="82"/>
                      </a:cubicBezTo>
                      <a:cubicBezTo>
                        <a:pt x="935" y="118"/>
                        <a:pt x="935" y="154"/>
                        <a:pt x="980" y="154"/>
                      </a:cubicBezTo>
                      <a:lnTo>
                        <a:pt x="980" y="5878"/>
                      </a:lnTo>
                      <a:lnTo>
                        <a:pt x="1" y="6777"/>
                      </a:lnTo>
                      <a:lnTo>
                        <a:pt x="1" y="11576"/>
                      </a:lnTo>
                      <a:lnTo>
                        <a:pt x="82" y="11576"/>
                      </a:lnTo>
                      <a:lnTo>
                        <a:pt x="82" y="6822"/>
                      </a:lnTo>
                      <a:lnTo>
                        <a:pt x="1052" y="5923"/>
                      </a:lnTo>
                      <a:lnTo>
                        <a:pt x="1052" y="154"/>
                      </a:lnTo>
                      <a:cubicBezTo>
                        <a:pt x="1088" y="154"/>
                        <a:pt x="1088" y="118"/>
                        <a:pt x="1088" y="82"/>
                      </a:cubicBezTo>
                      <a:cubicBezTo>
                        <a:pt x="1088" y="37"/>
                        <a:pt x="1052" y="1"/>
                        <a:pt x="101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6" name="Google Shape;1066;p20"/>
                <p:cNvSpPr/>
                <p:nvPr/>
              </p:nvSpPr>
              <p:spPr>
                <a:xfrm>
                  <a:off x="2959716" y="4391123"/>
                  <a:ext cx="111587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0" h="2212" extrusionOk="0">
                      <a:moveTo>
                        <a:pt x="81" y="0"/>
                      </a:moveTo>
                      <a:cubicBezTo>
                        <a:pt x="36" y="0"/>
                        <a:pt x="0" y="36"/>
                        <a:pt x="0" y="72"/>
                      </a:cubicBezTo>
                      <a:cubicBezTo>
                        <a:pt x="0" y="108"/>
                        <a:pt x="36" y="153"/>
                        <a:pt x="81" y="153"/>
                      </a:cubicBezTo>
                      <a:lnTo>
                        <a:pt x="81" y="1537"/>
                      </a:lnTo>
                      <a:lnTo>
                        <a:pt x="791" y="2211"/>
                      </a:lnTo>
                      <a:lnTo>
                        <a:pt x="899" y="2211"/>
                      </a:lnTo>
                      <a:lnTo>
                        <a:pt x="153" y="1501"/>
                      </a:lnTo>
                      <a:lnTo>
                        <a:pt x="153" y="108"/>
                      </a:lnTo>
                      <a:lnTo>
                        <a:pt x="153" y="72"/>
                      </a:lnTo>
                      <a:cubicBezTo>
                        <a:pt x="153" y="36"/>
                        <a:pt x="153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7" name="Google Shape;1067;p20"/>
                <p:cNvSpPr/>
                <p:nvPr/>
              </p:nvSpPr>
              <p:spPr>
                <a:xfrm>
                  <a:off x="3493472" y="4219531"/>
                  <a:ext cx="19094" cy="44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3596" extrusionOk="0">
                      <a:moveTo>
                        <a:pt x="81" y="0"/>
                      </a:moveTo>
                      <a:cubicBezTo>
                        <a:pt x="45" y="0"/>
                        <a:pt x="0" y="36"/>
                        <a:pt x="0" y="72"/>
                      </a:cubicBezTo>
                      <a:cubicBezTo>
                        <a:pt x="0" y="108"/>
                        <a:pt x="0" y="108"/>
                        <a:pt x="45" y="144"/>
                      </a:cubicBezTo>
                      <a:lnTo>
                        <a:pt x="45" y="3595"/>
                      </a:lnTo>
                      <a:lnTo>
                        <a:pt x="117" y="3595"/>
                      </a:lnTo>
                      <a:lnTo>
                        <a:pt x="117" y="144"/>
                      </a:lnTo>
                      <a:cubicBezTo>
                        <a:pt x="117" y="108"/>
                        <a:pt x="153" y="108"/>
                        <a:pt x="153" y="72"/>
                      </a:cubicBezTo>
                      <a:cubicBezTo>
                        <a:pt x="153" y="36"/>
                        <a:pt x="117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8" name="Google Shape;1068;p20"/>
                <p:cNvSpPr/>
                <p:nvPr/>
              </p:nvSpPr>
              <p:spPr>
                <a:xfrm>
                  <a:off x="3837778" y="2812206"/>
                  <a:ext cx="274255" cy="1853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2" h="14947" extrusionOk="0">
                      <a:moveTo>
                        <a:pt x="2130" y="1"/>
                      </a:moveTo>
                      <a:cubicBezTo>
                        <a:pt x="2058" y="1"/>
                        <a:pt x="2023" y="37"/>
                        <a:pt x="2023" y="81"/>
                      </a:cubicBezTo>
                      <a:cubicBezTo>
                        <a:pt x="2023" y="117"/>
                        <a:pt x="2058" y="153"/>
                        <a:pt x="2094" y="153"/>
                      </a:cubicBezTo>
                      <a:lnTo>
                        <a:pt x="2094" y="5618"/>
                      </a:lnTo>
                      <a:lnTo>
                        <a:pt x="1160" y="6480"/>
                      </a:lnTo>
                      <a:lnTo>
                        <a:pt x="1160" y="13859"/>
                      </a:lnTo>
                      <a:lnTo>
                        <a:pt x="0" y="14946"/>
                      </a:lnTo>
                      <a:lnTo>
                        <a:pt x="72" y="14946"/>
                      </a:lnTo>
                      <a:lnTo>
                        <a:pt x="1232" y="13895"/>
                      </a:lnTo>
                      <a:lnTo>
                        <a:pt x="1232" y="6480"/>
                      </a:lnTo>
                      <a:lnTo>
                        <a:pt x="2130" y="5653"/>
                      </a:lnTo>
                      <a:lnTo>
                        <a:pt x="2130" y="153"/>
                      </a:lnTo>
                      <a:cubicBezTo>
                        <a:pt x="2166" y="153"/>
                        <a:pt x="2211" y="117"/>
                        <a:pt x="2211" y="81"/>
                      </a:cubicBezTo>
                      <a:cubicBezTo>
                        <a:pt x="2211" y="37"/>
                        <a:pt x="2166" y="1"/>
                        <a:pt x="21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9" name="Google Shape;1069;p20"/>
                <p:cNvSpPr/>
                <p:nvPr/>
              </p:nvSpPr>
              <p:spPr>
                <a:xfrm>
                  <a:off x="3499051" y="2859071"/>
                  <a:ext cx="380014" cy="1806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5" h="14569" extrusionOk="0">
                      <a:moveTo>
                        <a:pt x="971" y="0"/>
                      </a:moveTo>
                      <a:cubicBezTo>
                        <a:pt x="935" y="0"/>
                        <a:pt x="899" y="36"/>
                        <a:pt x="899" y="72"/>
                      </a:cubicBezTo>
                      <a:cubicBezTo>
                        <a:pt x="899" y="108"/>
                        <a:pt x="899" y="108"/>
                        <a:pt x="935" y="153"/>
                      </a:cubicBezTo>
                      <a:lnTo>
                        <a:pt x="935" y="3478"/>
                      </a:lnTo>
                      <a:lnTo>
                        <a:pt x="0" y="4341"/>
                      </a:lnTo>
                      <a:lnTo>
                        <a:pt x="0" y="7450"/>
                      </a:lnTo>
                      <a:lnTo>
                        <a:pt x="935" y="8313"/>
                      </a:lnTo>
                      <a:lnTo>
                        <a:pt x="935" y="14568"/>
                      </a:lnTo>
                      <a:lnTo>
                        <a:pt x="971" y="14568"/>
                      </a:lnTo>
                      <a:lnTo>
                        <a:pt x="971" y="13103"/>
                      </a:lnTo>
                      <a:lnTo>
                        <a:pt x="2130" y="12061"/>
                      </a:lnTo>
                      <a:lnTo>
                        <a:pt x="2130" y="8610"/>
                      </a:lnTo>
                      <a:lnTo>
                        <a:pt x="3065" y="7747"/>
                      </a:lnTo>
                      <a:lnTo>
                        <a:pt x="3065" y="4646"/>
                      </a:lnTo>
                      <a:lnTo>
                        <a:pt x="2130" y="3784"/>
                      </a:lnTo>
                      <a:lnTo>
                        <a:pt x="2130" y="413"/>
                      </a:lnTo>
                      <a:cubicBezTo>
                        <a:pt x="2166" y="413"/>
                        <a:pt x="2202" y="377"/>
                        <a:pt x="2202" y="377"/>
                      </a:cubicBezTo>
                      <a:cubicBezTo>
                        <a:pt x="2202" y="333"/>
                        <a:pt x="2166" y="297"/>
                        <a:pt x="2130" y="297"/>
                      </a:cubicBezTo>
                      <a:cubicBezTo>
                        <a:pt x="2058" y="297"/>
                        <a:pt x="2022" y="333"/>
                        <a:pt x="2022" y="377"/>
                      </a:cubicBezTo>
                      <a:cubicBezTo>
                        <a:pt x="2022" y="377"/>
                        <a:pt x="2058" y="413"/>
                        <a:pt x="2094" y="413"/>
                      </a:cubicBezTo>
                      <a:lnTo>
                        <a:pt x="2094" y="3820"/>
                      </a:lnTo>
                      <a:lnTo>
                        <a:pt x="3029" y="4646"/>
                      </a:lnTo>
                      <a:lnTo>
                        <a:pt x="3029" y="7747"/>
                      </a:lnTo>
                      <a:lnTo>
                        <a:pt x="2094" y="8574"/>
                      </a:lnTo>
                      <a:lnTo>
                        <a:pt x="2094" y="12016"/>
                      </a:lnTo>
                      <a:lnTo>
                        <a:pt x="971" y="13031"/>
                      </a:lnTo>
                      <a:lnTo>
                        <a:pt x="971" y="11836"/>
                      </a:lnTo>
                      <a:lnTo>
                        <a:pt x="1528" y="11342"/>
                      </a:lnTo>
                      <a:lnTo>
                        <a:pt x="1528" y="2849"/>
                      </a:lnTo>
                      <a:cubicBezTo>
                        <a:pt x="1573" y="2849"/>
                        <a:pt x="1573" y="2804"/>
                        <a:pt x="1573" y="2768"/>
                      </a:cubicBezTo>
                      <a:cubicBezTo>
                        <a:pt x="1573" y="2732"/>
                        <a:pt x="1573" y="2696"/>
                        <a:pt x="1492" y="2696"/>
                      </a:cubicBezTo>
                      <a:cubicBezTo>
                        <a:pt x="1456" y="2696"/>
                        <a:pt x="1420" y="2732"/>
                        <a:pt x="1420" y="2768"/>
                      </a:cubicBezTo>
                      <a:cubicBezTo>
                        <a:pt x="1420" y="2804"/>
                        <a:pt x="1456" y="2849"/>
                        <a:pt x="1492" y="2849"/>
                      </a:cubicBezTo>
                      <a:lnTo>
                        <a:pt x="1492" y="11306"/>
                      </a:lnTo>
                      <a:lnTo>
                        <a:pt x="971" y="11755"/>
                      </a:lnTo>
                      <a:lnTo>
                        <a:pt x="971" y="6327"/>
                      </a:lnTo>
                      <a:cubicBezTo>
                        <a:pt x="1007" y="6327"/>
                        <a:pt x="1043" y="6291"/>
                        <a:pt x="1043" y="6255"/>
                      </a:cubicBezTo>
                      <a:cubicBezTo>
                        <a:pt x="1043" y="6219"/>
                        <a:pt x="1007" y="6174"/>
                        <a:pt x="971" y="6174"/>
                      </a:cubicBezTo>
                      <a:cubicBezTo>
                        <a:pt x="935" y="6174"/>
                        <a:pt x="899" y="6219"/>
                        <a:pt x="899" y="6255"/>
                      </a:cubicBezTo>
                      <a:cubicBezTo>
                        <a:pt x="899" y="6291"/>
                        <a:pt x="899" y="6327"/>
                        <a:pt x="935" y="6327"/>
                      </a:cubicBezTo>
                      <a:lnTo>
                        <a:pt x="935" y="8241"/>
                      </a:lnTo>
                      <a:lnTo>
                        <a:pt x="72" y="7450"/>
                      </a:lnTo>
                      <a:lnTo>
                        <a:pt x="72" y="4377"/>
                      </a:lnTo>
                      <a:lnTo>
                        <a:pt x="971" y="3523"/>
                      </a:lnTo>
                      <a:lnTo>
                        <a:pt x="971" y="153"/>
                      </a:lnTo>
                      <a:cubicBezTo>
                        <a:pt x="1007" y="108"/>
                        <a:pt x="1043" y="108"/>
                        <a:pt x="1043" y="72"/>
                      </a:cubicBezTo>
                      <a:cubicBezTo>
                        <a:pt x="1043" y="36"/>
                        <a:pt x="1007" y="0"/>
                        <a:pt x="97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0" name="Google Shape;1070;p20"/>
                <p:cNvSpPr/>
                <p:nvPr/>
              </p:nvSpPr>
              <p:spPr>
                <a:xfrm>
                  <a:off x="3326340" y="3949869"/>
                  <a:ext cx="186225" cy="715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" h="5771" extrusionOk="0">
                      <a:moveTo>
                        <a:pt x="1429" y="0"/>
                      </a:moveTo>
                      <a:cubicBezTo>
                        <a:pt x="1393" y="0"/>
                        <a:pt x="1348" y="36"/>
                        <a:pt x="1348" y="72"/>
                      </a:cubicBezTo>
                      <a:cubicBezTo>
                        <a:pt x="1348" y="117"/>
                        <a:pt x="1348" y="117"/>
                        <a:pt x="1393" y="117"/>
                      </a:cubicBezTo>
                      <a:lnTo>
                        <a:pt x="1393" y="710"/>
                      </a:lnTo>
                      <a:lnTo>
                        <a:pt x="944" y="1124"/>
                      </a:lnTo>
                      <a:lnTo>
                        <a:pt x="944" y="4872"/>
                      </a:lnTo>
                      <a:lnTo>
                        <a:pt x="0" y="5689"/>
                      </a:lnTo>
                      <a:lnTo>
                        <a:pt x="0" y="5770"/>
                      </a:lnTo>
                      <a:lnTo>
                        <a:pt x="81" y="5770"/>
                      </a:lnTo>
                      <a:lnTo>
                        <a:pt x="81" y="5734"/>
                      </a:lnTo>
                      <a:lnTo>
                        <a:pt x="1016" y="4872"/>
                      </a:lnTo>
                      <a:lnTo>
                        <a:pt x="1016" y="1124"/>
                      </a:lnTo>
                      <a:lnTo>
                        <a:pt x="1465" y="710"/>
                      </a:lnTo>
                      <a:lnTo>
                        <a:pt x="1465" y="117"/>
                      </a:lnTo>
                      <a:cubicBezTo>
                        <a:pt x="1465" y="117"/>
                        <a:pt x="1501" y="117"/>
                        <a:pt x="1501" y="72"/>
                      </a:cubicBezTo>
                      <a:cubicBezTo>
                        <a:pt x="1501" y="36"/>
                        <a:pt x="1465" y="0"/>
                        <a:pt x="14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1" name="Google Shape;1071;p20"/>
                <p:cNvSpPr/>
                <p:nvPr/>
              </p:nvSpPr>
              <p:spPr>
                <a:xfrm>
                  <a:off x="3276126" y="3248996"/>
                  <a:ext cx="129440" cy="1416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1424" extrusionOk="0">
                      <a:moveTo>
                        <a:pt x="971" y="1"/>
                      </a:moveTo>
                      <a:cubicBezTo>
                        <a:pt x="900" y="1"/>
                        <a:pt x="855" y="36"/>
                        <a:pt x="855" y="72"/>
                      </a:cubicBezTo>
                      <a:cubicBezTo>
                        <a:pt x="855" y="108"/>
                        <a:pt x="900" y="153"/>
                        <a:pt x="936" y="153"/>
                      </a:cubicBezTo>
                      <a:lnTo>
                        <a:pt x="936" y="10300"/>
                      </a:lnTo>
                      <a:lnTo>
                        <a:pt x="1" y="11163"/>
                      </a:lnTo>
                      <a:lnTo>
                        <a:pt x="1" y="11423"/>
                      </a:lnTo>
                      <a:lnTo>
                        <a:pt x="73" y="11423"/>
                      </a:lnTo>
                      <a:lnTo>
                        <a:pt x="73" y="11163"/>
                      </a:lnTo>
                      <a:lnTo>
                        <a:pt x="971" y="10336"/>
                      </a:lnTo>
                      <a:lnTo>
                        <a:pt x="971" y="153"/>
                      </a:lnTo>
                      <a:cubicBezTo>
                        <a:pt x="1007" y="153"/>
                        <a:pt x="1043" y="108"/>
                        <a:pt x="1043" y="72"/>
                      </a:cubicBezTo>
                      <a:cubicBezTo>
                        <a:pt x="1043" y="36"/>
                        <a:pt x="1007" y="1"/>
                        <a:pt x="97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2" name="Google Shape;1072;p20"/>
                <p:cNvSpPr/>
                <p:nvPr/>
              </p:nvSpPr>
              <p:spPr>
                <a:xfrm>
                  <a:off x="2904047" y="4232921"/>
                  <a:ext cx="79226" cy="4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" h="3488" extrusionOk="0">
                      <a:moveTo>
                        <a:pt x="81" y="0"/>
                      </a:moveTo>
                      <a:cubicBezTo>
                        <a:pt x="36" y="0"/>
                        <a:pt x="0" y="0"/>
                        <a:pt x="0" y="81"/>
                      </a:cubicBezTo>
                      <a:cubicBezTo>
                        <a:pt x="0" y="81"/>
                        <a:pt x="36" y="117"/>
                        <a:pt x="81" y="117"/>
                      </a:cubicBezTo>
                      <a:lnTo>
                        <a:pt x="81" y="3002"/>
                      </a:lnTo>
                      <a:lnTo>
                        <a:pt x="566" y="3487"/>
                      </a:lnTo>
                      <a:lnTo>
                        <a:pt x="638" y="3487"/>
                      </a:lnTo>
                      <a:lnTo>
                        <a:pt x="117" y="3002"/>
                      </a:lnTo>
                      <a:lnTo>
                        <a:pt x="117" y="117"/>
                      </a:lnTo>
                      <a:cubicBezTo>
                        <a:pt x="153" y="117"/>
                        <a:pt x="189" y="81"/>
                        <a:pt x="189" y="81"/>
                      </a:cubicBezTo>
                      <a:cubicBezTo>
                        <a:pt x="189" y="0"/>
                        <a:pt x="153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3" name="Google Shape;1073;p20"/>
                <p:cNvSpPr/>
                <p:nvPr/>
              </p:nvSpPr>
              <p:spPr>
                <a:xfrm>
                  <a:off x="3549141" y="4391123"/>
                  <a:ext cx="19094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2212" extrusionOk="0">
                      <a:moveTo>
                        <a:pt x="82" y="0"/>
                      </a:moveTo>
                      <a:cubicBezTo>
                        <a:pt x="46" y="0"/>
                        <a:pt x="1" y="36"/>
                        <a:pt x="1" y="72"/>
                      </a:cubicBezTo>
                      <a:cubicBezTo>
                        <a:pt x="1" y="72"/>
                        <a:pt x="46" y="108"/>
                        <a:pt x="82" y="108"/>
                      </a:cubicBezTo>
                      <a:lnTo>
                        <a:pt x="82" y="2211"/>
                      </a:lnTo>
                      <a:lnTo>
                        <a:pt x="118" y="2211"/>
                      </a:lnTo>
                      <a:lnTo>
                        <a:pt x="118" y="108"/>
                      </a:lnTo>
                      <a:cubicBezTo>
                        <a:pt x="153" y="108"/>
                        <a:pt x="153" y="72"/>
                        <a:pt x="153" y="72"/>
                      </a:cubicBezTo>
                      <a:cubicBezTo>
                        <a:pt x="153" y="36"/>
                        <a:pt x="118" y="0"/>
                        <a:pt x="8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4" name="Google Shape;1074;p20"/>
                <p:cNvSpPr/>
                <p:nvPr/>
              </p:nvSpPr>
              <p:spPr>
                <a:xfrm>
                  <a:off x="2727988" y="3666817"/>
                  <a:ext cx="134896" cy="998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8054" extrusionOk="0">
                      <a:moveTo>
                        <a:pt x="1007" y="1"/>
                      </a:moveTo>
                      <a:cubicBezTo>
                        <a:pt x="971" y="1"/>
                        <a:pt x="935" y="37"/>
                        <a:pt x="935" y="73"/>
                      </a:cubicBezTo>
                      <a:cubicBezTo>
                        <a:pt x="935" y="109"/>
                        <a:pt x="935" y="109"/>
                        <a:pt x="971" y="154"/>
                      </a:cubicBezTo>
                      <a:lnTo>
                        <a:pt x="971" y="2023"/>
                      </a:lnTo>
                      <a:lnTo>
                        <a:pt x="0" y="2886"/>
                      </a:lnTo>
                      <a:lnTo>
                        <a:pt x="0" y="8053"/>
                      </a:lnTo>
                      <a:lnTo>
                        <a:pt x="72" y="8053"/>
                      </a:lnTo>
                      <a:lnTo>
                        <a:pt x="72" y="2922"/>
                      </a:lnTo>
                      <a:lnTo>
                        <a:pt x="1052" y="2023"/>
                      </a:lnTo>
                      <a:lnTo>
                        <a:pt x="1052" y="154"/>
                      </a:lnTo>
                      <a:cubicBezTo>
                        <a:pt x="1088" y="109"/>
                        <a:pt x="1088" y="109"/>
                        <a:pt x="1088" y="73"/>
                      </a:cubicBezTo>
                      <a:cubicBezTo>
                        <a:pt x="1088" y="37"/>
                        <a:pt x="1052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5" name="Google Shape;1075;p20"/>
                <p:cNvSpPr/>
                <p:nvPr/>
              </p:nvSpPr>
              <p:spPr>
                <a:xfrm>
                  <a:off x="842548" y="3857378"/>
                  <a:ext cx="121629" cy="807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1" h="6517" extrusionOk="0">
                      <a:moveTo>
                        <a:pt x="899" y="1"/>
                      </a:moveTo>
                      <a:cubicBezTo>
                        <a:pt x="827" y="1"/>
                        <a:pt x="827" y="36"/>
                        <a:pt x="827" y="72"/>
                      </a:cubicBezTo>
                      <a:lnTo>
                        <a:pt x="827" y="108"/>
                      </a:lnTo>
                      <a:lnTo>
                        <a:pt x="1" y="818"/>
                      </a:lnTo>
                      <a:lnTo>
                        <a:pt x="1" y="1349"/>
                      </a:lnTo>
                      <a:lnTo>
                        <a:pt x="863" y="2095"/>
                      </a:lnTo>
                      <a:lnTo>
                        <a:pt x="863" y="6516"/>
                      </a:lnTo>
                      <a:lnTo>
                        <a:pt x="899" y="6516"/>
                      </a:lnTo>
                      <a:lnTo>
                        <a:pt x="899" y="1160"/>
                      </a:lnTo>
                      <a:cubicBezTo>
                        <a:pt x="935" y="1160"/>
                        <a:pt x="980" y="1160"/>
                        <a:pt x="980" y="1124"/>
                      </a:cubicBezTo>
                      <a:cubicBezTo>
                        <a:pt x="980" y="1088"/>
                        <a:pt x="935" y="1043"/>
                        <a:pt x="899" y="1043"/>
                      </a:cubicBezTo>
                      <a:cubicBezTo>
                        <a:pt x="827" y="1043"/>
                        <a:pt x="827" y="1088"/>
                        <a:pt x="827" y="1124"/>
                      </a:cubicBezTo>
                      <a:cubicBezTo>
                        <a:pt x="827" y="1160"/>
                        <a:pt x="827" y="1160"/>
                        <a:pt x="863" y="1160"/>
                      </a:cubicBezTo>
                      <a:lnTo>
                        <a:pt x="863" y="2023"/>
                      </a:lnTo>
                      <a:lnTo>
                        <a:pt x="82" y="1313"/>
                      </a:lnTo>
                      <a:lnTo>
                        <a:pt x="82" y="863"/>
                      </a:lnTo>
                      <a:lnTo>
                        <a:pt x="863" y="144"/>
                      </a:lnTo>
                      <a:lnTo>
                        <a:pt x="899" y="144"/>
                      </a:lnTo>
                      <a:cubicBezTo>
                        <a:pt x="935" y="144"/>
                        <a:pt x="980" y="108"/>
                        <a:pt x="980" y="72"/>
                      </a:cubicBezTo>
                      <a:cubicBezTo>
                        <a:pt x="980" y="36"/>
                        <a:pt x="935" y="1"/>
                        <a:pt x="89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6" name="Google Shape;1076;p20"/>
                <p:cNvSpPr/>
                <p:nvPr/>
              </p:nvSpPr>
              <p:spPr>
                <a:xfrm>
                  <a:off x="838085" y="2640614"/>
                  <a:ext cx="362284" cy="2024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2" h="16331" extrusionOk="0">
                      <a:moveTo>
                        <a:pt x="73" y="1"/>
                      </a:moveTo>
                      <a:cubicBezTo>
                        <a:pt x="37" y="1"/>
                        <a:pt x="1" y="36"/>
                        <a:pt x="1" y="72"/>
                      </a:cubicBezTo>
                      <a:cubicBezTo>
                        <a:pt x="1" y="117"/>
                        <a:pt x="37" y="153"/>
                        <a:pt x="73" y="153"/>
                      </a:cubicBezTo>
                      <a:lnTo>
                        <a:pt x="73" y="2849"/>
                      </a:lnTo>
                      <a:lnTo>
                        <a:pt x="522" y="3263"/>
                      </a:lnTo>
                      <a:lnTo>
                        <a:pt x="522" y="4872"/>
                      </a:lnTo>
                      <a:lnTo>
                        <a:pt x="1421" y="5734"/>
                      </a:lnTo>
                      <a:lnTo>
                        <a:pt x="1421" y="16330"/>
                      </a:lnTo>
                      <a:lnTo>
                        <a:pt x="1502" y="16330"/>
                      </a:lnTo>
                      <a:lnTo>
                        <a:pt x="1502" y="8691"/>
                      </a:lnTo>
                      <a:lnTo>
                        <a:pt x="2095" y="8125"/>
                      </a:lnTo>
                      <a:lnTo>
                        <a:pt x="2095" y="6103"/>
                      </a:lnTo>
                      <a:lnTo>
                        <a:pt x="2922" y="5357"/>
                      </a:lnTo>
                      <a:lnTo>
                        <a:pt x="2922" y="4836"/>
                      </a:lnTo>
                      <a:lnTo>
                        <a:pt x="2140" y="4081"/>
                      </a:lnTo>
                      <a:cubicBezTo>
                        <a:pt x="2140" y="4045"/>
                        <a:pt x="2095" y="4009"/>
                        <a:pt x="2059" y="4009"/>
                      </a:cubicBezTo>
                      <a:cubicBezTo>
                        <a:pt x="2023" y="4009"/>
                        <a:pt x="1987" y="4045"/>
                        <a:pt x="1987" y="4081"/>
                      </a:cubicBezTo>
                      <a:cubicBezTo>
                        <a:pt x="1987" y="4117"/>
                        <a:pt x="2023" y="4162"/>
                        <a:pt x="2059" y="4162"/>
                      </a:cubicBezTo>
                      <a:lnTo>
                        <a:pt x="2095" y="4117"/>
                      </a:lnTo>
                      <a:lnTo>
                        <a:pt x="2850" y="4872"/>
                      </a:lnTo>
                      <a:lnTo>
                        <a:pt x="2850" y="5321"/>
                      </a:lnTo>
                      <a:lnTo>
                        <a:pt x="2095" y="6031"/>
                      </a:lnTo>
                      <a:lnTo>
                        <a:pt x="2095" y="5168"/>
                      </a:lnTo>
                      <a:lnTo>
                        <a:pt x="2140" y="5132"/>
                      </a:lnTo>
                      <a:cubicBezTo>
                        <a:pt x="2140" y="5096"/>
                        <a:pt x="2095" y="5060"/>
                        <a:pt x="2059" y="5060"/>
                      </a:cubicBezTo>
                      <a:cubicBezTo>
                        <a:pt x="2023" y="5060"/>
                        <a:pt x="1987" y="5096"/>
                        <a:pt x="1987" y="5132"/>
                      </a:cubicBezTo>
                      <a:cubicBezTo>
                        <a:pt x="1987" y="5132"/>
                        <a:pt x="1987" y="5168"/>
                        <a:pt x="2023" y="5168"/>
                      </a:cubicBezTo>
                      <a:lnTo>
                        <a:pt x="2023" y="8125"/>
                      </a:lnTo>
                      <a:lnTo>
                        <a:pt x="1502" y="8610"/>
                      </a:lnTo>
                      <a:lnTo>
                        <a:pt x="1502" y="5734"/>
                      </a:lnTo>
                      <a:lnTo>
                        <a:pt x="567" y="4872"/>
                      </a:lnTo>
                      <a:lnTo>
                        <a:pt x="567" y="3218"/>
                      </a:lnTo>
                      <a:lnTo>
                        <a:pt x="118" y="2814"/>
                      </a:lnTo>
                      <a:lnTo>
                        <a:pt x="118" y="153"/>
                      </a:lnTo>
                      <a:cubicBezTo>
                        <a:pt x="153" y="153"/>
                        <a:pt x="189" y="117"/>
                        <a:pt x="189" y="72"/>
                      </a:cubicBezTo>
                      <a:cubicBezTo>
                        <a:pt x="189" y="36"/>
                        <a:pt x="153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7" name="Google Shape;1077;p20"/>
                <p:cNvSpPr/>
                <p:nvPr/>
              </p:nvSpPr>
              <p:spPr>
                <a:xfrm>
                  <a:off x="713356" y="3309128"/>
                  <a:ext cx="129316" cy="1356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10939" extrusionOk="0">
                      <a:moveTo>
                        <a:pt x="935" y="1"/>
                      </a:moveTo>
                      <a:cubicBezTo>
                        <a:pt x="899" y="1"/>
                        <a:pt x="854" y="37"/>
                        <a:pt x="854" y="73"/>
                      </a:cubicBezTo>
                      <a:cubicBezTo>
                        <a:pt x="854" y="118"/>
                        <a:pt x="899" y="118"/>
                        <a:pt x="935" y="154"/>
                      </a:cubicBezTo>
                      <a:lnTo>
                        <a:pt x="935" y="3488"/>
                      </a:lnTo>
                      <a:lnTo>
                        <a:pt x="0" y="4342"/>
                      </a:lnTo>
                      <a:lnTo>
                        <a:pt x="0" y="7451"/>
                      </a:lnTo>
                      <a:lnTo>
                        <a:pt x="935" y="8314"/>
                      </a:lnTo>
                      <a:lnTo>
                        <a:pt x="935" y="10938"/>
                      </a:lnTo>
                      <a:lnTo>
                        <a:pt x="971" y="10938"/>
                      </a:lnTo>
                      <a:lnTo>
                        <a:pt x="971" y="8314"/>
                      </a:lnTo>
                      <a:lnTo>
                        <a:pt x="36" y="7451"/>
                      </a:lnTo>
                      <a:lnTo>
                        <a:pt x="36" y="4387"/>
                      </a:lnTo>
                      <a:lnTo>
                        <a:pt x="971" y="3524"/>
                      </a:lnTo>
                      <a:lnTo>
                        <a:pt x="971" y="154"/>
                      </a:lnTo>
                      <a:cubicBezTo>
                        <a:pt x="1007" y="118"/>
                        <a:pt x="1043" y="118"/>
                        <a:pt x="1043" y="73"/>
                      </a:cubicBezTo>
                      <a:cubicBezTo>
                        <a:pt x="1043" y="37"/>
                        <a:pt x="1007" y="1"/>
                        <a:pt x="93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8" name="Google Shape;1078;p20"/>
                <p:cNvSpPr/>
                <p:nvPr/>
              </p:nvSpPr>
              <p:spPr>
                <a:xfrm>
                  <a:off x="754519" y="4024507"/>
                  <a:ext cx="135020" cy="6408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5169" extrusionOk="0">
                      <a:moveTo>
                        <a:pt x="73" y="1"/>
                      </a:moveTo>
                      <a:cubicBezTo>
                        <a:pt x="37" y="1"/>
                        <a:pt x="1" y="37"/>
                        <a:pt x="1" y="73"/>
                      </a:cubicBezTo>
                      <a:cubicBezTo>
                        <a:pt x="1" y="108"/>
                        <a:pt x="37" y="144"/>
                        <a:pt x="73" y="144"/>
                      </a:cubicBezTo>
                      <a:lnTo>
                        <a:pt x="117" y="108"/>
                      </a:lnTo>
                      <a:lnTo>
                        <a:pt x="1016" y="935"/>
                      </a:lnTo>
                      <a:lnTo>
                        <a:pt x="1016" y="5168"/>
                      </a:lnTo>
                      <a:lnTo>
                        <a:pt x="1088" y="5168"/>
                      </a:lnTo>
                      <a:lnTo>
                        <a:pt x="1088" y="935"/>
                      </a:lnTo>
                      <a:lnTo>
                        <a:pt x="153" y="73"/>
                      </a:lnTo>
                      <a:cubicBezTo>
                        <a:pt x="153" y="37"/>
                        <a:pt x="153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9" name="Google Shape;1079;p20"/>
                <p:cNvSpPr/>
                <p:nvPr/>
              </p:nvSpPr>
              <p:spPr>
                <a:xfrm>
                  <a:off x="2412570" y="3253460"/>
                  <a:ext cx="189573" cy="1411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9" h="11388" extrusionOk="0">
                      <a:moveTo>
                        <a:pt x="747" y="0"/>
                      </a:moveTo>
                      <a:cubicBezTo>
                        <a:pt x="711" y="0"/>
                        <a:pt x="675" y="36"/>
                        <a:pt x="675" y="72"/>
                      </a:cubicBezTo>
                      <a:cubicBezTo>
                        <a:pt x="675" y="72"/>
                        <a:pt x="711" y="117"/>
                        <a:pt x="711" y="153"/>
                      </a:cubicBezTo>
                      <a:lnTo>
                        <a:pt x="711" y="8988"/>
                      </a:lnTo>
                      <a:lnTo>
                        <a:pt x="1421" y="9590"/>
                      </a:lnTo>
                      <a:lnTo>
                        <a:pt x="1421" y="10408"/>
                      </a:lnTo>
                      <a:lnTo>
                        <a:pt x="109" y="9248"/>
                      </a:lnTo>
                      <a:lnTo>
                        <a:pt x="109" y="5653"/>
                      </a:lnTo>
                      <a:cubicBezTo>
                        <a:pt x="145" y="5653"/>
                        <a:pt x="145" y="5617"/>
                        <a:pt x="145" y="5582"/>
                      </a:cubicBezTo>
                      <a:cubicBezTo>
                        <a:pt x="145" y="5546"/>
                        <a:pt x="109" y="5510"/>
                        <a:pt x="73" y="5510"/>
                      </a:cubicBezTo>
                      <a:cubicBezTo>
                        <a:pt x="37" y="5510"/>
                        <a:pt x="1" y="5546"/>
                        <a:pt x="1" y="5582"/>
                      </a:cubicBezTo>
                      <a:cubicBezTo>
                        <a:pt x="1" y="5617"/>
                        <a:pt x="37" y="5653"/>
                        <a:pt x="37" y="5653"/>
                      </a:cubicBezTo>
                      <a:lnTo>
                        <a:pt x="37" y="9248"/>
                      </a:lnTo>
                      <a:lnTo>
                        <a:pt x="1421" y="10489"/>
                      </a:lnTo>
                      <a:lnTo>
                        <a:pt x="1421" y="11387"/>
                      </a:lnTo>
                      <a:lnTo>
                        <a:pt x="1457" y="11387"/>
                      </a:lnTo>
                      <a:lnTo>
                        <a:pt x="1457" y="2472"/>
                      </a:lnTo>
                      <a:cubicBezTo>
                        <a:pt x="1493" y="2472"/>
                        <a:pt x="1529" y="2436"/>
                        <a:pt x="1529" y="2400"/>
                      </a:cubicBezTo>
                      <a:cubicBezTo>
                        <a:pt x="1529" y="2364"/>
                        <a:pt x="1493" y="2319"/>
                        <a:pt x="1457" y="2319"/>
                      </a:cubicBezTo>
                      <a:cubicBezTo>
                        <a:pt x="1385" y="2319"/>
                        <a:pt x="1349" y="2364"/>
                        <a:pt x="1349" y="2400"/>
                      </a:cubicBezTo>
                      <a:cubicBezTo>
                        <a:pt x="1349" y="2436"/>
                        <a:pt x="1385" y="2472"/>
                        <a:pt x="1421" y="2472"/>
                      </a:cubicBezTo>
                      <a:lnTo>
                        <a:pt x="1421" y="9509"/>
                      </a:lnTo>
                      <a:lnTo>
                        <a:pt x="783" y="8952"/>
                      </a:lnTo>
                      <a:lnTo>
                        <a:pt x="783" y="153"/>
                      </a:lnTo>
                      <a:cubicBezTo>
                        <a:pt x="819" y="117"/>
                        <a:pt x="854" y="117"/>
                        <a:pt x="854" y="72"/>
                      </a:cubicBezTo>
                      <a:cubicBezTo>
                        <a:pt x="854" y="36"/>
                        <a:pt x="819" y="0"/>
                        <a:pt x="74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0" name="Google Shape;1080;p20"/>
                <p:cNvSpPr/>
                <p:nvPr/>
              </p:nvSpPr>
              <p:spPr>
                <a:xfrm>
                  <a:off x="2667732" y="3471793"/>
                  <a:ext cx="135020" cy="11935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9627" extrusionOk="0">
                      <a:moveTo>
                        <a:pt x="1007" y="1"/>
                      </a:moveTo>
                      <a:cubicBezTo>
                        <a:pt x="971" y="1"/>
                        <a:pt x="935" y="1"/>
                        <a:pt x="935" y="73"/>
                      </a:cubicBezTo>
                      <a:cubicBezTo>
                        <a:pt x="935" y="73"/>
                        <a:pt x="935" y="109"/>
                        <a:pt x="971" y="109"/>
                      </a:cubicBezTo>
                      <a:lnTo>
                        <a:pt x="971" y="3407"/>
                      </a:lnTo>
                      <a:lnTo>
                        <a:pt x="1" y="4270"/>
                      </a:lnTo>
                      <a:lnTo>
                        <a:pt x="37" y="4306"/>
                      </a:lnTo>
                      <a:lnTo>
                        <a:pt x="1" y="4306"/>
                      </a:lnTo>
                      <a:lnTo>
                        <a:pt x="1" y="9626"/>
                      </a:lnTo>
                      <a:lnTo>
                        <a:pt x="73" y="9626"/>
                      </a:lnTo>
                      <a:lnTo>
                        <a:pt x="73" y="4306"/>
                      </a:lnTo>
                      <a:lnTo>
                        <a:pt x="1043" y="3407"/>
                      </a:lnTo>
                      <a:lnTo>
                        <a:pt x="1043" y="109"/>
                      </a:lnTo>
                      <a:cubicBezTo>
                        <a:pt x="1088" y="109"/>
                        <a:pt x="1088" y="73"/>
                        <a:pt x="1088" y="73"/>
                      </a:cubicBezTo>
                      <a:cubicBezTo>
                        <a:pt x="1088" y="1"/>
                        <a:pt x="1043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1" name="Google Shape;1081;p20"/>
                <p:cNvSpPr/>
                <p:nvPr/>
              </p:nvSpPr>
              <p:spPr>
                <a:xfrm>
                  <a:off x="4571025" y="4024507"/>
                  <a:ext cx="130432" cy="6408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2" h="5169" extrusionOk="0">
                      <a:moveTo>
                        <a:pt x="971" y="1"/>
                      </a:moveTo>
                      <a:cubicBezTo>
                        <a:pt x="935" y="1"/>
                        <a:pt x="899" y="37"/>
                        <a:pt x="899" y="73"/>
                      </a:cubicBezTo>
                      <a:lnTo>
                        <a:pt x="0" y="935"/>
                      </a:lnTo>
                      <a:lnTo>
                        <a:pt x="0" y="5168"/>
                      </a:lnTo>
                      <a:lnTo>
                        <a:pt x="36" y="5168"/>
                      </a:lnTo>
                      <a:lnTo>
                        <a:pt x="36" y="935"/>
                      </a:lnTo>
                      <a:lnTo>
                        <a:pt x="935" y="108"/>
                      </a:lnTo>
                      <a:lnTo>
                        <a:pt x="971" y="144"/>
                      </a:lnTo>
                      <a:cubicBezTo>
                        <a:pt x="1016" y="144"/>
                        <a:pt x="1052" y="108"/>
                        <a:pt x="1052" y="73"/>
                      </a:cubicBezTo>
                      <a:cubicBezTo>
                        <a:pt x="1052" y="37"/>
                        <a:pt x="1016" y="1"/>
                        <a:pt x="97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2" name="Google Shape;1082;p20"/>
                <p:cNvSpPr/>
                <p:nvPr/>
              </p:nvSpPr>
              <p:spPr>
                <a:xfrm>
                  <a:off x="1947999" y="3949869"/>
                  <a:ext cx="180522" cy="715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6" h="5771" extrusionOk="0">
                      <a:moveTo>
                        <a:pt x="72" y="0"/>
                      </a:moveTo>
                      <a:cubicBezTo>
                        <a:pt x="36" y="0"/>
                        <a:pt x="0" y="36"/>
                        <a:pt x="0" y="72"/>
                      </a:cubicBezTo>
                      <a:cubicBezTo>
                        <a:pt x="0" y="117"/>
                        <a:pt x="0" y="117"/>
                        <a:pt x="36" y="117"/>
                      </a:cubicBezTo>
                      <a:lnTo>
                        <a:pt x="36" y="710"/>
                      </a:lnTo>
                      <a:lnTo>
                        <a:pt x="485" y="1124"/>
                      </a:lnTo>
                      <a:lnTo>
                        <a:pt x="485" y="4872"/>
                      </a:lnTo>
                      <a:lnTo>
                        <a:pt x="1420" y="5734"/>
                      </a:lnTo>
                      <a:lnTo>
                        <a:pt x="1420" y="5770"/>
                      </a:lnTo>
                      <a:lnTo>
                        <a:pt x="1456" y="5770"/>
                      </a:lnTo>
                      <a:lnTo>
                        <a:pt x="1456" y="5689"/>
                      </a:lnTo>
                      <a:lnTo>
                        <a:pt x="521" y="4872"/>
                      </a:lnTo>
                      <a:lnTo>
                        <a:pt x="521" y="1124"/>
                      </a:lnTo>
                      <a:lnTo>
                        <a:pt x="72" y="710"/>
                      </a:lnTo>
                      <a:lnTo>
                        <a:pt x="72" y="117"/>
                      </a:lnTo>
                      <a:cubicBezTo>
                        <a:pt x="108" y="117"/>
                        <a:pt x="153" y="117"/>
                        <a:pt x="153" y="72"/>
                      </a:cubicBezTo>
                      <a:cubicBezTo>
                        <a:pt x="153" y="36"/>
                        <a:pt x="108" y="0"/>
                        <a:pt x="7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3" name="Google Shape;1083;p20"/>
                <p:cNvSpPr/>
                <p:nvPr/>
              </p:nvSpPr>
              <p:spPr>
                <a:xfrm>
                  <a:off x="2054874" y="3248996"/>
                  <a:ext cx="129440" cy="1416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1424" extrusionOk="0">
                      <a:moveTo>
                        <a:pt x="73" y="1"/>
                      </a:moveTo>
                      <a:cubicBezTo>
                        <a:pt x="37" y="1"/>
                        <a:pt x="1" y="36"/>
                        <a:pt x="1" y="72"/>
                      </a:cubicBezTo>
                      <a:cubicBezTo>
                        <a:pt x="1" y="108"/>
                        <a:pt x="1" y="153"/>
                        <a:pt x="37" y="153"/>
                      </a:cubicBezTo>
                      <a:lnTo>
                        <a:pt x="37" y="10336"/>
                      </a:lnTo>
                      <a:lnTo>
                        <a:pt x="971" y="11163"/>
                      </a:lnTo>
                      <a:lnTo>
                        <a:pt x="971" y="11423"/>
                      </a:lnTo>
                      <a:lnTo>
                        <a:pt x="1043" y="11423"/>
                      </a:lnTo>
                      <a:lnTo>
                        <a:pt x="1043" y="11163"/>
                      </a:lnTo>
                      <a:lnTo>
                        <a:pt x="109" y="10300"/>
                      </a:lnTo>
                      <a:lnTo>
                        <a:pt x="109" y="153"/>
                      </a:lnTo>
                      <a:cubicBezTo>
                        <a:pt x="145" y="153"/>
                        <a:pt x="145" y="108"/>
                        <a:pt x="145" y="72"/>
                      </a:cubicBezTo>
                      <a:cubicBezTo>
                        <a:pt x="145" y="36"/>
                        <a:pt x="109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4" name="Google Shape;1084;p20"/>
                <p:cNvSpPr/>
                <p:nvPr/>
              </p:nvSpPr>
              <p:spPr>
                <a:xfrm>
                  <a:off x="1947999" y="4219531"/>
                  <a:ext cx="18970" cy="44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3596" extrusionOk="0">
                      <a:moveTo>
                        <a:pt x="72" y="0"/>
                      </a:moveTo>
                      <a:cubicBezTo>
                        <a:pt x="36" y="0"/>
                        <a:pt x="0" y="36"/>
                        <a:pt x="0" y="72"/>
                      </a:cubicBezTo>
                      <a:cubicBezTo>
                        <a:pt x="0" y="108"/>
                        <a:pt x="0" y="108"/>
                        <a:pt x="36" y="144"/>
                      </a:cubicBezTo>
                      <a:lnTo>
                        <a:pt x="36" y="3595"/>
                      </a:lnTo>
                      <a:lnTo>
                        <a:pt x="72" y="3595"/>
                      </a:lnTo>
                      <a:lnTo>
                        <a:pt x="72" y="144"/>
                      </a:lnTo>
                      <a:cubicBezTo>
                        <a:pt x="108" y="108"/>
                        <a:pt x="153" y="108"/>
                        <a:pt x="153" y="72"/>
                      </a:cubicBezTo>
                      <a:cubicBezTo>
                        <a:pt x="153" y="36"/>
                        <a:pt x="108" y="0"/>
                        <a:pt x="7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5" name="Google Shape;1085;p20"/>
                <p:cNvSpPr/>
                <p:nvPr/>
              </p:nvSpPr>
              <p:spPr>
                <a:xfrm>
                  <a:off x="1887742" y="4391123"/>
                  <a:ext cx="17978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" h="2212" extrusionOk="0">
                      <a:moveTo>
                        <a:pt x="73" y="0"/>
                      </a:moveTo>
                      <a:cubicBezTo>
                        <a:pt x="37" y="0"/>
                        <a:pt x="1" y="36"/>
                        <a:pt x="1" y="72"/>
                      </a:cubicBezTo>
                      <a:cubicBezTo>
                        <a:pt x="1" y="72"/>
                        <a:pt x="37" y="108"/>
                        <a:pt x="73" y="108"/>
                      </a:cubicBezTo>
                      <a:lnTo>
                        <a:pt x="73" y="2211"/>
                      </a:lnTo>
                      <a:lnTo>
                        <a:pt x="109" y="2211"/>
                      </a:lnTo>
                      <a:lnTo>
                        <a:pt x="109" y="108"/>
                      </a:lnTo>
                      <a:cubicBezTo>
                        <a:pt x="145" y="108"/>
                        <a:pt x="145" y="72"/>
                        <a:pt x="145" y="72"/>
                      </a:cubicBezTo>
                      <a:cubicBezTo>
                        <a:pt x="145" y="36"/>
                        <a:pt x="109" y="0"/>
                        <a:pt x="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6" name="Google Shape;1086;p20"/>
                <p:cNvSpPr/>
                <p:nvPr/>
              </p:nvSpPr>
              <p:spPr>
                <a:xfrm>
                  <a:off x="1576912" y="2859071"/>
                  <a:ext cx="380014" cy="1806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5" h="14569" extrusionOk="0">
                      <a:moveTo>
                        <a:pt x="2130" y="0"/>
                      </a:moveTo>
                      <a:cubicBezTo>
                        <a:pt x="2094" y="0"/>
                        <a:pt x="2058" y="36"/>
                        <a:pt x="2058" y="72"/>
                      </a:cubicBezTo>
                      <a:cubicBezTo>
                        <a:pt x="2058" y="108"/>
                        <a:pt x="2058" y="108"/>
                        <a:pt x="2094" y="153"/>
                      </a:cubicBezTo>
                      <a:lnTo>
                        <a:pt x="2094" y="3523"/>
                      </a:lnTo>
                      <a:lnTo>
                        <a:pt x="3029" y="4377"/>
                      </a:lnTo>
                      <a:lnTo>
                        <a:pt x="3029" y="7450"/>
                      </a:lnTo>
                      <a:lnTo>
                        <a:pt x="2166" y="8241"/>
                      </a:lnTo>
                      <a:lnTo>
                        <a:pt x="2166" y="6327"/>
                      </a:lnTo>
                      <a:cubicBezTo>
                        <a:pt x="2166" y="6327"/>
                        <a:pt x="2202" y="6291"/>
                        <a:pt x="2202" y="6255"/>
                      </a:cubicBezTo>
                      <a:cubicBezTo>
                        <a:pt x="2202" y="6219"/>
                        <a:pt x="2166" y="6174"/>
                        <a:pt x="2130" y="6174"/>
                      </a:cubicBezTo>
                      <a:cubicBezTo>
                        <a:pt x="2094" y="6174"/>
                        <a:pt x="2058" y="6219"/>
                        <a:pt x="2058" y="6255"/>
                      </a:cubicBezTo>
                      <a:cubicBezTo>
                        <a:pt x="2058" y="6291"/>
                        <a:pt x="2058" y="6327"/>
                        <a:pt x="2094" y="6327"/>
                      </a:cubicBezTo>
                      <a:lnTo>
                        <a:pt x="2094" y="11755"/>
                      </a:lnTo>
                      <a:lnTo>
                        <a:pt x="1609" y="11306"/>
                      </a:lnTo>
                      <a:lnTo>
                        <a:pt x="1609" y="2849"/>
                      </a:lnTo>
                      <a:cubicBezTo>
                        <a:pt x="1645" y="2849"/>
                        <a:pt x="1645" y="2804"/>
                        <a:pt x="1645" y="2768"/>
                      </a:cubicBezTo>
                      <a:cubicBezTo>
                        <a:pt x="1645" y="2732"/>
                        <a:pt x="1609" y="2696"/>
                        <a:pt x="1573" y="2696"/>
                      </a:cubicBezTo>
                      <a:cubicBezTo>
                        <a:pt x="1528" y="2696"/>
                        <a:pt x="1492" y="2732"/>
                        <a:pt x="1492" y="2768"/>
                      </a:cubicBezTo>
                      <a:cubicBezTo>
                        <a:pt x="1492" y="2804"/>
                        <a:pt x="1528" y="2849"/>
                        <a:pt x="1573" y="2849"/>
                      </a:cubicBezTo>
                      <a:lnTo>
                        <a:pt x="1573" y="11342"/>
                      </a:lnTo>
                      <a:lnTo>
                        <a:pt x="2094" y="11836"/>
                      </a:lnTo>
                      <a:lnTo>
                        <a:pt x="2094" y="13031"/>
                      </a:lnTo>
                      <a:lnTo>
                        <a:pt x="1007" y="12016"/>
                      </a:lnTo>
                      <a:lnTo>
                        <a:pt x="1007" y="8574"/>
                      </a:lnTo>
                      <a:lnTo>
                        <a:pt x="72" y="7747"/>
                      </a:lnTo>
                      <a:lnTo>
                        <a:pt x="72" y="4646"/>
                      </a:lnTo>
                      <a:lnTo>
                        <a:pt x="1007" y="3820"/>
                      </a:lnTo>
                      <a:lnTo>
                        <a:pt x="1007" y="413"/>
                      </a:lnTo>
                      <a:cubicBezTo>
                        <a:pt x="1043" y="413"/>
                        <a:pt x="1043" y="377"/>
                        <a:pt x="1043" y="377"/>
                      </a:cubicBezTo>
                      <a:cubicBezTo>
                        <a:pt x="1043" y="333"/>
                        <a:pt x="1007" y="297"/>
                        <a:pt x="971" y="297"/>
                      </a:cubicBezTo>
                      <a:cubicBezTo>
                        <a:pt x="935" y="297"/>
                        <a:pt x="899" y="333"/>
                        <a:pt x="899" y="377"/>
                      </a:cubicBezTo>
                      <a:cubicBezTo>
                        <a:pt x="899" y="377"/>
                        <a:pt x="899" y="413"/>
                        <a:pt x="935" y="413"/>
                      </a:cubicBezTo>
                      <a:lnTo>
                        <a:pt x="935" y="3784"/>
                      </a:lnTo>
                      <a:lnTo>
                        <a:pt x="0" y="4646"/>
                      </a:lnTo>
                      <a:lnTo>
                        <a:pt x="0" y="7747"/>
                      </a:lnTo>
                      <a:lnTo>
                        <a:pt x="935" y="8610"/>
                      </a:lnTo>
                      <a:lnTo>
                        <a:pt x="935" y="12061"/>
                      </a:lnTo>
                      <a:lnTo>
                        <a:pt x="2094" y="13103"/>
                      </a:lnTo>
                      <a:lnTo>
                        <a:pt x="2094" y="14568"/>
                      </a:lnTo>
                      <a:lnTo>
                        <a:pt x="2166" y="14568"/>
                      </a:lnTo>
                      <a:lnTo>
                        <a:pt x="2166" y="8313"/>
                      </a:lnTo>
                      <a:lnTo>
                        <a:pt x="3065" y="7450"/>
                      </a:lnTo>
                      <a:lnTo>
                        <a:pt x="3065" y="4341"/>
                      </a:lnTo>
                      <a:lnTo>
                        <a:pt x="2166" y="3478"/>
                      </a:lnTo>
                      <a:lnTo>
                        <a:pt x="2166" y="153"/>
                      </a:lnTo>
                      <a:cubicBezTo>
                        <a:pt x="2166" y="108"/>
                        <a:pt x="2202" y="108"/>
                        <a:pt x="2202" y="72"/>
                      </a:cubicBezTo>
                      <a:cubicBezTo>
                        <a:pt x="2202" y="36"/>
                        <a:pt x="2166" y="0"/>
                        <a:pt x="21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7" name="Google Shape;1087;p20"/>
                <p:cNvSpPr/>
                <p:nvPr/>
              </p:nvSpPr>
              <p:spPr>
                <a:xfrm>
                  <a:off x="1075392" y="3304664"/>
                  <a:ext cx="278718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8" h="10975" extrusionOk="0">
                      <a:moveTo>
                        <a:pt x="1574" y="1"/>
                      </a:moveTo>
                      <a:cubicBezTo>
                        <a:pt x="1529" y="1"/>
                        <a:pt x="1493" y="1"/>
                        <a:pt x="1493" y="37"/>
                      </a:cubicBezTo>
                      <a:lnTo>
                        <a:pt x="1493" y="73"/>
                      </a:lnTo>
                      <a:lnTo>
                        <a:pt x="594" y="936"/>
                      </a:lnTo>
                      <a:lnTo>
                        <a:pt x="594" y="8350"/>
                      </a:lnTo>
                      <a:lnTo>
                        <a:pt x="73" y="7901"/>
                      </a:lnTo>
                      <a:lnTo>
                        <a:pt x="73" y="5133"/>
                      </a:lnTo>
                      <a:cubicBezTo>
                        <a:pt x="109" y="5133"/>
                        <a:pt x="145" y="5097"/>
                        <a:pt x="145" y="5052"/>
                      </a:cubicBezTo>
                      <a:cubicBezTo>
                        <a:pt x="145" y="5016"/>
                        <a:pt x="109" y="5016"/>
                        <a:pt x="73" y="5016"/>
                      </a:cubicBezTo>
                      <a:cubicBezTo>
                        <a:pt x="37" y="5016"/>
                        <a:pt x="1" y="5016"/>
                        <a:pt x="1" y="5052"/>
                      </a:cubicBezTo>
                      <a:cubicBezTo>
                        <a:pt x="1" y="5097"/>
                        <a:pt x="1" y="5133"/>
                        <a:pt x="37" y="5133"/>
                      </a:cubicBezTo>
                      <a:lnTo>
                        <a:pt x="37" y="7937"/>
                      </a:lnTo>
                      <a:lnTo>
                        <a:pt x="2167" y="9887"/>
                      </a:lnTo>
                      <a:lnTo>
                        <a:pt x="2167" y="10974"/>
                      </a:lnTo>
                      <a:lnTo>
                        <a:pt x="2203" y="10974"/>
                      </a:lnTo>
                      <a:lnTo>
                        <a:pt x="2203" y="7523"/>
                      </a:lnTo>
                      <a:cubicBezTo>
                        <a:pt x="2248" y="7487"/>
                        <a:pt x="2248" y="7487"/>
                        <a:pt x="2248" y="7451"/>
                      </a:cubicBezTo>
                      <a:cubicBezTo>
                        <a:pt x="2248" y="7415"/>
                        <a:pt x="2203" y="7379"/>
                        <a:pt x="2167" y="7379"/>
                      </a:cubicBezTo>
                      <a:cubicBezTo>
                        <a:pt x="2131" y="7379"/>
                        <a:pt x="2095" y="7415"/>
                        <a:pt x="2095" y="7451"/>
                      </a:cubicBezTo>
                      <a:cubicBezTo>
                        <a:pt x="2095" y="7487"/>
                        <a:pt x="2131" y="7487"/>
                        <a:pt x="2167" y="7523"/>
                      </a:cubicBezTo>
                      <a:lnTo>
                        <a:pt x="2167" y="9249"/>
                      </a:lnTo>
                      <a:lnTo>
                        <a:pt x="1044" y="8242"/>
                      </a:lnTo>
                      <a:lnTo>
                        <a:pt x="1044" y="1277"/>
                      </a:lnTo>
                      <a:cubicBezTo>
                        <a:pt x="1079" y="1277"/>
                        <a:pt x="1079" y="1232"/>
                        <a:pt x="1079" y="1232"/>
                      </a:cubicBezTo>
                      <a:cubicBezTo>
                        <a:pt x="1079" y="1196"/>
                        <a:pt x="1044" y="1160"/>
                        <a:pt x="1008" y="1160"/>
                      </a:cubicBezTo>
                      <a:cubicBezTo>
                        <a:pt x="972" y="1160"/>
                        <a:pt x="936" y="1196"/>
                        <a:pt x="936" y="1232"/>
                      </a:cubicBezTo>
                      <a:lnTo>
                        <a:pt x="972" y="1277"/>
                      </a:lnTo>
                      <a:lnTo>
                        <a:pt x="972" y="8242"/>
                      </a:lnTo>
                      <a:lnTo>
                        <a:pt x="2167" y="9321"/>
                      </a:lnTo>
                      <a:lnTo>
                        <a:pt x="2167" y="9815"/>
                      </a:lnTo>
                      <a:lnTo>
                        <a:pt x="630" y="8422"/>
                      </a:lnTo>
                      <a:lnTo>
                        <a:pt x="630" y="936"/>
                      </a:lnTo>
                      <a:lnTo>
                        <a:pt x="1529" y="109"/>
                      </a:lnTo>
                      <a:lnTo>
                        <a:pt x="1574" y="109"/>
                      </a:lnTo>
                      <a:cubicBezTo>
                        <a:pt x="1610" y="109"/>
                        <a:pt x="1646" y="109"/>
                        <a:pt x="1646" y="37"/>
                      </a:cubicBezTo>
                      <a:cubicBezTo>
                        <a:pt x="1646" y="1"/>
                        <a:pt x="1610" y="1"/>
                        <a:pt x="1574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8" name="Google Shape;1088;p20"/>
                <p:cNvSpPr/>
                <p:nvPr/>
              </p:nvSpPr>
              <p:spPr>
                <a:xfrm>
                  <a:off x="1395274" y="3930900"/>
                  <a:ext cx="19094" cy="734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5924" extrusionOk="0">
                      <a:moveTo>
                        <a:pt x="72" y="1"/>
                      </a:moveTo>
                      <a:cubicBezTo>
                        <a:pt x="36" y="1"/>
                        <a:pt x="0" y="46"/>
                        <a:pt x="0" y="82"/>
                      </a:cubicBezTo>
                      <a:cubicBezTo>
                        <a:pt x="0" y="118"/>
                        <a:pt x="0" y="153"/>
                        <a:pt x="36" y="153"/>
                      </a:cubicBezTo>
                      <a:lnTo>
                        <a:pt x="36" y="5923"/>
                      </a:lnTo>
                      <a:lnTo>
                        <a:pt x="72" y="5923"/>
                      </a:lnTo>
                      <a:lnTo>
                        <a:pt x="72" y="153"/>
                      </a:lnTo>
                      <a:cubicBezTo>
                        <a:pt x="117" y="153"/>
                        <a:pt x="153" y="118"/>
                        <a:pt x="153" y="82"/>
                      </a:cubicBezTo>
                      <a:cubicBezTo>
                        <a:pt x="153" y="46"/>
                        <a:pt x="117" y="1"/>
                        <a:pt x="7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9" name="Google Shape;1089;p20"/>
                <p:cNvSpPr/>
                <p:nvPr/>
              </p:nvSpPr>
              <p:spPr>
                <a:xfrm>
                  <a:off x="2412570" y="4543745"/>
                  <a:ext cx="17978" cy="1216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" h="981" extrusionOk="0">
                      <a:moveTo>
                        <a:pt x="73" y="1"/>
                      </a:moveTo>
                      <a:cubicBezTo>
                        <a:pt x="37" y="1"/>
                        <a:pt x="1" y="46"/>
                        <a:pt x="1" y="82"/>
                      </a:cubicBezTo>
                      <a:cubicBezTo>
                        <a:pt x="1" y="117"/>
                        <a:pt x="37" y="153"/>
                        <a:pt x="37" y="153"/>
                      </a:cubicBezTo>
                      <a:lnTo>
                        <a:pt x="37" y="980"/>
                      </a:lnTo>
                      <a:lnTo>
                        <a:pt x="109" y="980"/>
                      </a:lnTo>
                      <a:lnTo>
                        <a:pt x="109" y="153"/>
                      </a:lnTo>
                      <a:cubicBezTo>
                        <a:pt x="145" y="153"/>
                        <a:pt x="145" y="117"/>
                        <a:pt x="145" y="82"/>
                      </a:cubicBezTo>
                      <a:cubicBezTo>
                        <a:pt x="145" y="46"/>
                        <a:pt x="109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0" name="Google Shape;1090;p20"/>
                <p:cNvSpPr/>
                <p:nvPr/>
              </p:nvSpPr>
              <p:spPr>
                <a:xfrm>
                  <a:off x="2245439" y="3276892"/>
                  <a:ext cx="116050" cy="1388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6" h="11199" extrusionOk="0">
                      <a:moveTo>
                        <a:pt x="854" y="0"/>
                      </a:moveTo>
                      <a:cubicBezTo>
                        <a:pt x="818" y="0"/>
                        <a:pt x="783" y="36"/>
                        <a:pt x="783" y="72"/>
                      </a:cubicBezTo>
                      <a:lnTo>
                        <a:pt x="783" y="108"/>
                      </a:lnTo>
                      <a:lnTo>
                        <a:pt x="1" y="827"/>
                      </a:lnTo>
                      <a:lnTo>
                        <a:pt x="1" y="1348"/>
                      </a:lnTo>
                      <a:lnTo>
                        <a:pt x="854" y="2130"/>
                      </a:lnTo>
                      <a:lnTo>
                        <a:pt x="854" y="11198"/>
                      </a:lnTo>
                      <a:lnTo>
                        <a:pt x="899" y="11198"/>
                      </a:lnTo>
                      <a:lnTo>
                        <a:pt x="899" y="2094"/>
                      </a:lnTo>
                      <a:lnTo>
                        <a:pt x="73" y="1312"/>
                      </a:lnTo>
                      <a:lnTo>
                        <a:pt x="73" y="863"/>
                      </a:lnTo>
                      <a:lnTo>
                        <a:pt x="854" y="153"/>
                      </a:lnTo>
                      <a:cubicBezTo>
                        <a:pt x="899" y="153"/>
                        <a:pt x="935" y="108"/>
                        <a:pt x="935" y="72"/>
                      </a:cubicBezTo>
                      <a:cubicBezTo>
                        <a:pt x="935" y="36"/>
                        <a:pt x="899" y="0"/>
                        <a:pt x="85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1" name="Google Shape;1091;p20"/>
                <p:cNvSpPr/>
                <p:nvPr/>
              </p:nvSpPr>
              <p:spPr>
                <a:xfrm>
                  <a:off x="2156293" y="3444021"/>
                  <a:ext cx="130556" cy="1221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3" h="9851" extrusionOk="0">
                      <a:moveTo>
                        <a:pt x="82" y="0"/>
                      </a:moveTo>
                      <a:cubicBezTo>
                        <a:pt x="46" y="0"/>
                        <a:pt x="1" y="36"/>
                        <a:pt x="1" y="72"/>
                      </a:cubicBezTo>
                      <a:cubicBezTo>
                        <a:pt x="1" y="108"/>
                        <a:pt x="46" y="153"/>
                        <a:pt x="82" y="153"/>
                      </a:cubicBezTo>
                      <a:lnTo>
                        <a:pt x="117" y="153"/>
                      </a:lnTo>
                      <a:lnTo>
                        <a:pt x="1016" y="935"/>
                      </a:lnTo>
                      <a:lnTo>
                        <a:pt x="1016" y="9850"/>
                      </a:lnTo>
                      <a:lnTo>
                        <a:pt x="1052" y="9850"/>
                      </a:lnTo>
                      <a:lnTo>
                        <a:pt x="1052" y="935"/>
                      </a:lnTo>
                      <a:lnTo>
                        <a:pt x="153" y="108"/>
                      </a:lnTo>
                      <a:lnTo>
                        <a:pt x="153" y="72"/>
                      </a:lnTo>
                      <a:cubicBezTo>
                        <a:pt x="153" y="36"/>
                        <a:pt x="117" y="0"/>
                        <a:pt x="8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2" name="Google Shape;1092;p20"/>
                <p:cNvSpPr/>
                <p:nvPr/>
              </p:nvSpPr>
              <p:spPr>
                <a:xfrm>
                  <a:off x="3786572" y="3304664"/>
                  <a:ext cx="269667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5" h="10975" extrusionOk="0">
                      <a:moveTo>
                        <a:pt x="2094" y="1"/>
                      </a:moveTo>
                      <a:cubicBezTo>
                        <a:pt x="2058" y="1"/>
                        <a:pt x="2022" y="37"/>
                        <a:pt x="2022" y="73"/>
                      </a:cubicBezTo>
                      <a:cubicBezTo>
                        <a:pt x="2022" y="109"/>
                        <a:pt x="2022" y="109"/>
                        <a:pt x="2058" y="154"/>
                      </a:cubicBezTo>
                      <a:lnTo>
                        <a:pt x="2058" y="1457"/>
                      </a:lnTo>
                      <a:lnTo>
                        <a:pt x="1123" y="2320"/>
                      </a:lnTo>
                      <a:lnTo>
                        <a:pt x="1123" y="9923"/>
                      </a:lnTo>
                      <a:lnTo>
                        <a:pt x="0" y="10974"/>
                      </a:lnTo>
                      <a:lnTo>
                        <a:pt x="72" y="10974"/>
                      </a:lnTo>
                      <a:lnTo>
                        <a:pt x="1195" y="9923"/>
                      </a:lnTo>
                      <a:lnTo>
                        <a:pt x="1195" y="2320"/>
                      </a:lnTo>
                      <a:lnTo>
                        <a:pt x="2094" y="1457"/>
                      </a:lnTo>
                      <a:lnTo>
                        <a:pt x="2094" y="154"/>
                      </a:lnTo>
                      <a:cubicBezTo>
                        <a:pt x="2175" y="154"/>
                        <a:pt x="2175" y="109"/>
                        <a:pt x="2175" y="73"/>
                      </a:cubicBezTo>
                      <a:cubicBezTo>
                        <a:pt x="2175" y="37"/>
                        <a:pt x="2130" y="1"/>
                        <a:pt x="2094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3" name="Google Shape;1093;p20"/>
                <p:cNvSpPr/>
                <p:nvPr/>
              </p:nvSpPr>
              <p:spPr>
                <a:xfrm>
                  <a:off x="2106204" y="2728642"/>
                  <a:ext cx="133780" cy="1936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" h="15621" extrusionOk="0">
                      <a:moveTo>
                        <a:pt x="1007" y="1"/>
                      </a:moveTo>
                      <a:cubicBezTo>
                        <a:pt x="971" y="1"/>
                        <a:pt x="935" y="36"/>
                        <a:pt x="935" y="81"/>
                      </a:cubicBezTo>
                      <a:cubicBezTo>
                        <a:pt x="935" y="117"/>
                        <a:pt x="971" y="117"/>
                        <a:pt x="971" y="153"/>
                      </a:cubicBezTo>
                      <a:lnTo>
                        <a:pt x="971" y="3523"/>
                      </a:lnTo>
                      <a:lnTo>
                        <a:pt x="72" y="4350"/>
                      </a:lnTo>
                      <a:lnTo>
                        <a:pt x="72" y="12133"/>
                      </a:lnTo>
                      <a:lnTo>
                        <a:pt x="971" y="12996"/>
                      </a:lnTo>
                      <a:lnTo>
                        <a:pt x="971" y="15090"/>
                      </a:lnTo>
                      <a:lnTo>
                        <a:pt x="108" y="14308"/>
                      </a:lnTo>
                      <a:lnTo>
                        <a:pt x="108" y="13032"/>
                      </a:lnTo>
                      <a:cubicBezTo>
                        <a:pt x="144" y="13032"/>
                        <a:pt x="144" y="12996"/>
                        <a:pt x="144" y="12960"/>
                      </a:cubicBezTo>
                      <a:cubicBezTo>
                        <a:pt x="144" y="12924"/>
                        <a:pt x="144" y="12888"/>
                        <a:pt x="72" y="12888"/>
                      </a:cubicBezTo>
                      <a:cubicBezTo>
                        <a:pt x="36" y="12888"/>
                        <a:pt x="0" y="12924"/>
                        <a:pt x="0" y="12960"/>
                      </a:cubicBezTo>
                      <a:cubicBezTo>
                        <a:pt x="0" y="12996"/>
                        <a:pt x="36" y="13032"/>
                        <a:pt x="72" y="13032"/>
                      </a:cubicBezTo>
                      <a:lnTo>
                        <a:pt x="72" y="14308"/>
                      </a:lnTo>
                      <a:lnTo>
                        <a:pt x="971" y="15171"/>
                      </a:lnTo>
                      <a:lnTo>
                        <a:pt x="971" y="15620"/>
                      </a:lnTo>
                      <a:lnTo>
                        <a:pt x="1043" y="15620"/>
                      </a:lnTo>
                      <a:lnTo>
                        <a:pt x="1043" y="12996"/>
                      </a:lnTo>
                      <a:lnTo>
                        <a:pt x="108" y="12133"/>
                      </a:lnTo>
                      <a:lnTo>
                        <a:pt x="108" y="4386"/>
                      </a:lnTo>
                      <a:lnTo>
                        <a:pt x="1043" y="3523"/>
                      </a:lnTo>
                      <a:lnTo>
                        <a:pt x="1043" y="153"/>
                      </a:lnTo>
                      <a:cubicBezTo>
                        <a:pt x="1079" y="117"/>
                        <a:pt x="1079" y="117"/>
                        <a:pt x="1079" y="81"/>
                      </a:cubicBezTo>
                      <a:cubicBezTo>
                        <a:pt x="1079" y="36"/>
                        <a:pt x="1043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4" name="Google Shape;1094;p20"/>
                <p:cNvSpPr/>
                <p:nvPr/>
              </p:nvSpPr>
              <p:spPr>
                <a:xfrm>
                  <a:off x="4260071" y="2640614"/>
                  <a:ext cx="357821" cy="2024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6" h="16331" extrusionOk="0">
                      <a:moveTo>
                        <a:pt x="2805" y="1"/>
                      </a:moveTo>
                      <a:cubicBezTo>
                        <a:pt x="2769" y="1"/>
                        <a:pt x="2733" y="36"/>
                        <a:pt x="2733" y="72"/>
                      </a:cubicBezTo>
                      <a:cubicBezTo>
                        <a:pt x="2733" y="117"/>
                        <a:pt x="2769" y="153"/>
                        <a:pt x="2769" y="153"/>
                      </a:cubicBezTo>
                      <a:lnTo>
                        <a:pt x="2769" y="2814"/>
                      </a:lnTo>
                      <a:lnTo>
                        <a:pt x="2319" y="3218"/>
                      </a:lnTo>
                      <a:lnTo>
                        <a:pt x="2319" y="4872"/>
                      </a:lnTo>
                      <a:lnTo>
                        <a:pt x="1421" y="5734"/>
                      </a:lnTo>
                      <a:lnTo>
                        <a:pt x="1421" y="8610"/>
                      </a:lnTo>
                      <a:lnTo>
                        <a:pt x="899" y="8125"/>
                      </a:lnTo>
                      <a:lnTo>
                        <a:pt x="899" y="5168"/>
                      </a:lnTo>
                      <a:lnTo>
                        <a:pt x="935" y="5132"/>
                      </a:lnTo>
                      <a:cubicBezTo>
                        <a:pt x="935" y="5096"/>
                        <a:pt x="899" y="5060"/>
                        <a:pt x="863" y="5060"/>
                      </a:cubicBezTo>
                      <a:cubicBezTo>
                        <a:pt x="827" y="5060"/>
                        <a:pt x="782" y="5096"/>
                        <a:pt x="782" y="5132"/>
                      </a:cubicBezTo>
                      <a:cubicBezTo>
                        <a:pt x="782" y="5132"/>
                        <a:pt x="782" y="5168"/>
                        <a:pt x="827" y="5168"/>
                      </a:cubicBezTo>
                      <a:lnTo>
                        <a:pt x="827" y="6031"/>
                      </a:lnTo>
                      <a:lnTo>
                        <a:pt x="37" y="5321"/>
                      </a:lnTo>
                      <a:lnTo>
                        <a:pt x="37" y="4872"/>
                      </a:lnTo>
                      <a:lnTo>
                        <a:pt x="827" y="4117"/>
                      </a:lnTo>
                      <a:lnTo>
                        <a:pt x="863" y="4162"/>
                      </a:lnTo>
                      <a:cubicBezTo>
                        <a:pt x="899" y="4162"/>
                        <a:pt x="935" y="4117"/>
                        <a:pt x="935" y="4081"/>
                      </a:cubicBezTo>
                      <a:cubicBezTo>
                        <a:pt x="935" y="4045"/>
                        <a:pt x="899" y="4009"/>
                        <a:pt x="863" y="4009"/>
                      </a:cubicBezTo>
                      <a:cubicBezTo>
                        <a:pt x="827" y="4009"/>
                        <a:pt x="782" y="4045"/>
                        <a:pt x="782" y="4081"/>
                      </a:cubicBezTo>
                      <a:lnTo>
                        <a:pt x="1" y="4836"/>
                      </a:lnTo>
                      <a:lnTo>
                        <a:pt x="1" y="5357"/>
                      </a:lnTo>
                      <a:lnTo>
                        <a:pt x="827" y="6103"/>
                      </a:lnTo>
                      <a:lnTo>
                        <a:pt x="827" y="8125"/>
                      </a:lnTo>
                      <a:lnTo>
                        <a:pt x="1421" y="8691"/>
                      </a:lnTo>
                      <a:lnTo>
                        <a:pt x="1421" y="16330"/>
                      </a:lnTo>
                      <a:lnTo>
                        <a:pt x="1457" y="16330"/>
                      </a:lnTo>
                      <a:lnTo>
                        <a:pt x="1457" y="5734"/>
                      </a:lnTo>
                      <a:lnTo>
                        <a:pt x="2400" y="4872"/>
                      </a:lnTo>
                      <a:lnTo>
                        <a:pt x="2400" y="3263"/>
                      </a:lnTo>
                      <a:lnTo>
                        <a:pt x="2850" y="2849"/>
                      </a:lnTo>
                      <a:lnTo>
                        <a:pt x="2850" y="153"/>
                      </a:lnTo>
                      <a:cubicBezTo>
                        <a:pt x="2886" y="153"/>
                        <a:pt x="2886" y="117"/>
                        <a:pt x="2886" y="72"/>
                      </a:cubicBezTo>
                      <a:cubicBezTo>
                        <a:pt x="2886" y="36"/>
                        <a:pt x="2850" y="1"/>
                        <a:pt x="280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5" name="Google Shape;1095;p20"/>
                <p:cNvSpPr/>
                <p:nvPr/>
              </p:nvSpPr>
              <p:spPr>
                <a:xfrm>
                  <a:off x="4496262" y="3857378"/>
                  <a:ext cx="117166" cy="807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5" h="6517" extrusionOk="0">
                      <a:moveTo>
                        <a:pt x="82" y="1"/>
                      </a:moveTo>
                      <a:cubicBezTo>
                        <a:pt x="46" y="1"/>
                        <a:pt x="1" y="36"/>
                        <a:pt x="1" y="72"/>
                      </a:cubicBezTo>
                      <a:cubicBezTo>
                        <a:pt x="1" y="108"/>
                        <a:pt x="46" y="144"/>
                        <a:pt x="82" y="144"/>
                      </a:cubicBezTo>
                      <a:lnTo>
                        <a:pt x="118" y="144"/>
                      </a:lnTo>
                      <a:lnTo>
                        <a:pt x="900" y="863"/>
                      </a:lnTo>
                      <a:lnTo>
                        <a:pt x="900" y="1313"/>
                      </a:lnTo>
                      <a:lnTo>
                        <a:pt x="118" y="2023"/>
                      </a:lnTo>
                      <a:lnTo>
                        <a:pt x="118" y="1160"/>
                      </a:lnTo>
                      <a:cubicBezTo>
                        <a:pt x="154" y="1160"/>
                        <a:pt x="154" y="1160"/>
                        <a:pt x="154" y="1124"/>
                      </a:cubicBezTo>
                      <a:cubicBezTo>
                        <a:pt x="154" y="1088"/>
                        <a:pt x="118" y="1043"/>
                        <a:pt x="82" y="1043"/>
                      </a:cubicBezTo>
                      <a:cubicBezTo>
                        <a:pt x="46" y="1043"/>
                        <a:pt x="1" y="1088"/>
                        <a:pt x="1" y="1124"/>
                      </a:cubicBezTo>
                      <a:cubicBezTo>
                        <a:pt x="1" y="1160"/>
                        <a:pt x="1" y="1160"/>
                        <a:pt x="46" y="1160"/>
                      </a:cubicBezTo>
                      <a:lnTo>
                        <a:pt x="46" y="6516"/>
                      </a:lnTo>
                      <a:lnTo>
                        <a:pt x="118" y="6516"/>
                      </a:lnTo>
                      <a:lnTo>
                        <a:pt x="118" y="2095"/>
                      </a:lnTo>
                      <a:lnTo>
                        <a:pt x="945" y="1349"/>
                      </a:lnTo>
                      <a:lnTo>
                        <a:pt x="945" y="818"/>
                      </a:lnTo>
                      <a:lnTo>
                        <a:pt x="154" y="108"/>
                      </a:lnTo>
                      <a:lnTo>
                        <a:pt x="154" y="72"/>
                      </a:lnTo>
                      <a:cubicBezTo>
                        <a:pt x="154" y="36"/>
                        <a:pt x="118" y="1"/>
                        <a:pt x="8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6" name="Google Shape;1096;p20"/>
                <p:cNvSpPr/>
                <p:nvPr/>
              </p:nvSpPr>
              <p:spPr>
                <a:xfrm>
                  <a:off x="3214877" y="2728642"/>
                  <a:ext cx="134896" cy="1936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15621" extrusionOk="0">
                      <a:moveTo>
                        <a:pt x="81" y="1"/>
                      </a:moveTo>
                      <a:cubicBezTo>
                        <a:pt x="45" y="1"/>
                        <a:pt x="1" y="36"/>
                        <a:pt x="1" y="81"/>
                      </a:cubicBezTo>
                      <a:cubicBezTo>
                        <a:pt x="1" y="117"/>
                        <a:pt x="45" y="117"/>
                        <a:pt x="81" y="153"/>
                      </a:cubicBezTo>
                      <a:lnTo>
                        <a:pt x="81" y="3523"/>
                      </a:lnTo>
                      <a:lnTo>
                        <a:pt x="980" y="4386"/>
                      </a:lnTo>
                      <a:lnTo>
                        <a:pt x="980" y="12133"/>
                      </a:lnTo>
                      <a:lnTo>
                        <a:pt x="81" y="12996"/>
                      </a:lnTo>
                      <a:lnTo>
                        <a:pt x="81" y="15620"/>
                      </a:lnTo>
                      <a:lnTo>
                        <a:pt x="117" y="15620"/>
                      </a:lnTo>
                      <a:lnTo>
                        <a:pt x="117" y="15171"/>
                      </a:lnTo>
                      <a:lnTo>
                        <a:pt x="1052" y="14308"/>
                      </a:lnTo>
                      <a:lnTo>
                        <a:pt x="1052" y="13032"/>
                      </a:lnTo>
                      <a:cubicBezTo>
                        <a:pt x="1088" y="13032"/>
                        <a:pt x="1088" y="12996"/>
                        <a:pt x="1088" y="12960"/>
                      </a:cubicBezTo>
                      <a:cubicBezTo>
                        <a:pt x="1088" y="12924"/>
                        <a:pt x="1052" y="12888"/>
                        <a:pt x="1016" y="12888"/>
                      </a:cubicBezTo>
                      <a:cubicBezTo>
                        <a:pt x="980" y="12888"/>
                        <a:pt x="944" y="12924"/>
                        <a:pt x="944" y="12960"/>
                      </a:cubicBezTo>
                      <a:cubicBezTo>
                        <a:pt x="944" y="12996"/>
                        <a:pt x="980" y="13032"/>
                        <a:pt x="980" y="13032"/>
                      </a:cubicBezTo>
                      <a:lnTo>
                        <a:pt x="980" y="14308"/>
                      </a:lnTo>
                      <a:lnTo>
                        <a:pt x="117" y="15090"/>
                      </a:lnTo>
                      <a:lnTo>
                        <a:pt x="117" y="12996"/>
                      </a:lnTo>
                      <a:lnTo>
                        <a:pt x="1052" y="12133"/>
                      </a:lnTo>
                      <a:lnTo>
                        <a:pt x="1052" y="4350"/>
                      </a:lnTo>
                      <a:lnTo>
                        <a:pt x="117" y="3523"/>
                      </a:lnTo>
                      <a:lnTo>
                        <a:pt x="117" y="153"/>
                      </a:lnTo>
                      <a:cubicBezTo>
                        <a:pt x="153" y="117"/>
                        <a:pt x="189" y="117"/>
                        <a:pt x="189" y="81"/>
                      </a:cubicBezTo>
                      <a:cubicBezTo>
                        <a:pt x="189" y="36"/>
                        <a:pt x="153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7" name="Google Shape;1097;p20"/>
                <p:cNvSpPr/>
                <p:nvPr/>
              </p:nvSpPr>
              <p:spPr>
                <a:xfrm>
                  <a:off x="1399737" y="3304664"/>
                  <a:ext cx="274255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2" h="10975" extrusionOk="0">
                      <a:moveTo>
                        <a:pt x="81" y="1"/>
                      </a:moveTo>
                      <a:cubicBezTo>
                        <a:pt x="36" y="1"/>
                        <a:pt x="0" y="37"/>
                        <a:pt x="0" y="73"/>
                      </a:cubicBezTo>
                      <a:cubicBezTo>
                        <a:pt x="0" y="109"/>
                        <a:pt x="36" y="154"/>
                        <a:pt x="81" y="154"/>
                      </a:cubicBezTo>
                      <a:lnTo>
                        <a:pt x="81" y="1457"/>
                      </a:lnTo>
                      <a:lnTo>
                        <a:pt x="1016" y="2320"/>
                      </a:lnTo>
                      <a:lnTo>
                        <a:pt x="1016" y="9923"/>
                      </a:lnTo>
                      <a:lnTo>
                        <a:pt x="2139" y="10974"/>
                      </a:lnTo>
                      <a:lnTo>
                        <a:pt x="2211" y="10974"/>
                      </a:lnTo>
                      <a:lnTo>
                        <a:pt x="1052" y="9923"/>
                      </a:lnTo>
                      <a:lnTo>
                        <a:pt x="1052" y="2320"/>
                      </a:lnTo>
                      <a:lnTo>
                        <a:pt x="153" y="1457"/>
                      </a:lnTo>
                      <a:lnTo>
                        <a:pt x="153" y="154"/>
                      </a:lnTo>
                      <a:lnTo>
                        <a:pt x="153" y="73"/>
                      </a:lnTo>
                      <a:cubicBezTo>
                        <a:pt x="153" y="37"/>
                        <a:pt x="153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8" name="Google Shape;1098;p20"/>
                <p:cNvSpPr/>
                <p:nvPr/>
              </p:nvSpPr>
              <p:spPr>
                <a:xfrm>
                  <a:off x="4101866" y="3304664"/>
                  <a:ext cx="283182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4" h="10975" extrusionOk="0">
                      <a:moveTo>
                        <a:pt x="710" y="1"/>
                      </a:moveTo>
                      <a:cubicBezTo>
                        <a:pt x="638" y="1"/>
                        <a:pt x="638" y="1"/>
                        <a:pt x="638" y="37"/>
                      </a:cubicBezTo>
                      <a:cubicBezTo>
                        <a:pt x="638" y="109"/>
                        <a:pt x="638" y="109"/>
                        <a:pt x="710" y="109"/>
                      </a:cubicBezTo>
                      <a:lnTo>
                        <a:pt x="755" y="109"/>
                      </a:lnTo>
                      <a:lnTo>
                        <a:pt x="1609" y="936"/>
                      </a:lnTo>
                      <a:lnTo>
                        <a:pt x="1609" y="8422"/>
                      </a:lnTo>
                      <a:lnTo>
                        <a:pt x="117" y="9815"/>
                      </a:lnTo>
                      <a:lnTo>
                        <a:pt x="117" y="9321"/>
                      </a:lnTo>
                      <a:lnTo>
                        <a:pt x="1277" y="8242"/>
                      </a:lnTo>
                      <a:lnTo>
                        <a:pt x="1277" y="1277"/>
                      </a:lnTo>
                      <a:cubicBezTo>
                        <a:pt x="1313" y="1277"/>
                        <a:pt x="1348" y="1232"/>
                        <a:pt x="1348" y="1232"/>
                      </a:cubicBezTo>
                      <a:cubicBezTo>
                        <a:pt x="1348" y="1196"/>
                        <a:pt x="1313" y="1160"/>
                        <a:pt x="1277" y="1160"/>
                      </a:cubicBezTo>
                      <a:cubicBezTo>
                        <a:pt x="1205" y="1160"/>
                        <a:pt x="1160" y="1196"/>
                        <a:pt x="1160" y="1232"/>
                      </a:cubicBezTo>
                      <a:cubicBezTo>
                        <a:pt x="1160" y="1232"/>
                        <a:pt x="1205" y="1277"/>
                        <a:pt x="1241" y="1277"/>
                      </a:cubicBezTo>
                      <a:lnTo>
                        <a:pt x="1241" y="8242"/>
                      </a:lnTo>
                      <a:lnTo>
                        <a:pt x="117" y="9249"/>
                      </a:lnTo>
                      <a:lnTo>
                        <a:pt x="117" y="7523"/>
                      </a:lnTo>
                      <a:cubicBezTo>
                        <a:pt x="153" y="7487"/>
                        <a:pt x="153" y="7487"/>
                        <a:pt x="153" y="7451"/>
                      </a:cubicBezTo>
                      <a:cubicBezTo>
                        <a:pt x="153" y="7415"/>
                        <a:pt x="153" y="7379"/>
                        <a:pt x="81" y="7379"/>
                      </a:cubicBezTo>
                      <a:cubicBezTo>
                        <a:pt x="36" y="7379"/>
                        <a:pt x="0" y="7415"/>
                        <a:pt x="0" y="7451"/>
                      </a:cubicBezTo>
                      <a:cubicBezTo>
                        <a:pt x="0" y="7487"/>
                        <a:pt x="36" y="7487"/>
                        <a:pt x="81" y="7523"/>
                      </a:cubicBezTo>
                      <a:lnTo>
                        <a:pt x="81" y="10974"/>
                      </a:lnTo>
                      <a:lnTo>
                        <a:pt x="117" y="10974"/>
                      </a:lnTo>
                      <a:lnTo>
                        <a:pt x="117" y="9887"/>
                      </a:lnTo>
                      <a:lnTo>
                        <a:pt x="2247" y="7937"/>
                      </a:lnTo>
                      <a:lnTo>
                        <a:pt x="2247" y="5133"/>
                      </a:lnTo>
                      <a:cubicBezTo>
                        <a:pt x="2247" y="5133"/>
                        <a:pt x="2283" y="5097"/>
                        <a:pt x="2283" y="5052"/>
                      </a:cubicBezTo>
                      <a:cubicBezTo>
                        <a:pt x="2283" y="5016"/>
                        <a:pt x="2247" y="5016"/>
                        <a:pt x="2211" y="5016"/>
                      </a:cubicBezTo>
                      <a:cubicBezTo>
                        <a:pt x="2175" y="5016"/>
                        <a:pt x="2139" y="5016"/>
                        <a:pt x="2139" y="5052"/>
                      </a:cubicBezTo>
                      <a:cubicBezTo>
                        <a:pt x="2139" y="5097"/>
                        <a:pt x="2139" y="5133"/>
                        <a:pt x="2175" y="5133"/>
                      </a:cubicBezTo>
                      <a:lnTo>
                        <a:pt x="2175" y="7901"/>
                      </a:lnTo>
                      <a:lnTo>
                        <a:pt x="1690" y="8350"/>
                      </a:lnTo>
                      <a:lnTo>
                        <a:pt x="1690" y="936"/>
                      </a:lnTo>
                      <a:lnTo>
                        <a:pt x="791" y="73"/>
                      </a:lnTo>
                      <a:lnTo>
                        <a:pt x="791" y="37"/>
                      </a:lnTo>
                      <a:cubicBezTo>
                        <a:pt x="791" y="1"/>
                        <a:pt x="755" y="1"/>
                        <a:pt x="71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9" name="Google Shape;1099;p20"/>
                <p:cNvSpPr/>
                <p:nvPr/>
              </p:nvSpPr>
              <p:spPr>
                <a:xfrm>
                  <a:off x="4046197" y="3930900"/>
                  <a:ext cx="18970" cy="734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5924" extrusionOk="0">
                      <a:moveTo>
                        <a:pt x="81" y="1"/>
                      </a:moveTo>
                      <a:cubicBezTo>
                        <a:pt x="36" y="1"/>
                        <a:pt x="0" y="46"/>
                        <a:pt x="0" y="82"/>
                      </a:cubicBezTo>
                      <a:cubicBezTo>
                        <a:pt x="0" y="118"/>
                        <a:pt x="0" y="153"/>
                        <a:pt x="36" y="153"/>
                      </a:cubicBezTo>
                      <a:lnTo>
                        <a:pt x="36" y="5923"/>
                      </a:lnTo>
                      <a:lnTo>
                        <a:pt x="117" y="5923"/>
                      </a:lnTo>
                      <a:lnTo>
                        <a:pt x="117" y="153"/>
                      </a:lnTo>
                      <a:cubicBezTo>
                        <a:pt x="117" y="153"/>
                        <a:pt x="153" y="118"/>
                        <a:pt x="153" y="82"/>
                      </a:cubicBezTo>
                      <a:cubicBezTo>
                        <a:pt x="153" y="46"/>
                        <a:pt x="117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0" name="Google Shape;1100;p20"/>
                <p:cNvSpPr/>
                <p:nvPr/>
              </p:nvSpPr>
              <p:spPr>
                <a:xfrm>
                  <a:off x="2788121" y="3109764"/>
                  <a:ext cx="134896" cy="15556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12547" extrusionOk="0">
                      <a:moveTo>
                        <a:pt x="1016" y="0"/>
                      </a:moveTo>
                      <a:cubicBezTo>
                        <a:pt x="971" y="0"/>
                        <a:pt x="935" y="36"/>
                        <a:pt x="935" y="72"/>
                      </a:cubicBezTo>
                      <a:cubicBezTo>
                        <a:pt x="935" y="108"/>
                        <a:pt x="935" y="153"/>
                        <a:pt x="971" y="153"/>
                      </a:cubicBezTo>
                      <a:lnTo>
                        <a:pt x="971" y="6669"/>
                      </a:lnTo>
                      <a:lnTo>
                        <a:pt x="0" y="7567"/>
                      </a:lnTo>
                      <a:lnTo>
                        <a:pt x="0" y="12546"/>
                      </a:lnTo>
                      <a:lnTo>
                        <a:pt x="72" y="12546"/>
                      </a:lnTo>
                      <a:lnTo>
                        <a:pt x="72" y="7603"/>
                      </a:lnTo>
                      <a:lnTo>
                        <a:pt x="1052" y="6705"/>
                      </a:lnTo>
                      <a:lnTo>
                        <a:pt x="1052" y="153"/>
                      </a:lnTo>
                      <a:cubicBezTo>
                        <a:pt x="1088" y="153"/>
                        <a:pt x="1088" y="108"/>
                        <a:pt x="1088" y="72"/>
                      </a:cubicBezTo>
                      <a:cubicBezTo>
                        <a:pt x="1088" y="36"/>
                        <a:pt x="1052" y="0"/>
                        <a:pt x="101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1" name="Google Shape;1101;p20"/>
                <p:cNvSpPr/>
                <p:nvPr/>
              </p:nvSpPr>
              <p:spPr>
                <a:xfrm>
                  <a:off x="1348407" y="2812206"/>
                  <a:ext cx="269791" cy="1853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" h="14947" extrusionOk="0">
                      <a:moveTo>
                        <a:pt x="82" y="1"/>
                      </a:moveTo>
                      <a:cubicBezTo>
                        <a:pt x="46" y="1"/>
                        <a:pt x="1" y="37"/>
                        <a:pt x="1" y="81"/>
                      </a:cubicBezTo>
                      <a:cubicBezTo>
                        <a:pt x="1" y="117"/>
                        <a:pt x="1" y="153"/>
                        <a:pt x="46" y="153"/>
                      </a:cubicBezTo>
                      <a:lnTo>
                        <a:pt x="46" y="5653"/>
                      </a:lnTo>
                      <a:lnTo>
                        <a:pt x="980" y="6480"/>
                      </a:lnTo>
                      <a:lnTo>
                        <a:pt x="980" y="13895"/>
                      </a:lnTo>
                      <a:lnTo>
                        <a:pt x="2104" y="14946"/>
                      </a:lnTo>
                      <a:lnTo>
                        <a:pt x="2176" y="14946"/>
                      </a:lnTo>
                      <a:lnTo>
                        <a:pt x="1052" y="13859"/>
                      </a:lnTo>
                      <a:lnTo>
                        <a:pt x="1052" y="6480"/>
                      </a:lnTo>
                      <a:lnTo>
                        <a:pt x="118" y="5618"/>
                      </a:lnTo>
                      <a:lnTo>
                        <a:pt x="118" y="153"/>
                      </a:lnTo>
                      <a:cubicBezTo>
                        <a:pt x="154" y="153"/>
                        <a:pt x="154" y="117"/>
                        <a:pt x="154" y="81"/>
                      </a:cubicBezTo>
                      <a:cubicBezTo>
                        <a:pt x="154" y="37"/>
                        <a:pt x="118" y="1"/>
                        <a:pt x="8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2" name="Google Shape;1102;p20"/>
                <p:cNvSpPr/>
                <p:nvPr/>
              </p:nvSpPr>
              <p:spPr>
                <a:xfrm>
                  <a:off x="4617768" y="3309128"/>
                  <a:ext cx="129440" cy="1356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0939" extrusionOk="0">
                      <a:moveTo>
                        <a:pt x="72" y="1"/>
                      </a:moveTo>
                      <a:cubicBezTo>
                        <a:pt x="36" y="1"/>
                        <a:pt x="1" y="37"/>
                        <a:pt x="1" y="73"/>
                      </a:cubicBezTo>
                      <a:cubicBezTo>
                        <a:pt x="1" y="118"/>
                        <a:pt x="36" y="118"/>
                        <a:pt x="36" y="154"/>
                      </a:cubicBezTo>
                      <a:lnTo>
                        <a:pt x="36" y="3524"/>
                      </a:lnTo>
                      <a:lnTo>
                        <a:pt x="971" y="4387"/>
                      </a:lnTo>
                      <a:lnTo>
                        <a:pt x="971" y="7451"/>
                      </a:lnTo>
                      <a:lnTo>
                        <a:pt x="36" y="8314"/>
                      </a:lnTo>
                      <a:lnTo>
                        <a:pt x="36" y="10938"/>
                      </a:lnTo>
                      <a:lnTo>
                        <a:pt x="108" y="10938"/>
                      </a:lnTo>
                      <a:lnTo>
                        <a:pt x="108" y="8314"/>
                      </a:lnTo>
                      <a:lnTo>
                        <a:pt x="1043" y="7451"/>
                      </a:lnTo>
                      <a:lnTo>
                        <a:pt x="1043" y="4342"/>
                      </a:lnTo>
                      <a:lnTo>
                        <a:pt x="108" y="3488"/>
                      </a:lnTo>
                      <a:lnTo>
                        <a:pt x="108" y="154"/>
                      </a:lnTo>
                      <a:cubicBezTo>
                        <a:pt x="144" y="118"/>
                        <a:pt x="144" y="118"/>
                        <a:pt x="144" y="73"/>
                      </a:cubicBezTo>
                      <a:cubicBezTo>
                        <a:pt x="144" y="37"/>
                        <a:pt x="108" y="1"/>
                        <a:pt x="7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3" name="Google Shape;1103;p20"/>
                <p:cNvSpPr/>
                <p:nvPr/>
              </p:nvSpPr>
              <p:spPr>
                <a:xfrm>
                  <a:off x="5323862" y="3444021"/>
                  <a:ext cx="134896" cy="1221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9851" extrusionOk="0">
                      <a:moveTo>
                        <a:pt x="1007" y="0"/>
                      </a:moveTo>
                      <a:cubicBezTo>
                        <a:pt x="935" y="0"/>
                        <a:pt x="899" y="36"/>
                        <a:pt x="899" y="72"/>
                      </a:cubicBezTo>
                      <a:lnTo>
                        <a:pt x="935" y="108"/>
                      </a:lnTo>
                      <a:lnTo>
                        <a:pt x="0" y="935"/>
                      </a:lnTo>
                      <a:lnTo>
                        <a:pt x="0" y="9850"/>
                      </a:lnTo>
                      <a:lnTo>
                        <a:pt x="72" y="9850"/>
                      </a:lnTo>
                      <a:lnTo>
                        <a:pt x="72" y="935"/>
                      </a:lnTo>
                      <a:lnTo>
                        <a:pt x="971" y="153"/>
                      </a:lnTo>
                      <a:lnTo>
                        <a:pt x="1007" y="153"/>
                      </a:lnTo>
                      <a:cubicBezTo>
                        <a:pt x="1043" y="153"/>
                        <a:pt x="1088" y="108"/>
                        <a:pt x="1088" y="72"/>
                      </a:cubicBezTo>
                      <a:cubicBezTo>
                        <a:pt x="1088" y="36"/>
                        <a:pt x="1043" y="0"/>
                        <a:pt x="100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4" name="Google Shape;1104;p20"/>
                <p:cNvSpPr/>
                <p:nvPr/>
              </p:nvSpPr>
              <p:spPr>
                <a:xfrm>
                  <a:off x="5249099" y="3276892"/>
                  <a:ext cx="116050" cy="1388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6" h="11199" extrusionOk="0">
                      <a:moveTo>
                        <a:pt x="73" y="0"/>
                      </a:moveTo>
                      <a:cubicBezTo>
                        <a:pt x="37" y="0"/>
                        <a:pt x="1" y="36"/>
                        <a:pt x="1" y="72"/>
                      </a:cubicBezTo>
                      <a:cubicBezTo>
                        <a:pt x="1" y="108"/>
                        <a:pt x="37" y="153"/>
                        <a:pt x="73" y="153"/>
                      </a:cubicBezTo>
                      <a:lnTo>
                        <a:pt x="118" y="153"/>
                      </a:lnTo>
                      <a:lnTo>
                        <a:pt x="900" y="863"/>
                      </a:lnTo>
                      <a:lnTo>
                        <a:pt x="900" y="1312"/>
                      </a:lnTo>
                      <a:lnTo>
                        <a:pt x="73" y="2094"/>
                      </a:lnTo>
                      <a:lnTo>
                        <a:pt x="73" y="11198"/>
                      </a:lnTo>
                      <a:lnTo>
                        <a:pt x="118" y="11198"/>
                      </a:lnTo>
                      <a:lnTo>
                        <a:pt x="118" y="2130"/>
                      </a:lnTo>
                      <a:lnTo>
                        <a:pt x="936" y="1348"/>
                      </a:lnTo>
                      <a:lnTo>
                        <a:pt x="936" y="827"/>
                      </a:lnTo>
                      <a:lnTo>
                        <a:pt x="154" y="108"/>
                      </a:lnTo>
                      <a:lnTo>
                        <a:pt x="154" y="72"/>
                      </a:lnTo>
                      <a:cubicBezTo>
                        <a:pt x="154" y="36"/>
                        <a:pt x="118" y="0"/>
                        <a:pt x="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5" name="Google Shape;1105;p20"/>
                <p:cNvSpPr/>
                <p:nvPr/>
              </p:nvSpPr>
              <p:spPr>
                <a:xfrm>
                  <a:off x="5002865" y="3230027"/>
                  <a:ext cx="135020" cy="1435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11577" extrusionOk="0">
                      <a:moveTo>
                        <a:pt x="1016" y="1"/>
                      </a:moveTo>
                      <a:cubicBezTo>
                        <a:pt x="980" y="1"/>
                        <a:pt x="935" y="37"/>
                        <a:pt x="935" y="82"/>
                      </a:cubicBezTo>
                      <a:cubicBezTo>
                        <a:pt x="935" y="118"/>
                        <a:pt x="935" y="154"/>
                        <a:pt x="980" y="154"/>
                      </a:cubicBezTo>
                      <a:lnTo>
                        <a:pt x="980" y="5878"/>
                      </a:lnTo>
                      <a:lnTo>
                        <a:pt x="1" y="6777"/>
                      </a:lnTo>
                      <a:lnTo>
                        <a:pt x="1" y="11576"/>
                      </a:lnTo>
                      <a:lnTo>
                        <a:pt x="82" y="11576"/>
                      </a:lnTo>
                      <a:lnTo>
                        <a:pt x="82" y="6822"/>
                      </a:lnTo>
                      <a:lnTo>
                        <a:pt x="1052" y="5923"/>
                      </a:lnTo>
                      <a:lnTo>
                        <a:pt x="1052" y="154"/>
                      </a:lnTo>
                      <a:cubicBezTo>
                        <a:pt x="1088" y="154"/>
                        <a:pt x="1088" y="118"/>
                        <a:pt x="1088" y="82"/>
                      </a:cubicBezTo>
                      <a:cubicBezTo>
                        <a:pt x="1088" y="37"/>
                        <a:pt x="1052" y="1"/>
                        <a:pt x="101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6" name="Google Shape;1106;p20"/>
                <p:cNvSpPr/>
                <p:nvPr/>
              </p:nvSpPr>
              <p:spPr>
                <a:xfrm>
                  <a:off x="5114328" y="4391123"/>
                  <a:ext cx="111586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0" h="2212" extrusionOk="0">
                      <a:moveTo>
                        <a:pt x="81" y="0"/>
                      </a:moveTo>
                      <a:cubicBezTo>
                        <a:pt x="36" y="0"/>
                        <a:pt x="0" y="36"/>
                        <a:pt x="0" y="72"/>
                      </a:cubicBezTo>
                      <a:cubicBezTo>
                        <a:pt x="0" y="108"/>
                        <a:pt x="36" y="153"/>
                        <a:pt x="81" y="153"/>
                      </a:cubicBezTo>
                      <a:lnTo>
                        <a:pt x="81" y="1537"/>
                      </a:lnTo>
                      <a:lnTo>
                        <a:pt x="791" y="2211"/>
                      </a:lnTo>
                      <a:lnTo>
                        <a:pt x="899" y="2211"/>
                      </a:lnTo>
                      <a:lnTo>
                        <a:pt x="153" y="1501"/>
                      </a:lnTo>
                      <a:lnTo>
                        <a:pt x="153" y="108"/>
                      </a:lnTo>
                      <a:lnTo>
                        <a:pt x="153" y="72"/>
                      </a:lnTo>
                      <a:cubicBezTo>
                        <a:pt x="153" y="36"/>
                        <a:pt x="153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7" name="Google Shape;1107;p20"/>
                <p:cNvSpPr/>
                <p:nvPr/>
              </p:nvSpPr>
              <p:spPr>
                <a:xfrm>
                  <a:off x="5648083" y="4219531"/>
                  <a:ext cx="19094" cy="44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3596" extrusionOk="0">
                      <a:moveTo>
                        <a:pt x="81" y="0"/>
                      </a:moveTo>
                      <a:cubicBezTo>
                        <a:pt x="45" y="0"/>
                        <a:pt x="0" y="36"/>
                        <a:pt x="0" y="72"/>
                      </a:cubicBezTo>
                      <a:cubicBezTo>
                        <a:pt x="0" y="108"/>
                        <a:pt x="0" y="108"/>
                        <a:pt x="45" y="144"/>
                      </a:cubicBezTo>
                      <a:lnTo>
                        <a:pt x="45" y="3595"/>
                      </a:lnTo>
                      <a:lnTo>
                        <a:pt x="117" y="3595"/>
                      </a:lnTo>
                      <a:lnTo>
                        <a:pt x="117" y="144"/>
                      </a:lnTo>
                      <a:cubicBezTo>
                        <a:pt x="117" y="108"/>
                        <a:pt x="153" y="108"/>
                        <a:pt x="153" y="72"/>
                      </a:cubicBezTo>
                      <a:cubicBezTo>
                        <a:pt x="153" y="36"/>
                        <a:pt x="117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8" name="Google Shape;1108;p20"/>
                <p:cNvSpPr/>
                <p:nvPr/>
              </p:nvSpPr>
              <p:spPr>
                <a:xfrm>
                  <a:off x="5992389" y="2812206"/>
                  <a:ext cx="274255" cy="1853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2" h="14947" extrusionOk="0">
                      <a:moveTo>
                        <a:pt x="2130" y="1"/>
                      </a:moveTo>
                      <a:cubicBezTo>
                        <a:pt x="2058" y="1"/>
                        <a:pt x="2023" y="37"/>
                        <a:pt x="2023" y="81"/>
                      </a:cubicBezTo>
                      <a:cubicBezTo>
                        <a:pt x="2023" y="117"/>
                        <a:pt x="2058" y="153"/>
                        <a:pt x="2094" y="153"/>
                      </a:cubicBezTo>
                      <a:lnTo>
                        <a:pt x="2094" y="5618"/>
                      </a:lnTo>
                      <a:lnTo>
                        <a:pt x="1160" y="6480"/>
                      </a:lnTo>
                      <a:lnTo>
                        <a:pt x="1160" y="13859"/>
                      </a:lnTo>
                      <a:lnTo>
                        <a:pt x="0" y="14946"/>
                      </a:lnTo>
                      <a:lnTo>
                        <a:pt x="72" y="14946"/>
                      </a:lnTo>
                      <a:lnTo>
                        <a:pt x="1232" y="13895"/>
                      </a:lnTo>
                      <a:lnTo>
                        <a:pt x="1232" y="6480"/>
                      </a:lnTo>
                      <a:lnTo>
                        <a:pt x="2130" y="5653"/>
                      </a:lnTo>
                      <a:lnTo>
                        <a:pt x="2130" y="153"/>
                      </a:lnTo>
                      <a:cubicBezTo>
                        <a:pt x="2166" y="153"/>
                        <a:pt x="2211" y="117"/>
                        <a:pt x="2211" y="81"/>
                      </a:cubicBezTo>
                      <a:cubicBezTo>
                        <a:pt x="2211" y="37"/>
                        <a:pt x="2166" y="1"/>
                        <a:pt x="21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9" name="Google Shape;1109;p20"/>
                <p:cNvSpPr/>
                <p:nvPr/>
              </p:nvSpPr>
              <p:spPr>
                <a:xfrm>
                  <a:off x="5653662" y="2859071"/>
                  <a:ext cx="380014" cy="1806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5" h="14569" extrusionOk="0">
                      <a:moveTo>
                        <a:pt x="971" y="0"/>
                      </a:moveTo>
                      <a:cubicBezTo>
                        <a:pt x="935" y="0"/>
                        <a:pt x="899" y="36"/>
                        <a:pt x="899" y="72"/>
                      </a:cubicBezTo>
                      <a:cubicBezTo>
                        <a:pt x="899" y="108"/>
                        <a:pt x="899" y="108"/>
                        <a:pt x="935" y="153"/>
                      </a:cubicBezTo>
                      <a:lnTo>
                        <a:pt x="935" y="3478"/>
                      </a:lnTo>
                      <a:lnTo>
                        <a:pt x="0" y="4341"/>
                      </a:lnTo>
                      <a:lnTo>
                        <a:pt x="0" y="7450"/>
                      </a:lnTo>
                      <a:lnTo>
                        <a:pt x="935" y="8313"/>
                      </a:lnTo>
                      <a:lnTo>
                        <a:pt x="935" y="14568"/>
                      </a:lnTo>
                      <a:lnTo>
                        <a:pt x="971" y="14568"/>
                      </a:lnTo>
                      <a:lnTo>
                        <a:pt x="971" y="13103"/>
                      </a:lnTo>
                      <a:lnTo>
                        <a:pt x="2130" y="12061"/>
                      </a:lnTo>
                      <a:lnTo>
                        <a:pt x="2130" y="8610"/>
                      </a:lnTo>
                      <a:lnTo>
                        <a:pt x="3065" y="7747"/>
                      </a:lnTo>
                      <a:lnTo>
                        <a:pt x="3065" y="4646"/>
                      </a:lnTo>
                      <a:lnTo>
                        <a:pt x="2130" y="3784"/>
                      </a:lnTo>
                      <a:lnTo>
                        <a:pt x="2130" y="413"/>
                      </a:lnTo>
                      <a:cubicBezTo>
                        <a:pt x="2166" y="413"/>
                        <a:pt x="2202" y="377"/>
                        <a:pt x="2202" y="377"/>
                      </a:cubicBezTo>
                      <a:cubicBezTo>
                        <a:pt x="2202" y="333"/>
                        <a:pt x="2166" y="297"/>
                        <a:pt x="2130" y="297"/>
                      </a:cubicBezTo>
                      <a:cubicBezTo>
                        <a:pt x="2058" y="297"/>
                        <a:pt x="2022" y="333"/>
                        <a:pt x="2022" y="377"/>
                      </a:cubicBezTo>
                      <a:cubicBezTo>
                        <a:pt x="2022" y="377"/>
                        <a:pt x="2058" y="413"/>
                        <a:pt x="2094" y="413"/>
                      </a:cubicBezTo>
                      <a:lnTo>
                        <a:pt x="2094" y="3820"/>
                      </a:lnTo>
                      <a:lnTo>
                        <a:pt x="3029" y="4646"/>
                      </a:lnTo>
                      <a:lnTo>
                        <a:pt x="3029" y="7747"/>
                      </a:lnTo>
                      <a:lnTo>
                        <a:pt x="2094" y="8574"/>
                      </a:lnTo>
                      <a:lnTo>
                        <a:pt x="2094" y="12016"/>
                      </a:lnTo>
                      <a:lnTo>
                        <a:pt x="971" y="13031"/>
                      </a:lnTo>
                      <a:lnTo>
                        <a:pt x="971" y="11836"/>
                      </a:lnTo>
                      <a:lnTo>
                        <a:pt x="1528" y="11342"/>
                      </a:lnTo>
                      <a:lnTo>
                        <a:pt x="1528" y="2849"/>
                      </a:lnTo>
                      <a:cubicBezTo>
                        <a:pt x="1573" y="2849"/>
                        <a:pt x="1573" y="2804"/>
                        <a:pt x="1573" y="2768"/>
                      </a:cubicBezTo>
                      <a:cubicBezTo>
                        <a:pt x="1573" y="2732"/>
                        <a:pt x="1573" y="2696"/>
                        <a:pt x="1492" y="2696"/>
                      </a:cubicBezTo>
                      <a:cubicBezTo>
                        <a:pt x="1456" y="2696"/>
                        <a:pt x="1420" y="2732"/>
                        <a:pt x="1420" y="2768"/>
                      </a:cubicBezTo>
                      <a:cubicBezTo>
                        <a:pt x="1420" y="2804"/>
                        <a:pt x="1456" y="2849"/>
                        <a:pt x="1492" y="2849"/>
                      </a:cubicBezTo>
                      <a:lnTo>
                        <a:pt x="1492" y="11306"/>
                      </a:lnTo>
                      <a:lnTo>
                        <a:pt x="971" y="11755"/>
                      </a:lnTo>
                      <a:lnTo>
                        <a:pt x="971" y="6327"/>
                      </a:lnTo>
                      <a:cubicBezTo>
                        <a:pt x="1007" y="6327"/>
                        <a:pt x="1043" y="6291"/>
                        <a:pt x="1043" y="6255"/>
                      </a:cubicBezTo>
                      <a:cubicBezTo>
                        <a:pt x="1043" y="6219"/>
                        <a:pt x="1007" y="6174"/>
                        <a:pt x="971" y="6174"/>
                      </a:cubicBezTo>
                      <a:cubicBezTo>
                        <a:pt x="935" y="6174"/>
                        <a:pt x="899" y="6219"/>
                        <a:pt x="899" y="6255"/>
                      </a:cubicBezTo>
                      <a:cubicBezTo>
                        <a:pt x="899" y="6291"/>
                        <a:pt x="899" y="6327"/>
                        <a:pt x="935" y="6327"/>
                      </a:cubicBezTo>
                      <a:lnTo>
                        <a:pt x="935" y="8241"/>
                      </a:lnTo>
                      <a:lnTo>
                        <a:pt x="72" y="7450"/>
                      </a:lnTo>
                      <a:lnTo>
                        <a:pt x="72" y="4377"/>
                      </a:lnTo>
                      <a:lnTo>
                        <a:pt x="971" y="3523"/>
                      </a:lnTo>
                      <a:lnTo>
                        <a:pt x="971" y="153"/>
                      </a:lnTo>
                      <a:cubicBezTo>
                        <a:pt x="1007" y="108"/>
                        <a:pt x="1043" y="108"/>
                        <a:pt x="1043" y="72"/>
                      </a:cubicBezTo>
                      <a:cubicBezTo>
                        <a:pt x="1043" y="36"/>
                        <a:pt x="1007" y="0"/>
                        <a:pt x="97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0" name="Google Shape;1110;p20"/>
                <p:cNvSpPr/>
                <p:nvPr/>
              </p:nvSpPr>
              <p:spPr>
                <a:xfrm>
                  <a:off x="5480951" y="3949869"/>
                  <a:ext cx="186225" cy="715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" h="5771" extrusionOk="0">
                      <a:moveTo>
                        <a:pt x="1429" y="0"/>
                      </a:moveTo>
                      <a:cubicBezTo>
                        <a:pt x="1393" y="0"/>
                        <a:pt x="1348" y="36"/>
                        <a:pt x="1348" y="72"/>
                      </a:cubicBezTo>
                      <a:cubicBezTo>
                        <a:pt x="1348" y="117"/>
                        <a:pt x="1348" y="117"/>
                        <a:pt x="1393" y="117"/>
                      </a:cubicBezTo>
                      <a:lnTo>
                        <a:pt x="1393" y="710"/>
                      </a:lnTo>
                      <a:lnTo>
                        <a:pt x="944" y="1124"/>
                      </a:lnTo>
                      <a:lnTo>
                        <a:pt x="944" y="4872"/>
                      </a:lnTo>
                      <a:lnTo>
                        <a:pt x="0" y="5689"/>
                      </a:lnTo>
                      <a:lnTo>
                        <a:pt x="0" y="5770"/>
                      </a:lnTo>
                      <a:lnTo>
                        <a:pt x="81" y="5770"/>
                      </a:lnTo>
                      <a:lnTo>
                        <a:pt x="81" y="5734"/>
                      </a:lnTo>
                      <a:lnTo>
                        <a:pt x="1016" y="4872"/>
                      </a:lnTo>
                      <a:lnTo>
                        <a:pt x="1016" y="1124"/>
                      </a:lnTo>
                      <a:lnTo>
                        <a:pt x="1465" y="710"/>
                      </a:lnTo>
                      <a:lnTo>
                        <a:pt x="1465" y="117"/>
                      </a:lnTo>
                      <a:cubicBezTo>
                        <a:pt x="1465" y="117"/>
                        <a:pt x="1501" y="117"/>
                        <a:pt x="1501" y="72"/>
                      </a:cubicBezTo>
                      <a:cubicBezTo>
                        <a:pt x="1501" y="36"/>
                        <a:pt x="1465" y="0"/>
                        <a:pt x="14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1" name="Google Shape;1111;p20"/>
                <p:cNvSpPr/>
                <p:nvPr/>
              </p:nvSpPr>
              <p:spPr>
                <a:xfrm>
                  <a:off x="5430737" y="3248996"/>
                  <a:ext cx="129440" cy="1416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1424" extrusionOk="0">
                      <a:moveTo>
                        <a:pt x="971" y="1"/>
                      </a:moveTo>
                      <a:cubicBezTo>
                        <a:pt x="900" y="1"/>
                        <a:pt x="855" y="36"/>
                        <a:pt x="855" y="72"/>
                      </a:cubicBezTo>
                      <a:cubicBezTo>
                        <a:pt x="855" y="108"/>
                        <a:pt x="900" y="153"/>
                        <a:pt x="936" y="153"/>
                      </a:cubicBezTo>
                      <a:lnTo>
                        <a:pt x="936" y="10300"/>
                      </a:lnTo>
                      <a:lnTo>
                        <a:pt x="1" y="11163"/>
                      </a:lnTo>
                      <a:lnTo>
                        <a:pt x="1" y="11423"/>
                      </a:lnTo>
                      <a:lnTo>
                        <a:pt x="73" y="11423"/>
                      </a:lnTo>
                      <a:lnTo>
                        <a:pt x="73" y="11163"/>
                      </a:lnTo>
                      <a:lnTo>
                        <a:pt x="971" y="10336"/>
                      </a:lnTo>
                      <a:lnTo>
                        <a:pt x="971" y="153"/>
                      </a:lnTo>
                      <a:cubicBezTo>
                        <a:pt x="1007" y="153"/>
                        <a:pt x="1043" y="108"/>
                        <a:pt x="1043" y="72"/>
                      </a:cubicBezTo>
                      <a:cubicBezTo>
                        <a:pt x="1043" y="36"/>
                        <a:pt x="1007" y="1"/>
                        <a:pt x="97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2" name="Google Shape;1112;p20"/>
                <p:cNvSpPr/>
                <p:nvPr/>
              </p:nvSpPr>
              <p:spPr>
                <a:xfrm>
                  <a:off x="5058658" y="4232921"/>
                  <a:ext cx="79226" cy="4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" h="3488" extrusionOk="0">
                      <a:moveTo>
                        <a:pt x="81" y="0"/>
                      </a:moveTo>
                      <a:cubicBezTo>
                        <a:pt x="36" y="0"/>
                        <a:pt x="0" y="0"/>
                        <a:pt x="0" y="81"/>
                      </a:cubicBezTo>
                      <a:cubicBezTo>
                        <a:pt x="0" y="81"/>
                        <a:pt x="36" y="117"/>
                        <a:pt x="81" y="117"/>
                      </a:cubicBezTo>
                      <a:lnTo>
                        <a:pt x="81" y="3002"/>
                      </a:lnTo>
                      <a:lnTo>
                        <a:pt x="566" y="3487"/>
                      </a:lnTo>
                      <a:lnTo>
                        <a:pt x="638" y="3487"/>
                      </a:lnTo>
                      <a:lnTo>
                        <a:pt x="117" y="3002"/>
                      </a:lnTo>
                      <a:lnTo>
                        <a:pt x="117" y="117"/>
                      </a:lnTo>
                      <a:cubicBezTo>
                        <a:pt x="153" y="117"/>
                        <a:pt x="189" y="81"/>
                        <a:pt x="189" y="81"/>
                      </a:cubicBezTo>
                      <a:cubicBezTo>
                        <a:pt x="189" y="0"/>
                        <a:pt x="153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3" name="Google Shape;1113;p20"/>
                <p:cNvSpPr/>
                <p:nvPr/>
              </p:nvSpPr>
              <p:spPr>
                <a:xfrm>
                  <a:off x="5703752" y="4391123"/>
                  <a:ext cx="19094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2212" extrusionOk="0">
                      <a:moveTo>
                        <a:pt x="82" y="0"/>
                      </a:moveTo>
                      <a:cubicBezTo>
                        <a:pt x="46" y="0"/>
                        <a:pt x="1" y="36"/>
                        <a:pt x="1" y="72"/>
                      </a:cubicBezTo>
                      <a:cubicBezTo>
                        <a:pt x="1" y="72"/>
                        <a:pt x="46" y="108"/>
                        <a:pt x="82" y="108"/>
                      </a:cubicBezTo>
                      <a:lnTo>
                        <a:pt x="82" y="2211"/>
                      </a:lnTo>
                      <a:lnTo>
                        <a:pt x="118" y="2211"/>
                      </a:lnTo>
                      <a:lnTo>
                        <a:pt x="118" y="108"/>
                      </a:lnTo>
                      <a:cubicBezTo>
                        <a:pt x="153" y="108"/>
                        <a:pt x="153" y="72"/>
                        <a:pt x="153" y="72"/>
                      </a:cubicBezTo>
                      <a:cubicBezTo>
                        <a:pt x="153" y="36"/>
                        <a:pt x="118" y="0"/>
                        <a:pt x="8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4" name="Google Shape;1114;p20"/>
                <p:cNvSpPr/>
                <p:nvPr/>
              </p:nvSpPr>
              <p:spPr>
                <a:xfrm>
                  <a:off x="4882600" y="3666817"/>
                  <a:ext cx="134896" cy="998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8054" extrusionOk="0">
                      <a:moveTo>
                        <a:pt x="1007" y="1"/>
                      </a:moveTo>
                      <a:cubicBezTo>
                        <a:pt x="971" y="1"/>
                        <a:pt x="935" y="37"/>
                        <a:pt x="935" y="73"/>
                      </a:cubicBezTo>
                      <a:cubicBezTo>
                        <a:pt x="935" y="109"/>
                        <a:pt x="935" y="109"/>
                        <a:pt x="971" y="154"/>
                      </a:cubicBezTo>
                      <a:lnTo>
                        <a:pt x="971" y="2023"/>
                      </a:lnTo>
                      <a:lnTo>
                        <a:pt x="0" y="2886"/>
                      </a:lnTo>
                      <a:lnTo>
                        <a:pt x="0" y="8053"/>
                      </a:lnTo>
                      <a:lnTo>
                        <a:pt x="72" y="8053"/>
                      </a:lnTo>
                      <a:lnTo>
                        <a:pt x="72" y="2922"/>
                      </a:lnTo>
                      <a:lnTo>
                        <a:pt x="1052" y="2023"/>
                      </a:lnTo>
                      <a:lnTo>
                        <a:pt x="1052" y="154"/>
                      </a:lnTo>
                      <a:cubicBezTo>
                        <a:pt x="1088" y="109"/>
                        <a:pt x="1088" y="109"/>
                        <a:pt x="1088" y="73"/>
                      </a:cubicBezTo>
                      <a:cubicBezTo>
                        <a:pt x="1088" y="37"/>
                        <a:pt x="1052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5" name="Google Shape;1115;p20"/>
                <p:cNvSpPr/>
                <p:nvPr/>
              </p:nvSpPr>
              <p:spPr>
                <a:xfrm>
                  <a:off x="4822343" y="3471793"/>
                  <a:ext cx="135020" cy="11935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9627" extrusionOk="0">
                      <a:moveTo>
                        <a:pt x="1007" y="1"/>
                      </a:moveTo>
                      <a:cubicBezTo>
                        <a:pt x="971" y="1"/>
                        <a:pt x="935" y="1"/>
                        <a:pt x="935" y="73"/>
                      </a:cubicBezTo>
                      <a:cubicBezTo>
                        <a:pt x="935" y="73"/>
                        <a:pt x="935" y="109"/>
                        <a:pt x="971" y="109"/>
                      </a:cubicBezTo>
                      <a:lnTo>
                        <a:pt x="971" y="3407"/>
                      </a:lnTo>
                      <a:lnTo>
                        <a:pt x="1" y="4270"/>
                      </a:lnTo>
                      <a:lnTo>
                        <a:pt x="37" y="4306"/>
                      </a:lnTo>
                      <a:lnTo>
                        <a:pt x="1" y="4306"/>
                      </a:lnTo>
                      <a:lnTo>
                        <a:pt x="1" y="9626"/>
                      </a:lnTo>
                      <a:lnTo>
                        <a:pt x="73" y="9626"/>
                      </a:lnTo>
                      <a:lnTo>
                        <a:pt x="73" y="4306"/>
                      </a:lnTo>
                      <a:lnTo>
                        <a:pt x="1043" y="3407"/>
                      </a:lnTo>
                      <a:lnTo>
                        <a:pt x="1043" y="109"/>
                      </a:lnTo>
                      <a:cubicBezTo>
                        <a:pt x="1088" y="109"/>
                        <a:pt x="1088" y="73"/>
                        <a:pt x="1088" y="73"/>
                      </a:cubicBezTo>
                      <a:cubicBezTo>
                        <a:pt x="1088" y="1"/>
                        <a:pt x="1043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6" name="Google Shape;1116;p20"/>
                <p:cNvSpPr/>
                <p:nvPr/>
              </p:nvSpPr>
              <p:spPr>
                <a:xfrm>
                  <a:off x="6725637" y="4024507"/>
                  <a:ext cx="130432" cy="6408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2" h="5169" extrusionOk="0">
                      <a:moveTo>
                        <a:pt x="971" y="1"/>
                      </a:moveTo>
                      <a:cubicBezTo>
                        <a:pt x="935" y="1"/>
                        <a:pt x="899" y="37"/>
                        <a:pt x="899" y="73"/>
                      </a:cubicBezTo>
                      <a:lnTo>
                        <a:pt x="0" y="935"/>
                      </a:lnTo>
                      <a:lnTo>
                        <a:pt x="0" y="5168"/>
                      </a:lnTo>
                      <a:lnTo>
                        <a:pt x="36" y="5168"/>
                      </a:lnTo>
                      <a:lnTo>
                        <a:pt x="36" y="935"/>
                      </a:lnTo>
                      <a:lnTo>
                        <a:pt x="935" y="108"/>
                      </a:lnTo>
                      <a:lnTo>
                        <a:pt x="971" y="144"/>
                      </a:lnTo>
                      <a:cubicBezTo>
                        <a:pt x="1016" y="144"/>
                        <a:pt x="1052" y="108"/>
                        <a:pt x="1052" y="73"/>
                      </a:cubicBezTo>
                      <a:cubicBezTo>
                        <a:pt x="1052" y="37"/>
                        <a:pt x="1016" y="1"/>
                        <a:pt x="97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7" name="Google Shape;1117;p20"/>
                <p:cNvSpPr/>
                <p:nvPr/>
              </p:nvSpPr>
              <p:spPr>
                <a:xfrm>
                  <a:off x="5941183" y="3304664"/>
                  <a:ext cx="269667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5" h="10975" extrusionOk="0">
                      <a:moveTo>
                        <a:pt x="2094" y="1"/>
                      </a:moveTo>
                      <a:cubicBezTo>
                        <a:pt x="2058" y="1"/>
                        <a:pt x="2022" y="37"/>
                        <a:pt x="2022" y="73"/>
                      </a:cubicBezTo>
                      <a:cubicBezTo>
                        <a:pt x="2022" y="109"/>
                        <a:pt x="2022" y="109"/>
                        <a:pt x="2058" y="154"/>
                      </a:cubicBezTo>
                      <a:lnTo>
                        <a:pt x="2058" y="1457"/>
                      </a:lnTo>
                      <a:lnTo>
                        <a:pt x="1123" y="2320"/>
                      </a:lnTo>
                      <a:lnTo>
                        <a:pt x="1123" y="9923"/>
                      </a:lnTo>
                      <a:lnTo>
                        <a:pt x="0" y="10974"/>
                      </a:lnTo>
                      <a:lnTo>
                        <a:pt x="72" y="10974"/>
                      </a:lnTo>
                      <a:lnTo>
                        <a:pt x="1195" y="9923"/>
                      </a:lnTo>
                      <a:lnTo>
                        <a:pt x="1195" y="2320"/>
                      </a:lnTo>
                      <a:lnTo>
                        <a:pt x="2094" y="1457"/>
                      </a:lnTo>
                      <a:lnTo>
                        <a:pt x="2094" y="154"/>
                      </a:lnTo>
                      <a:cubicBezTo>
                        <a:pt x="2175" y="154"/>
                        <a:pt x="2175" y="109"/>
                        <a:pt x="2175" y="73"/>
                      </a:cubicBezTo>
                      <a:cubicBezTo>
                        <a:pt x="2175" y="37"/>
                        <a:pt x="2130" y="1"/>
                        <a:pt x="2094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8" name="Google Shape;1118;p20"/>
                <p:cNvSpPr/>
                <p:nvPr/>
              </p:nvSpPr>
              <p:spPr>
                <a:xfrm>
                  <a:off x="6414682" y="2640614"/>
                  <a:ext cx="357821" cy="2024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6" h="16331" extrusionOk="0">
                      <a:moveTo>
                        <a:pt x="2805" y="1"/>
                      </a:moveTo>
                      <a:cubicBezTo>
                        <a:pt x="2769" y="1"/>
                        <a:pt x="2733" y="36"/>
                        <a:pt x="2733" y="72"/>
                      </a:cubicBezTo>
                      <a:cubicBezTo>
                        <a:pt x="2733" y="117"/>
                        <a:pt x="2769" y="153"/>
                        <a:pt x="2769" y="153"/>
                      </a:cubicBezTo>
                      <a:lnTo>
                        <a:pt x="2769" y="2814"/>
                      </a:lnTo>
                      <a:lnTo>
                        <a:pt x="2319" y="3218"/>
                      </a:lnTo>
                      <a:lnTo>
                        <a:pt x="2319" y="4872"/>
                      </a:lnTo>
                      <a:lnTo>
                        <a:pt x="1421" y="5734"/>
                      </a:lnTo>
                      <a:lnTo>
                        <a:pt x="1421" y="8610"/>
                      </a:lnTo>
                      <a:lnTo>
                        <a:pt x="899" y="8125"/>
                      </a:lnTo>
                      <a:lnTo>
                        <a:pt x="899" y="5168"/>
                      </a:lnTo>
                      <a:lnTo>
                        <a:pt x="935" y="5132"/>
                      </a:lnTo>
                      <a:cubicBezTo>
                        <a:pt x="935" y="5096"/>
                        <a:pt x="899" y="5060"/>
                        <a:pt x="863" y="5060"/>
                      </a:cubicBezTo>
                      <a:cubicBezTo>
                        <a:pt x="827" y="5060"/>
                        <a:pt x="782" y="5096"/>
                        <a:pt x="782" y="5132"/>
                      </a:cubicBezTo>
                      <a:cubicBezTo>
                        <a:pt x="782" y="5132"/>
                        <a:pt x="782" y="5168"/>
                        <a:pt x="827" y="5168"/>
                      </a:cubicBezTo>
                      <a:lnTo>
                        <a:pt x="827" y="6031"/>
                      </a:lnTo>
                      <a:lnTo>
                        <a:pt x="37" y="5321"/>
                      </a:lnTo>
                      <a:lnTo>
                        <a:pt x="37" y="4872"/>
                      </a:lnTo>
                      <a:lnTo>
                        <a:pt x="827" y="4117"/>
                      </a:lnTo>
                      <a:lnTo>
                        <a:pt x="863" y="4162"/>
                      </a:lnTo>
                      <a:cubicBezTo>
                        <a:pt x="899" y="4162"/>
                        <a:pt x="935" y="4117"/>
                        <a:pt x="935" y="4081"/>
                      </a:cubicBezTo>
                      <a:cubicBezTo>
                        <a:pt x="935" y="4045"/>
                        <a:pt x="899" y="4009"/>
                        <a:pt x="863" y="4009"/>
                      </a:cubicBezTo>
                      <a:cubicBezTo>
                        <a:pt x="827" y="4009"/>
                        <a:pt x="782" y="4045"/>
                        <a:pt x="782" y="4081"/>
                      </a:cubicBezTo>
                      <a:lnTo>
                        <a:pt x="1" y="4836"/>
                      </a:lnTo>
                      <a:lnTo>
                        <a:pt x="1" y="5357"/>
                      </a:lnTo>
                      <a:lnTo>
                        <a:pt x="827" y="6103"/>
                      </a:lnTo>
                      <a:lnTo>
                        <a:pt x="827" y="8125"/>
                      </a:lnTo>
                      <a:lnTo>
                        <a:pt x="1421" y="8691"/>
                      </a:lnTo>
                      <a:lnTo>
                        <a:pt x="1421" y="16330"/>
                      </a:lnTo>
                      <a:lnTo>
                        <a:pt x="1457" y="16330"/>
                      </a:lnTo>
                      <a:lnTo>
                        <a:pt x="1457" y="5734"/>
                      </a:lnTo>
                      <a:lnTo>
                        <a:pt x="2400" y="4872"/>
                      </a:lnTo>
                      <a:lnTo>
                        <a:pt x="2400" y="3263"/>
                      </a:lnTo>
                      <a:lnTo>
                        <a:pt x="2850" y="2849"/>
                      </a:lnTo>
                      <a:lnTo>
                        <a:pt x="2850" y="153"/>
                      </a:lnTo>
                      <a:cubicBezTo>
                        <a:pt x="2886" y="153"/>
                        <a:pt x="2886" y="117"/>
                        <a:pt x="2886" y="72"/>
                      </a:cubicBezTo>
                      <a:cubicBezTo>
                        <a:pt x="2886" y="36"/>
                        <a:pt x="2850" y="1"/>
                        <a:pt x="280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9" name="Google Shape;1119;p20"/>
                <p:cNvSpPr/>
                <p:nvPr/>
              </p:nvSpPr>
              <p:spPr>
                <a:xfrm>
                  <a:off x="6650874" y="3857378"/>
                  <a:ext cx="117166" cy="807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5" h="6517" extrusionOk="0">
                      <a:moveTo>
                        <a:pt x="82" y="1"/>
                      </a:moveTo>
                      <a:cubicBezTo>
                        <a:pt x="46" y="1"/>
                        <a:pt x="1" y="36"/>
                        <a:pt x="1" y="72"/>
                      </a:cubicBezTo>
                      <a:cubicBezTo>
                        <a:pt x="1" y="108"/>
                        <a:pt x="46" y="144"/>
                        <a:pt x="82" y="144"/>
                      </a:cubicBezTo>
                      <a:lnTo>
                        <a:pt x="118" y="144"/>
                      </a:lnTo>
                      <a:lnTo>
                        <a:pt x="900" y="863"/>
                      </a:lnTo>
                      <a:lnTo>
                        <a:pt x="900" y="1313"/>
                      </a:lnTo>
                      <a:lnTo>
                        <a:pt x="118" y="2023"/>
                      </a:lnTo>
                      <a:lnTo>
                        <a:pt x="118" y="1160"/>
                      </a:lnTo>
                      <a:cubicBezTo>
                        <a:pt x="154" y="1160"/>
                        <a:pt x="154" y="1160"/>
                        <a:pt x="154" y="1124"/>
                      </a:cubicBezTo>
                      <a:cubicBezTo>
                        <a:pt x="154" y="1088"/>
                        <a:pt x="118" y="1043"/>
                        <a:pt x="82" y="1043"/>
                      </a:cubicBezTo>
                      <a:cubicBezTo>
                        <a:pt x="46" y="1043"/>
                        <a:pt x="1" y="1088"/>
                        <a:pt x="1" y="1124"/>
                      </a:cubicBezTo>
                      <a:cubicBezTo>
                        <a:pt x="1" y="1160"/>
                        <a:pt x="1" y="1160"/>
                        <a:pt x="46" y="1160"/>
                      </a:cubicBezTo>
                      <a:lnTo>
                        <a:pt x="46" y="6516"/>
                      </a:lnTo>
                      <a:lnTo>
                        <a:pt x="118" y="6516"/>
                      </a:lnTo>
                      <a:lnTo>
                        <a:pt x="118" y="2095"/>
                      </a:lnTo>
                      <a:lnTo>
                        <a:pt x="945" y="1349"/>
                      </a:lnTo>
                      <a:lnTo>
                        <a:pt x="945" y="818"/>
                      </a:lnTo>
                      <a:lnTo>
                        <a:pt x="154" y="108"/>
                      </a:lnTo>
                      <a:lnTo>
                        <a:pt x="154" y="72"/>
                      </a:lnTo>
                      <a:cubicBezTo>
                        <a:pt x="154" y="36"/>
                        <a:pt x="118" y="1"/>
                        <a:pt x="8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0" name="Google Shape;1120;p20"/>
                <p:cNvSpPr/>
                <p:nvPr/>
              </p:nvSpPr>
              <p:spPr>
                <a:xfrm>
                  <a:off x="5369489" y="2728642"/>
                  <a:ext cx="134896" cy="1936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15621" extrusionOk="0">
                      <a:moveTo>
                        <a:pt x="81" y="1"/>
                      </a:moveTo>
                      <a:cubicBezTo>
                        <a:pt x="45" y="1"/>
                        <a:pt x="1" y="36"/>
                        <a:pt x="1" y="81"/>
                      </a:cubicBezTo>
                      <a:cubicBezTo>
                        <a:pt x="1" y="117"/>
                        <a:pt x="45" y="117"/>
                        <a:pt x="81" y="153"/>
                      </a:cubicBezTo>
                      <a:lnTo>
                        <a:pt x="81" y="3523"/>
                      </a:lnTo>
                      <a:lnTo>
                        <a:pt x="980" y="4386"/>
                      </a:lnTo>
                      <a:lnTo>
                        <a:pt x="980" y="12133"/>
                      </a:lnTo>
                      <a:lnTo>
                        <a:pt x="81" y="12996"/>
                      </a:lnTo>
                      <a:lnTo>
                        <a:pt x="81" y="15620"/>
                      </a:lnTo>
                      <a:lnTo>
                        <a:pt x="117" y="15620"/>
                      </a:lnTo>
                      <a:lnTo>
                        <a:pt x="117" y="15171"/>
                      </a:lnTo>
                      <a:lnTo>
                        <a:pt x="1052" y="14308"/>
                      </a:lnTo>
                      <a:lnTo>
                        <a:pt x="1052" y="13032"/>
                      </a:lnTo>
                      <a:cubicBezTo>
                        <a:pt x="1088" y="13032"/>
                        <a:pt x="1088" y="12996"/>
                        <a:pt x="1088" y="12960"/>
                      </a:cubicBezTo>
                      <a:cubicBezTo>
                        <a:pt x="1088" y="12924"/>
                        <a:pt x="1052" y="12888"/>
                        <a:pt x="1016" y="12888"/>
                      </a:cubicBezTo>
                      <a:cubicBezTo>
                        <a:pt x="980" y="12888"/>
                        <a:pt x="944" y="12924"/>
                        <a:pt x="944" y="12960"/>
                      </a:cubicBezTo>
                      <a:cubicBezTo>
                        <a:pt x="944" y="12996"/>
                        <a:pt x="980" y="13032"/>
                        <a:pt x="980" y="13032"/>
                      </a:cubicBezTo>
                      <a:lnTo>
                        <a:pt x="980" y="14308"/>
                      </a:lnTo>
                      <a:lnTo>
                        <a:pt x="117" y="15090"/>
                      </a:lnTo>
                      <a:lnTo>
                        <a:pt x="117" y="12996"/>
                      </a:lnTo>
                      <a:lnTo>
                        <a:pt x="1052" y="12133"/>
                      </a:lnTo>
                      <a:lnTo>
                        <a:pt x="1052" y="4350"/>
                      </a:lnTo>
                      <a:lnTo>
                        <a:pt x="117" y="3523"/>
                      </a:lnTo>
                      <a:lnTo>
                        <a:pt x="117" y="153"/>
                      </a:lnTo>
                      <a:cubicBezTo>
                        <a:pt x="153" y="117"/>
                        <a:pt x="189" y="117"/>
                        <a:pt x="189" y="81"/>
                      </a:cubicBezTo>
                      <a:cubicBezTo>
                        <a:pt x="189" y="36"/>
                        <a:pt x="153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1" name="Google Shape;1121;p20"/>
                <p:cNvSpPr/>
                <p:nvPr/>
              </p:nvSpPr>
              <p:spPr>
                <a:xfrm>
                  <a:off x="6256477" y="3304664"/>
                  <a:ext cx="283182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4" h="10975" extrusionOk="0">
                      <a:moveTo>
                        <a:pt x="710" y="1"/>
                      </a:moveTo>
                      <a:cubicBezTo>
                        <a:pt x="638" y="1"/>
                        <a:pt x="638" y="1"/>
                        <a:pt x="638" y="37"/>
                      </a:cubicBezTo>
                      <a:cubicBezTo>
                        <a:pt x="638" y="109"/>
                        <a:pt x="638" y="109"/>
                        <a:pt x="710" y="109"/>
                      </a:cubicBezTo>
                      <a:lnTo>
                        <a:pt x="755" y="109"/>
                      </a:lnTo>
                      <a:lnTo>
                        <a:pt x="1609" y="936"/>
                      </a:lnTo>
                      <a:lnTo>
                        <a:pt x="1609" y="8422"/>
                      </a:lnTo>
                      <a:lnTo>
                        <a:pt x="117" y="9815"/>
                      </a:lnTo>
                      <a:lnTo>
                        <a:pt x="117" y="9321"/>
                      </a:lnTo>
                      <a:lnTo>
                        <a:pt x="1277" y="8242"/>
                      </a:lnTo>
                      <a:lnTo>
                        <a:pt x="1277" y="1277"/>
                      </a:lnTo>
                      <a:cubicBezTo>
                        <a:pt x="1313" y="1277"/>
                        <a:pt x="1348" y="1232"/>
                        <a:pt x="1348" y="1232"/>
                      </a:cubicBezTo>
                      <a:cubicBezTo>
                        <a:pt x="1348" y="1196"/>
                        <a:pt x="1313" y="1160"/>
                        <a:pt x="1277" y="1160"/>
                      </a:cubicBezTo>
                      <a:cubicBezTo>
                        <a:pt x="1205" y="1160"/>
                        <a:pt x="1160" y="1196"/>
                        <a:pt x="1160" y="1232"/>
                      </a:cubicBezTo>
                      <a:cubicBezTo>
                        <a:pt x="1160" y="1232"/>
                        <a:pt x="1205" y="1277"/>
                        <a:pt x="1241" y="1277"/>
                      </a:cubicBezTo>
                      <a:lnTo>
                        <a:pt x="1241" y="8242"/>
                      </a:lnTo>
                      <a:lnTo>
                        <a:pt x="117" y="9249"/>
                      </a:lnTo>
                      <a:lnTo>
                        <a:pt x="117" y="7523"/>
                      </a:lnTo>
                      <a:cubicBezTo>
                        <a:pt x="153" y="7487"/>
                        <a:pt x="153" y="7487"/>
                        <a:pt x="153" y="7451"/>
                      </a:cubicBezTo>
                      <a:cubicBezTo>
                        <a:pt x="153" y="7415"/>
                        <a:pt x="153" y="7379"/>
                        <a:pt x="81" y="7379"/>
                      </a:cubicBezTo>
                      <a:cubicBezTo>
                        <a:pt x="36" y="7379"/>
                        <a:pt x="0" y="7415"/>
                        <a:pt x="0" y="7451"/>
                      </a:cubicBezTo>
                      <a:cubicBezTo>
                        <a:pt x="0" y="7487"/>
                        <a:pt x="36" y="7487"/>
                        <a:pt x="81" y="7523"/>
                      </a:cubicBezTo>
                      <a:lnTo>
                        <a:pt x="81" y="10974"/>
                      </a:lnTo>
                      <a:lnTo>
                        <a:pt x="117" y="10974"/>
                      </a:lnTo>
                      <a:lnTo>
                        <a:pt x="117" y="9887"/>
                      </a:lnTo>
                      <a:lnTo>
                        <a:pt x="2247" y="7937"/>
                      </a:lnTo>
                      <a:lnTo>
                        <a:pt x="2247" y="5133"/>
                      </a:lnTo>
                      <a:cubicBezTo>
                        <a:pt x="2247" y="5133"/>
                        <a:pt x="2283" y="5097"/>
                        <a:pt x="2283" y="5052"/>
                      </a:cubicBezTo>
                      <a:cubicBezTo>
                        <a:pt x="2283" y="5016"/>
                        <a:pt x="2247" y="5016"/>
                        <a:pt x="2211" y="5016"/>
                      </a:cubicBezTo>
                      <a:cubicBezTo>
                        <a:pt x="2175" y="5016"/>
                        <a:pt x="2139" y="5016"/>
                        <a:pt x="2139" y="5052"/>
                      </a:cubicBezTo>
                      <a:cubicBezTo>
                        <a:pt x="2139" y="5097"/>
                        <a:pt x="2139" y="5133"/>
                        <a:pt x="2175" y="5133"/>
                      </a:cubicBezTo>
                      <a:lnTo>
                        <a:pt x="2175" y="7901"/>
                      </a:lnTo>
                      <a:lnTo>
                        <a:pt x="1690" y="8350"/>
                      </a:lnTo>
                      <a:lnTo>
                        <a:pt x="1690" y="936"/>
                      </a:lnTo>
                      <a:lnTo>
                        <a:pt x="791" y="73"/>
                      </a:lnTo>
                      <a:lnTo>
                        <a:pt x="791" y="37"/>
                      </a:lnTo>
                      <a:cubicBezTo>
                        <a:pt x="791" y="1"/>
                        <a:pt x="755" y="1"/>
                        <a:pt x="71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2" name="Google Shape;1122;p20"/>
                <p:cNvSpPr/>
                <p:nvPr/>
              </p:nvSpPr>
              <p:spPr>
                <a:xfrm>
                  <a:off x="6200808" y="3930900"/>
                  <a:ext cx="18970" cy="734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5924" extrusionOk="0">
                      <a:moveTo>
                        <a:pt x="81" y="1"/>
                      </a:moveTo>
                      <a:cubicBezTo>
                        <a:pt x="36" y="1"/>
                        <a:pt x="0" y="46"/>
                        <a:pt x="0" y="82"/>
                      </a:cubicBezTo>
                      <a:cubicBezTo>
                        <a:pt x="0" y="118"/>
                        <a:pt x="0" y="153"/>
                        <a:pt x="36" y="153"/>
                      </a:cubicBezTo>
                      <a:lnTo>
                        <a:pt x="36" y="5923"/>
                      </a:lnTo>
                      <a:lnTo>
                        <a:pt x="117" y="5923"/>
                      </a:lnTo>
                      <a:lnTo>
                        <a:pt x="117" y="153"/>
                      </a:lnTo>
                      <a:cubicBezTo>
                        <a:pt x="117" y="153"/>
                        <a:pt x="153" y="118"/>
                        <a:pt x="153" y="82"/>
                      </a:cubicBezTo>
                      <a:cubicBezTo>
                        <a:pt x="153" y="46"/>
                        <a:pt x="117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3" name="Google Shape;1123;p20"/>
                <p:cNvSpPr/>
                <p:nvPr/>
              </p:nvSpPr>
              <p:spPr>
                <a:xfrm>
                  <a:off x="4942732" y="3109764"/>
                  <a:ext cx="134896" cy="15556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12547" extrusionOk="0">
                      <a:moveTo>
                        <a:pt x="1016" y="0"/>
                      </a:moveTo>
                      <a:cubicBezTo>
                        <a:pt x="971" y="0"/>
                        <a:pt x="935" y="36"/>
                        <a:pt x="935" y="72"/>
                      </a:cubicBezTo>
                      <a:cubicBezTo>
                        <a:pt x="935" y="108"/>
                        <a:pt x="935" y="153"/>
                        <a:pt x="971" y="153"/>
                      </a:cubicBezTo>
                      <a:lnTo>
                        <a:pt x="971" y="6669"/>
                      </a:lnTo>
                      <a:lnTo>
                        <a:pt x="0" y="7567"/>
                      </a:lnTo>
                      <a:lnTo>
                        <a:pt x="0" y="12546"/>
                      </a:lnTo>
                      <a:lnTo>
                        <a:pt x="72" y="12546"/>
                      </a:lnTo>
                      <a:lnTo>
                        <a:pt x="72" y="7603"/>
                      </a:lnTo>
                      <a:lnTo>
                        <a:pt x="1052" y="6705"/>
                      </a:lnTo>
                      <a:lnTo>
                        <a:pt x="1052" y="153"/>
                      </a:lnTo>
                      <a:cubicBezTo>
                        <a:pt x="1088" y="153"/>
                        <a:pt x="1088" y="108"/>
                        <a:pt x="1088" y="72"/>
                      </a:cubicBezTo>
                      <a:cubicBezTo>
                        <a:pt x="1088" y="36"/>
                        <a:pt x="1052" y="0"/>
                        <a:pt x="101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4" name="Google Shape;1124;p20"/>
                <p:cNvSpPr/>
                <p:nvPr/>
              </p:nvSpPr>
              <p:spPr>
                <a:xfrm>
                  <a:off x="6772379" y="3309128"/>
                  <a:ext cx="129440" cy="1356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0939" extrusionOk="0">
                      <a:moveTo>
                        <a:pt x="72" y="1"/>
                      </a:moveTo>
                      <a:cubicBezTo>
                        <a:pt x="36" y="1"/>
                        <a:pt x="1" y="37"/>
                        <a:pt x="1" y="73"/>
                      </a:cubicBezTo>
                      <a:cubicBezTo>
                        <a:pt x="1" y="118"/>
                        <a:pt x="36" y="118"/>
                        <a:pt x="36" y="154"/>
                      </a:cubicBezTo>
                      <a:lnTo>
                        <a:pt x="36" y="3524"/>
                      </a:lnTo>
                      <a:lnTo>
                        <a:pt x="971" y="4387"/>
                      </a:lnTo>
                      <a:lnTo>
                        <a:pt x="971" y="7451"/>
                      </a:lnTo>
                      <a:lnTo>
                        <a:pt x="36" y="8314"/>
                      </a:lnTo>
                      <a:lnTo>
                        <a:pt x="36" y="10938"/>
                      </a:lnTo>
                      <a:lnTo>
                        <a:pt x="108" y="10938"/>
                      </a:lnTo>
                      <a:lnTo>
                        <a:pt x="108" y="8314"/>
                      </a:lnTo>
                      <a:lnTo>
                        <a:pt x="1043" y="7451"/>
                      </a:lnTo>
                      <a:lnTo>
                        <a:pt x="1043" y="4342"/>
                      </a:lnTo>
                      <a:lnTo>
                        <a:pt x="108" y="3488"/>
                      </a:lnTo>
                      <a:lnTo>
                        <a:pt x="108" y="154"/>
                      </a:lnTo>
                      <a:cubicBezTo>
                        <a:pt x="144" y="118"/>
                        <a:pt x="144" y="118"/>
                        <a:pt x="144" y="73"/>
                      </a:cubicBezTo>
                      <a:cubicBezTo>
                        <a:pt x="144" y="37"/>
                        <a:pt x="108" y="1"/>
                        <a:pt x="7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25" name="Google Shape;1125;p20"/>
              <p:cNvGrpSpPr/>
              <p:nvPr/>
            </p:nvGrpSpPr>
            <p:grpSpPr>
              <a:xfrm>
                <a:off x="5143499" y="3460729"/>
                <a:ext cx="5143232" cy="1682777"/>
                <a:chOff x="713356" y="2640614"/>
                <a:chExt cx="6188463" cy="2024758"/>
              </a:xfrm>
            </p:grpSpPr>
            <p:sp>
              <p:nvSpPr>
                <p:cNvPr id="1126" name="Google Shape;1126;p20"/>
                <p:cNvSpPr/>
                <p:nvPr/>
              </p:nvSpPr>
              <p:spPr>
                <a:xfrm>
                  <a:off x="3169251" y="3444021"/>
                  <a:ext cx="134896" cy="1221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9851" extrusionOk="0">
                      <a:moveTo>
                        <a:pt x="1007" y="0"/>
                      </a:moveTo>
                      <a:cubicBezTo>
                        <a:pt x="935" y="0"/>
                        <a:pt x="899" y="36"/>
                        <a:pt x="899" y="72"/>
                      </a:cubicBezTo>
                      <a:lnTo>
                        <a:pt x="935" y="108"/>
                      </a:lnTo>
                      <a:lnTo>
                        <a:pt x="0" y="935"/>
                      </a:lnTo>
                      <a:lnTo>
                        <a:pt x="0" y="9850"/>
                      </a:lnTo>
                      <a:lnTo>
                        <a:pt x="72" y="9850"/>
                      </a:lnTo>
                      <a:lnTo>
                        <a:pt x="72" y="935"/>
                      </a:lnTo>
                      <a:lnTo>
                        <a:pt x="971" y="153"/>
                      </a:lnTo>
                      <a:lnTo>
                        <a:pt x="1007" y="153"/>
                      </a:lnTo>
                      <a:cubicBezTo>
                        <a:pt x="1043" y="153"/>
                        <a:pt x="1088" y="108"/>
                        <a:pt x="1088" y="72"/>
                      </a:cubicBezTo>
                      <a:cubicBezTo>
                        <a:pt x="1088" y="36"/>
                        <a:pt x="1043" y="0"/>
                        <a:pt x="100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7" name="Google Shape;1127;p20"/>
                <p:cNvSpPr/>
                <p:nvPr/>
              </p:nvSpPr>
              <p:spPr>
                <a:xfrm>
                  <a:off x="3094488" y="3276892"/>
                  <a:ext cx="116050" cy="1388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6" h="11199" extrusionOk="0">
                      <a:moveTo>
                        <a:pt x="73" y="0"/>
                      </a:moveTo>
                      <a:cubicBezTo>
                        <a:pt x="37" y="0"/>
                        <a:pt x="1" y="36"/>
                        <a:pt x="1" y="72"/>
                      </a:cubicBezTo>
                      <a:cubicBezTo>
                        <a:pt x="1" y="108"/>
                        <a:pt x="37" y="153"/>
                        <a:pt x="73" y="153"/>
                      </a:cubicBezTo>
                      <a:lnTo>
                        <a:pt x="118" y="153"/>
                      </a:lnTo>
                      <a:lnTo>
                        <a:pt x="900" y="863"/>
                      </a:lnTo>
                      <a:lnTo>
                        <a:pt x="900" y="1312"/>
                      </a:lnTo>
                      <a:lnTo>
                        <a:pt x="73" y="2094"/>
                      </a:lnTo>
                      <a:lnTo>
                        <a:pt x="73" y="11198"/>
                      </a:lnTo>
                      <a:lnTo>
                        <a:pt x="118" y="11198"/>
                      </a:lnTo>
                      <a:lnTo>
                        <a:pt x="118" y="2130"/>
                      </a:lnTo>
                      <a:lnTo>
                        <a:pt x="936" y="1348"/>
                      </a:lnTo>
                      <a:lnTo>
                        <a:pt x="936" y="827"/>
                      </a:lnTo>
                      <a:lnTo>
                        <a:pt x="154" y="108"/>
                      </a:lnTo>
                      <a:lnTo>
                        <a:pt x="154" y="72"/>
                      </a:lnTo>
                      <a:cubicBezTo>
                        <a:pt x="154" y="36"/>
                        <a:pt x="118" y="0"/>
                        <a:pt x="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8" name="Google Shape;1128;p20"/>
                <p:cNvSpPr/>
                <p:nvPr/>
              </p:nvSpPr>
              <p:spPr>
                <a:xfrm>
                  <a:off x="2848254" y="3230027"/>
                  <a:ext cx="135020" cy="1435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11577" extrusionOk="0">
                      <a:moveTo>
                        <a:pt x="1016" y="1"/>
                      </a:moveTo>
                      <a:cubicBezTo>
                        <a:pt x="980" y="1"/>
                        <a:pt x="935" y="37"/>
                        <a:pt x="935" y="82"/>
                      </a:cubicBezTo>
                      <a:cubicBezTo>
                        <a:pt x="935" y="118"/>
                        <a:pt x="935" y="154"/>
                        <a:pt x="980" y="154"/>
                      </a:cubicBezTo>
                      <a:lnTo>
                        <a:pt x="980" y="5878"/>
                      </a:lnTo>
                      <a:lnTo>
                        <a:pt x="1" y="6777"/>
                      </a:lnTo>
                      <a:lnTo>
                        <a:pt x="1" y="11576"/>
                      </a:lnTo>
                      <a:lnTo>
                        <a:pt x="82" y="11576"/>
                      </a:lnTo>
                      <a:lnTo>
                        <a:pt x="82" y="6822"/>
                      </a:lnTo>
                      <a:lnTo>
                        <a:pt x="1052" y="5923"/>
                      </a:lnTo>
                      <a:lnTo>
                        <a:pt x="1052" y="154"/>
                      </a:lnTo>
                      <a:cubicBezTo>
                        <a:pt x="1088" y="154"/>
                        <a:pt x="1088" y="118"/>
                        <a:pt x="1088" y="82"/>
                      </a:cubicBezTo>
                      <a:cubicBezTo>
                        <a:pt x="1088" y="37"/>
                        <a:pt x="1052" y="1"/>
                        <a:pt x="101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9" name="Google Shape;1129;p20"/>
                <p:cNvSpPr/>
                <p:nvPr/>
              </p:nvSpPr>
              <p:spPr>
                <a:xfrm>
                  <a:off x="2959716" y="4391123"/>
                  <a:ext cx="111587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0" h="2212" extrusionOk="0">
                      <a:moveTo>
                        <a:pt x="81" y="0"/>
                      </a:moveTo>
                      <a:cubicBezTo>
                        <a:pt x="36" y="0"/>
                        <a:pt x="0" y="36"/>
                        <a:pt x="0" y="72"/>
                      </a:cubicBezTo>
                      <a:cubicBezTo>
                        <a:pt x="0" y="108"/>
                        <a:pt x="36" y="153"/>
                        <a:pt x="81" y="153"/>
                      </a:cubicBezTo>
                      <a:lnTo>
                        <a:pt x="81" y="1537"/>
                      </a:lnTo>
                      <a:lnTo>
                        <a:pt x="791" y="2211"/>
                      </a:lnTo>
                      <a:lnTo>
                        <a:pt x="899" y="2211"/>
                      </a:lnTo>
                      <a:lnTo>
                        <a:pt x="153" y="1501"/>
                      </a:lnTo>
                      <a:lnTo>
                        <a:pt x="153" y="108"/>
                      </a:lnTo>
                      <a:lnTo>
                        <a:pt x="153" y="72"/>
                      </a:lnTo>
                      <a:cubicBezTo>
                        <a:pt x="153" y="36"/>
                        <a:pt x="153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0" name="Google Shape;1130;p20"/>
                <p:cNvSpPr/>
                <p:nvPr/>
              </p:nvSpPr>
              <p:spPr>
                <a:xfrm>
                  <a:off x="3493472" y="4219531"/>
                  <a:ext cx="19094" cy="44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3596" extrusionOk="0">
                      <a:moveTo>
                        <a:pt x="81" y="0"/>
                      </a:moveTo>
                      <a:cubicBezTo>
                        <a:pt x="45" y="0"/>
                        <a:pt x="0" y="36"/>
                        <a:pt x="0" y="72"/>
                      </a:cubicBezTo>
                      <a:cubicBezTo>
                        <a:pt x="0" y="108"/>
                        <a:pt x="0" y="108"/>
                        <a:pt x="45" y="144"/>
                      </a:cubicBezTo>
                      <a:lnTo>
                        <a:pt x="45" y="3595"/>
                      </a:lnTo>
                      <a:lnTo>
                        <a:pt x="117" y="3595"/>
                      </a:lnTo>
                      <a:lnTo>
                        <a:pt x="117" y="144"/>
                      </a:lnTo>
                      <a:cubicBezTo>
                        <a:pt x="117" y="108"/>
                        <a:pt x="153" y="108"/>
                        <a:pt x="153" y="72"/>
                      </a:cubicBezTo>
                      <a:cubicBezTo>
                        <a:pt x="153" y="36"/>
                        <a:pt x="117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1" name="Google Shape;1131;p20"/>
                <p:cNvSpPr/>
                <p:nvPr/>
              </p:nvSpPr>
              <p:spPr>
                <a:xfrm>
                  <a:off x="3837778" y="2812206"/>
                  <a:ext cx="274255" cy="1853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2" h="14947" extrusionOk="0">
                      <a:moveTo>
                        <a:pt x="2130" y="1"/>
                      </a:moveTo>
                      <a:cubicBezTo>
                        <a:pt x="2058" y="1"/>
                        <a:pt x="2023" y="37"/>
                        <a:pt x="2023" y="81"/>
                      </a:cubicBezTo>
                      <a:cubicBezTo>
                        <a:pt x="2023" y="117"/>
                        <a:pt x="2058" y="153"/>
                        <a:pt x="2094" y="153"/>
                      </a:cubicBezTo>
                      <a:lnTo>
                        <a:pt x="2094" y="5618"/>
                      </a:lnTo>
                      <a:lnTo>
                        <a:pt x="1160" y="6480"/>
                      </a:lnTo>
                      <a:lnTo>
                        <a:pt x="1160" y="13859"/>
                      </a:lnTo>
                      <a:lnTo>
                        <a:pt x="0" y="14946"/>
                      </a:lnTo>
                      <a:lnTo>
                        <a:pt x="72" y="14946"/>
                      </a:lnTo>
                      <a:lnTo>
                        <a:pt x="1232" y="13895"/>
                      </a:lnTo>
                      <a:lnTo>
                        <a:pt x="1232" y="6480"/>
                      </a:lnTo>
                      <a:lnTo>
                        <a:pt x="2130" y="5653"/>
                      </a:lnTo>
                      <a:lnTo>
                        <a:pt x="2130" y="153"/>
                      </a:lnTo>
                      <a:cubicBezTo>
                        <a:pt x="2166" y="153"/>
                        <a:pt x="2211" y="117"/>
                        <a:pt x="2211" y="81"/>
                      </a:cubicBezTo>
                      <a:cubicBezTo>
                        <a:pt x="2211" y="37"/>
                        <a:pt x="2166" y="1"/>
                        <a:pt x="21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2" name="Google Shape;1132;p20"/>
                <p:cNvSpPr/>
                <p:nvPr/>
              </p:nvSpPr>
              <p:spPr>
                <a:xfrm>
                  <a:off x="3499051" y="2859071"/>
                  <a:ext cx="380014" cy="1806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5" h="14569" extrusionOk="0">
                      <a:moveTo>
                        <a:pt x="971" y="0"/>
                      </a:moveTo>
                      <a:cubicBezTo>
                        <a:pt x="935" y="0"/>
                        <a:pt x="899" y="36"/>
                        <a:pt x="899" y="72"/>
                      </a:cubicBezTo>
                      <a:cubicBezTo>
                        <a:pt x="899" y="108"/>
                        <a:pt x="899" y="108"/>
                        <a:pt x="935" y="153"/>
                      </a:cubicBezTo>
                      <a:lnTo>
                        <a:pt x="935" y="3478"/>
                      </a:lnTo>
                      <a:lnTo>
                        <a:pt x="0" y="4341"/>
                      </a:lnTo>
                      <a:lnTo>
                        <a:pt x="0" y="7450"/>
                      </a:lnTo>
                      <a:lnTo>
                        <a:pt x="935" y="8313"/>
                      </a:lnTo>
                      <a:lnTo>
                        <a:pt x="935" y="14568"/>
                      </a:lnTo>
                      <a:lnTo>
                        <a:pt x="971" y="14568"/>
                      </a:lnTo>
                      <a:lnTo>
                        <a:pt x="971" y="13103"/>
                      </a:lnTo>
                      <a:lnTo>
                        <a:pt x="2130" y="12061"/>
                      </a:lnTo>
                      <a:lnTo>
                        <a:pt x="2130" y="8610"/>
                      </a:lnTo>
                      <a:lnTo>
                        <a:pt x="3065" y="7747"/>
                      </a:lnTo>
                      <a:lnTo>
                        <a:pt x="3065" y="4646"/>
                      </a:lnTo>
                      <a:lnTo>
                        <a:pt x="2130" y="3784"/>
                      </a:lnTo>
                      <a:lnTo>
                        <a:pt x="2130" y="413"/>
                      </a:lnTo>
                      <a:cubicBezTo>
                        <a:pt x="2166" y="413"/>
                        <a:pt x="2202" y="377"/>
                        <a:pt x="2202" y="377"/>
                      </a:cubicBezTo>
                      <a:cubicBezTo>
                        <a:pt x="2202" y="333"/>
                        <a:pt x="2166" y="297"/>
                        <a:pt x="2130" y="297"/>
                      </a:cubicBezTo>
                      <a:cubicBezTo>
                        <a:pt x="2058" y="297"/>
                        <a:pt x="2022" y="333"/>
                        <a:pt x="2022" y="377"/>
                      </a:cubicBezTo>
                      <a:cubicBezTo>
                        <a:pt x="2022" y="377"/>
                        <a:pt x="2058" y="413"/>
                        <a:pt x="2094" y="413"/>
                      </a:cubicBezTo>
                      <a:lnTo>
                        <a:pt x="2094" y="3820"/>
                      </a:lnTo>
                      <a:lnTo>
                        <a:pt x="3029" y="4646"/>
                      </a:lnTo>
                      <a:lnTo>
                        <a:pt x="3029" y="7747"/>
                      </a:lnTo>
                      <a:lnTo>
                        <a:pt x="2094" y="8574"/>
                      </a:lnTo>
                      <a:lnTo>
                        <a:pt x="2094" y="12016"/>
                      </a:lnTo>
                      <a:lnTo>
                        <a:pt x="971" y="13031"/>
                      </a:lnTo>
                      <a:lnTo>
                        <a:pt x="971" y="11836"/>
                      </a:lnTo>
                      <a:lnTo>
                        <a:pt x="1528" y="11342"/>
                      </a:lnTo>
                      <a:lnTo>
                        <a:pt x="1528" y="2849"/>
                      </a:lnTo>
                      <a:cubicBezTo>
                        <a:pt x="1573" y="2849"/>
                        <a:pt x="1573" y="2804"/>
                        <a:pt x="1573" y="2768"/>
                      </a:cubicBezTo>
                      <a:cubicBezTo>
                        <a:pt x="1573" y="2732"/>
                        <a:pt x="1573" y="2696"/>
                        <a:pt x="1492" y="2696"/>
                      </a:cubicBezTo>
                      <a:cubicBezTo>
                        <a:pt x="1456" y="2696"/>
                        <a:pt x="1420" y="2732"/>
                        <a:pt x="1420" y="2768"/>
                      </a:cubicBezTo>
                      <a:cubicBezTo>
                        <a:pt x="1420" y="2804"/>
                        <a:pt x="1456" y="2849"/>
                        <a:pt x="1492" y="2849"/>
                      </a:cubicBezTo>
                      <a:lnTo>
                        <a:pt x="1492" y="11306"/>
                      </a:lnTo>
                      <a:lnTo>
                        <a:pt x="971" y="11755"/>
                      </a:lnTo>
                      <a:lnTo>
                        <a:pt x="971" y="6327"/>
                      </a:lnTo>
                      <a:cubicBezTo>
                        <a:pt x="1007" y="6327"/>
                        <a:pt x="1043" y="6291"/>
                        <a:pt x="1043" y="6255"/>
                      </a:cubicBezTo>
                      <a:cubicBezTo>
                        <a:pt x="1043" y="6219"/>
                        <a:pt x="1007" y="6174"/>
                        <a:pt x="971" y="6174"/>
                      </a:cubicBezTo>
                      <a:cubicBezTo>
                        <a:pt x="935" y="6174"/>
                        <a:pt x="899" y="6219"/>
                        <a:pt x="899" y="6255"/>
                      </a:cubicBezTo>
                      <a:cubicBezTo>
                        <a:pt x="899" y="6291"/>
                        <a:pt x="899" y="6327"/>
                        <a:pt x="935" y="6327"/>
                      </a:cubicBezTo>
                      <a:lnTo>
                        <a:pt x="935" y="8241"/>
                      </a:lnTo>
                      <a:lnTo>
                        <a:pt x="72" y="7450"/>
                      </a:lnTo>
                      <a:lnTo>
                        <a:pt x="72" y="4377"/>
                      </a:lnTo>
                      <a:lnTo>
                        <a:pt x="971" y="3523"/>
                      </a:lnTo>
                      <a:lnTo>
                        <a:pt x="971" y="153"/>
                      </a:lnTo>
                      <a:cubicBezTo>
                        <a:pt x="1007" y="108"/>
                        <a:pt x="1043" y="108"/>
                        <a:pt x="1043" y="72"/>
                      </a:cubicBezTo>
                      <a:cubicBezTo>
                        <a:pt x="1043" y="36"/>
                        <a:pt x="1007" y="0"/>
                        <a:pt x="97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3" name="Google Shape;1133;p20"/>
                <p:cNvSpPr/>
                <p:nvPr/>
              </p:nvSpPr>
              <p:spPr>
                <a:xfrm>
                  <a:off x="3326340" y="3949869"/>
                  <a:ext cx="186225" cy="715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" h="5771" extrusionOk="0">
                      <a:moveTo>
                        <a:pt x="1429" y="0"/>
                      </a:moveTo>
                      <a:cubicBezTo>
                        <a:pt x="1393" y="0"/>
                        <a:pt x="1348" y="36"/>
                        <a:pt x="1348" y="72"/>
                      </a:cubicBezTo>
                      <a:cubicBezTo>
                        <a:pt x="1348" y="117"/>
                        <a:pt x="1348" y="117"/>
                        <a:pt x="1393" y="117"/>
                      </a:cubicBezTo>
                      <a:lnTo>
                        <a:pt x="1393" y="710"/>
                      </a:lnTo>
                      <a:lnTo>
                        <a:pt x="944" y="1124"/>
                      </a:lnTo>
                      <a:lnTo>
                        <a:pt x="944" y="4872"/>
                      </a:lnTo>
                      <a:lnTo>
                        <a:pt x="0" y="5689"/>
                      </a:lnTo>
                      <a:lnTo>
                        <a:pt x="0" y="5770"/>
                      </a:lnTo>
                      <a:lnTo>
                        <a:pt x="81" y="5770"/>
                      </a:lnTo>
                      <a:lnTo>
                        <a:pt x="81" y="5734"/>
                      </a:lnTo>
                      <a:lnTo>
                        <a:pt x="1016" y="4872"/>
                      </a:lnTo>
                      <a:lnTo>
                        <a:pt x="1016" y="1124"/>
                      </a:lnTo>
                      <a:lnTo>
                        <a:pt x="1465" y="710"/>
                      </a:lnTo>
                      <a:lnTo>
                        <a:pt x="1465" y="117"/>
                      </a:lnTo>
                      <a:cubicBezTo>
                        <a:pt x="1465" y="117"/>
                        <a:pt x="1501" y="117"/>
                        <a:pt x="1501" y="72"/>
                      </a:cubicBezTo>
                      <a:cubicBezTo>
                        <a:pt x="1501" y="36"/>
                        <a:pt x="1465" y="0"/>
                        <a:pt x="14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4" name="Google Shape;1134;p20"/>
                <p:cNvSpPr/>
                <p:nvPr/>
              </p:nvSpPr>
              <p:spPr>
                <a:xfrm>
                  <a:off x="3276126" y="3248996"/>
                  <a:ext cx="129440" cy="1416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1424" extrusionOk="0">
                      <a:moveTo>
                        <a:pt x="971" y="1"/>
                      </a:moveTo>
                      <a:cubicBezTo>
                        <a:pt x="900" y="1"/>
                        <a:pt x="855" y="36"/>
                        <a:pt x="855" y="72"/>
                      </a:cubicBezTo>
                      <a:cubicBezTo>
                        <a:pt x="855" y="108"/>
                        <a:pt x="900" y="153"/>
                        <a:pt x="936" y="153"/>
                      </a:cubicBezTo>
                      <a:lnTo>
                        <a:pt x="936" y="10300"/>
                      </a:lnTo>
                      <a:lnTo>
                        <a:pt x="1" y="11163"/>
                      </a:lnTo>
                      <a:lnTo>
                        <a:pt x="1" y="11423"/>
                      </a:lnTo>
                      <a:lnTo>
                        <a:pt x="73" y="11423"/>
                      </a:lnTo>
                      <a:lnTo>
                        <a:pt x="73" y="11163"/>
                      </a:lnTo>
                      <a:lnTo>
                        <a:pt x="971" y="10336"/>
                      </a:lnTo>
                      <a:lnTo>
                        <a:pt x="971" y="153"/>
                      </a:lnTo>
                      <a:cubicBezTo>
                        <a:pt x="1007" y="153"/>
                        <a:pt x="1043" y="108"/>
                        <a:pt x="1043" y="72"/>
                      </a:cubicBezTo>
                      <a:cubicBezTo>
                        <a:pt x="1043" y="36"/>
                        <a:pt x="1007" y="1"/>
                        <a:pt x="97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5" name="Google Shape;1135;p20"/>
                <p:cNvSpPr/>
                <p:nvPr/>
              </p:nvSpPr>
              <p:spPr>
                <a:xfrm>
                  <a:off x="2904047" y="4232921"/>
                  <a:ext cx="79226" cy="4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" h="3488" extrusionOk="0">
                      <a:moveTo>
                        <a:pt x="81" y="0"/>
                      </a:moveTo>
                      <a:cubicBezTo>
                        <a:pt x="36" y="0"/>
                        <a:pt x="0" y="0"/>
                        <a:pt x="0" y="81"/>
                      </a:cubicBezTo>
                      <a:cubicBezTo>
                        <a:pt x="0" y="81"/>
                        <a:pt x="36" y="117"/>
                        <a:pt x="81" y="117"/>
                      </a:cubicBezTo>
                      <a:lnTo>
                        <a:pt x="81" y="3002"/>
                      </a:lnTo>
                      <a:lnTo>
                        <a:pt x="566" y="3487"/>
                      </a:lnTo>
                      <a:lnTo>
                        <a:pt x="638" y="3487"/>
                      </a:lnTo>
                      <a:lnTo>
                        <a:pt x="117" y="3002"/>
                      </a:lnTo>
                      <a:lnTo>
                        <a:pt x="117" y="117"/>
                      </a:lnTo>
                      <a:cubicBezTo>
                        <a:pt x="153" y="117"/>
                        <a:pt x="189" y="81"/>
                        <a:pt x="189" y="81"/>
                      </a:cubicBezTo>
                      <a:cubicBezTo>
                        <a:pt x="189" y="0"/>
                        <a:pt x="153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6" name="Google Shape;1136;p20"/>
                <p:cNvSpPr/>
                <p:nvPr/>
              </p:nvSpPr>
              <p:spPr>
                <a:xfrm>
                  <a:off x="3549141" y="4391123"/>
                  <a:ext cx="19094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2212" extrusionOk="0">
                      <a:moveTo>
                        <a:pt x="82" y="0"/>
                      </a:moveTo>
                      <a:cubicBezTo>
                        <a:pt x="46" y="0"/>
                        <a:pt x="1" y="36"/>
                        <a:pt x="1" y="72"/>
                      </a:cubicBezTo>
                      <a:cubicBezTo>
                        <a:pt x="1" y="72"/>
                        <a:pt x="46" y="108"/>
                        <a:pt x="82" y="108"/>
                      </a:cubicBezTo>
                      <a:lnTo>
                        <a:pt x="82" y="2211"/>
                      </a:lnTo>
                      <a:lnTo>
                        <a:pt x="118" y="2211"/>
                      </a:lnTo>
                      <a:lnTo>
                        <a:pt x="118" y="108"/>
                      </a:lnTo>
                      <a:cubicBezTo>
                        <a:pt x="153" y="108"/>
                        <a:pt x="153" y="72"/>
                        <a:pt x="153" y="72"/>
                      </a:cubicBezTo>
                      <a:cubicBezTo>
                        <a:pt x="153" y="36"/>
                        <a:pt x="118" y="0"/>
                        <a:pt x="8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7" name="Google Shape;1137;p20"/>
                <p:cNvSpPr/>
                <p:nvPr/>
              </p:nvSpPr>
              <p:spPr>
                <a:xfrm>
                  <a:off x="2727988" y="3666817"/>
                  <a:ext cx="134896" cy="998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8054" extrusionOk="0">
                      <a:moveTo>
                        <a:pt x="1007" y="1"/>
                      </a:moveTo>
                      <a:cubicBezTo>
                        <a:pt x="971" y="1"/>
                        <a:pt x="935" y="37"/>
                        <a:pt x="935" y="73"/>
                      </a:cubicBezTo>
                      <a:cubicBezTo>
                        <a:pt x="935" y="109"/>
                        <a:pt x="935" y="109"/>
                        <a:pt x="971" y="154"/>
                      </a:cubicBezTo>
                      <a:lnTo>
                        <a:pt x="971" y="2023"/>
                      </a:lnTo>
                      <a:lnTo>
                        <a:pt x="0" y="2886"/>
                      </a:lnTo>
                      <a:lnTo>
                        <a:pt x="0" y="8053"/>
                      </a:lnTo>
                      <a:lnTo>
                        <a:pt x="72" y="8053"/>
                      </a:lnTo>
                      <a:lnTo>
                        <a:pt x="72" y="2922"/>
                      </a:lnTo>
                      <a:lnTo>
                        <a:pt x="1052" y="2023"/>
                      </a:lnTo>
                      <a:lnTo>
                        <a:pt x="1052" y="154"/>
                      </a:lnTo>
                      <a:cubicBezTo>
                        <a:pt x="1088" y="109"/>
                        <a:pt x="1088" y="109"/>
                        <a:pt x="1088" y="73"/>
                      </a:cubicBezTo>
                      <a:cubicBezTo>
                        <a:pt x="1088" y="37"/>
                        <a:pt x="1052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8" name="Google Shape;1138;p20"/>
                <p:cNvSpPr/>
                <p:nvPr/>
              </p:nvSpPr>
              <p:spPr>
                <a:xfrm>
                  <a:off x="842548" y="3857378"/>
                  <a:ext cx="121629" cy="807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1" h="6517" extrusionOk="0">
                      <a:moveTo>
                        <a:pt x="899" y="1"/>
                      </a:moveTo>
                      <a:cubicBezTo>
                        <a:pt x="827" y="1"/>
                        <a:pt x="827" y="36"/>
                        <a:pt x="827" y="72"/>
                      </a:cubicBezTo>
                      <a:lnTo>
                        <a:pt x="827" y="108"/>
                      </a:lnTo>
                      <a:lnTo>
                        <a:pt x="1" y="818"/>
                      </a:lnTo>
                      <a:lnTo>
                        <a:pt x="1" y="1349"/>
                      </a:lnTo>
                      <a:lnTo>
                        <a:pt x="863" y="2095"/>
                      </a:lnTo>
                      <a:lnTo>
                        <a:pt x="863" y="6516"/>
                      </a:lnTo>
                      <a:lnTo>
                        <a:pt x="899" y="6516"/>
                      </a:lnTo>
                      <a:lnTo>
                        <a:pt x="899" y="1160"/>
                      </a:lnTo>
                      <a:cubicBezTo>
                        <a:pt x="935" y="1160"/>
                        <a:pt x="980" y="1160"/>
                        <a:pt x="980" y="1124"/>
                      </a:cubicBezTo>
                      <a:cubicBezTo>
                        <a:pt x="980" y="1088"/>
                        <a:pt x="935" y="1043"/>
                        <a:pt x="899" y="1043"/>
                      </a:cubicBezTo>
                      <a:cubicBezTo>
                        <a:pt x="827" y="1043"/>
                        <a:pt x="827" y="1088"/>
                        <a:pt x="827" y="1124"/>
                      </a:cubicBezTo>
                      <a:cubicBezTo>
                        <a:pt x="827" y="1160"/>
                        <a:pt x="827" y="1160"/>
                        <a:pt x="863" y="1160"/>
                      </a:cubicBezTo>
                      <a:lnTo>
                        <a:pt x="863" y="2023"/>
                      </a:lnTo>
                      <a:lnTo>
                        <a:pt x="82" y="1313"/>
                      </a:lnTo>
                      <a:lnTo>
                        <a:pt x="82" y="863"/>
                      </a:lnTo>
                      <a:lnTo>
                        <a:pt x="863" y="144"/>
                      </a:lnTo>
                      <a:lnTo>
                        <a:pt x="899" y="144"/>
                      </a:lnTo>
                      <a:cubicBezTo>
                        <a:pt x="935" y="144"/>
                        <a:pt x="980" y="108"/>
                        <a:pt x="980" y="72"/>
                      </a:cubicBezTo>
                      <a:cubicBezTo>
                        <a:pt x="980" y="36"/>
                        <a:pt x="935" y="1"/>
                        <a:pt x="89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9" name="Google Shape;1139;p20"/>
                <p:cNvSpPr/>
                <p:nvPr/>
              </p:nvSpPr>
              <p:spPr>
                <a:xfrm>
                  <a:off x="838085" y="2640614"/>
                  <a:ext cx="362284" cy="2024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2" h="16331" extrusionOk="0">
                      <a:moveTo>
                        <a:pt x="73" y="1"/>
                      </a:moveTo>
                      <a:cubicBezTo>
                        <a:pt x="37" y="1"/>
                        <a:pt x="1" y="36"/>
                        <a:pt x="1" y="72"/>
                      </a:cubicBezTo>
                      <a:cubicBezTo>
                        <a:pt x="1" y="117"/>
                        <a:pt x="37" y="153"/>
                        <a:pt x="73" y="153"/>
                      </a:cubicBezTo>
                      <a:lnTo>
                        <a:pt x="73" y="2849"/>
                      </a:lnTo>
                      <a:lnTo>
                        <a:pt x="522" y="3263"/>
                      </a:lnTo>
                      <a:lnTo>
                        <a:pt x="522" y="4872"/>
                      </a:lnTo>
                      <a:lnTo>
                        <a:pt x="1421" y="5734"/>
                      </a:lnTo>
                      <a:lnTo>
                        <a:pt x="1421" y="16330"/>
                      </a:lnTo>
                      <a:lnTo>
                        <a:pt x="1502" y="16330"/>
                      </a:lnTo>
                      <a:lnTo>
                        <a:pt x="1502" y="8691"/>
                      </a:lnTo>
                      <a:lnTo>
                        <a:pt x="2095" y="8125"/>
                      </a:lnTo>
                      <a:lnTo>
                        <a:pt x="2095" y="6103"/>
                      </a:lnTo>
                      <a:lnTo>
                        <a:pt x="2922" y="5357"/>
                      </a:lnTo>
                      <a:lnTo>
                        <a:pt x="2922" y="4836"/>
                      </a:lnTo>
                      <a:lnTo>
                        <a:pt x="2140" y="4081"/>
                      </a:lnTo>
                      <a:cubicBezTo>
                        <a:pt x="2140" y="4045"/>
                        <a:pt x="2095" y="4009"/>
                        <a:pt x="2059" y="4009"/>
                      </a:cubicBezTo>
                      <a:cubicBezTo>
                        <a:pt x="2023" y="4009"/>
                        <a:pt x="1987" y="4045"/>
                        <a:pt x="1987" y="4081"/>
                      </a:cubicBezTo>
                      <a:cubicBezTo>
                        <a:pt x="1987" y="4117"/>
                        <a:pt x="2023" y="4162"/>
                        <a:pt x="2059" y="4162"/>
                      </a:cubicBezTo>
                      <a:lnTo>
                        <a:pt x="2095" y="4117"/>
                      </a:lnTo>
                      <a:lnTo>
                        <a:pt x="2850" y="4872"/>
                      </a:lnTo>
                      <a:lnTo>
                        <a:pt x="2850" y="5321"/>
                      </a:lnTo>
                      <a:lnTo>
                        <a:pt x="2095" y="6031"/>
                      </a:lnTo>
                      <a:lnTo>
                        <a:pt x="2095" y="5168"/>
                      </a:lnTo>
                      <a:lnTo>
                        <a:pt x="2140" y="5132"/>
                      </a:lnTo>
                      <a:cubicBezTo>
                        <a:pt x="2140" y="5096"/>
                        <a:pt x="2095" y="5060"/>
                        <a:pt x="2059" y="5060"/>
                      </a:cubicBezTo>
                      <a:cubicBezTo>
                        <a:pt x="2023" y="5060"/>
                        <a:pt x="1987" y="5096"/>
                        <a:pt x="1987" y="5132"/>
                      </a:cubicBezTo>
                      <a:cubicBezTo>
                        <a:pt x="1987" y="5132"/>
                        <a:pt x="1987" y="5168"/>
                        <a:pt x="2023" y="5168"/>
                      </a:cubicBezTo>
                      <a:lnTo>
                        <a:pt x="2023" y="8125"/>
                      </a:lnTo>
                      <a:lnTo>
                        <a:pt x="1502" y="8610"/>
                      </a:lnTo>
                      <a:lnTo>
                        <a:pt x="1502" y="5734"/>
                      </a:lnTo>
                      <a:lnTo>
                        <a:pt x="567" y="4872"/>
                      </a:lnTo>
                      <a:lnTo>
                        <a:pt x="567" y="3218"/>
                      </a:lnTo>
                      <a:lnTo>
                        <a:pt x="118" y="2814"/>
                      </a:lnTo>
                      <a:lnTo>
                        <a:pt x="118" y="153"/>
                      </a:lnTo>
                      <a:cubicBezTo>
                        <a:pt x="153" y="153"/>
                        <a:pt x="189" y="117"/>
                        <a:pt x="189" y="72"/>
                      </a:cubicBezTo>
                      <a:cubicBezTo>
                        <a:pt x="189" y="36"/>
                        <a:pt x="153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0" name="Google Shape;1140;p20"/>
                <p:cNvSpPr/>
                <p:nvPr/>
              </p:nvSpPr>
              <p:spPr>
                <a:xfrm>
                  <a:off x="713356" y="3309128"/>
                  <a:ext cx="129316" cy="1356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10939" extrusionOk="0">
                      <a:moveTo>
                        <a:pt x="935" y="1"/>
                      </a:moveTo>
                      <a:cubicBezTo>
                        <a:pt x="899" y="1"/>
                        <a:pt x="854" y="37"/>
                        <a:pt x="854" y="73"/>
                      </a:cubicBezTo>
                      <a:cubicBezTo>
                        <a:pt x="854" y="118"/>
                        <a:pt x="899" y="118"/>
                        <a:pt x="935" y="154"/>
                      </a:cubicBezTo>
                      <a:lnTo>
                        <a:pt x="935" y="3488"/>
                      </a:lnTo>
                      <a:lnTo>
                        <a:pt x="0" y="4342"/>
                      </a:lnTo>
                      <a:lnTo>
                        <a:pt x="0" y="7451"/>
                      </a:lnTo>
                      <a:lnTo>
                        <a:pt x="935" y="8314"/>
                      </a:lnTo>
                      <a:lnTo>
                        <a:pt x="935" y="10938"/>
                      </a:lnTo>
                      <a:lnTo>
                        <a:pt x="971" y="10938"/>
                      </a:lnTo>
                      <a:lnTo>
                        <a:pt x="971" y="8314"/>
                      </a:lnTo>
                      <a:lnTo>
                        <a:pt x="36" y="7451"/>
                      </a:lnTo>
                      <a:lnTo>
                        <a:pt x="36" y="4387"/>
                      </a:lnTo>
                      <a:lnTo>
                        <a:pt x="971" y="3524"/>
                      </a:lnTo>
                      <a:lnTo>
                        <a:pt x="971" y="154"/>
                      </a:lnTo>
                      <a:cubicBezTo>
                        <a:pt x="1007" y="118"/>
                        <a:pt x="1043" y="118"/>
                        <a:pt x="1043" y="73"/>
                      </a:cubicBezTo>
                      <a:cubicBezTo>
                        <a:pt x="1043" y="37"/>
                        <a:pt x="1007" y="1"/>
                        <a:pt x="93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1" name="Google Shape;1141;p20"/>
                <p:cNvSpPr/>
                <p:nvPr/>
              </p:nvSpPr>
              <p:spPr>
                <a:xfrm>
                  <a:off x="754519" y="4024507"/>
                  <a:ext cx="135020" cy="6408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5169" extrusionOk="0">
                      <a:moveTo>
                        <a:pt x="73" y="1"/>
                      </a:moveTo>
                      <a:cubicBezTo>
                        <a:pt x="37" y="1"/>
                        <a:pt x="1" y="37"/>
                        <a:pt x="1" y="73"/>
                      </a:cubicBezTo>
                      <a:cubicBezTo>
                        <a:pt x="1" y="108"/>
                        <a:pt x="37" y="144"/>
                        <a:pt x="73" y="144"/>
                      </a:cubicBezTo>
                      <a:lnTo>
                        <a:pt x="117" y="108"/>
                      </a:lnTo>
                      <a:lnTo>
                        <a:pt x="1016" y="935"/>
                      </a:lnTo>
                      <a:lnTo>
                        <a:pt x="1016" y="5168"/>
                      </a:lnTo>
                      <a:lnTo>
                        <a:pt x="1088" y="5168"/>
                      </a:lnTo>
                      <a:lnTo>
                        <a:pt x="1088" y="935"/>
                      </a:lnTo>
                      <a:lnTo>
                        <a:pt x="153" y="73"/>
                      </a:lnTo>
                      <a:cubicBezTo>
                        <a:pt x="153" y="37"/>
                        <a:pt x="153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2" name="Google Shape;1142;p20"/>
                <p:cNvSpPr/>
                <p:nvPr/>
              </p:nvSpPr>
              <p:spPr>
                <a:xfrm>
                  <a:off x="2412570" y="3253460"/>
                  <a:ext cx="189573" cy="1411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9" h="11388" extrusionOk="0">
                      <a:moveTo>
                        <a:pt x="747" y="0"/>
                      </a:moveTo>
                      <a:cubicBezTo>
                        <a:pt x="711" y="0"/>
                        <a:pt x="675" y="36"/>
                        <a:pt x="675" y="72"/>
                      </a:cubicBezTo>
                      <a:cubicBezTo>
                        <a:pt x="675" y="72"/>
                        <a:pt x="711" y="117"/>
                        <a:pt x="711" y="153"/>
                      </a:cubicBezTo>
                      <a:lnTo>
                        <a:pt x="711" y="8988"/>
                      </a:lnTo>
                      <a:lnTo>
                        <a:pt x="1421" y="9590"/>
                      </a:lnTo>
                      <a:lnTo>
                        <a:pt x="1421" y="10408"/>
                      </a:lnTo>
                      <a:lnTo>
                        <a:pt x="109" y="9248"/>
                      </a:lnTo>
                      <a:lnTo>
                        <a:pt x="109" y="5653"/>
                      </a:lnTo>
                      <a:cubicBezTo>
                        <a:pt x="145" y="5653"/>
                        <a:pt x="145" y="5617"/>
                        <a:pt x="145" y="5582"/>
                      </a:cubicBezTo>
                      <a:cubicBezTo>
                        <a:pt x="145" y="5546"/>
                        <a:pt x="109" y="5510"/>
                        <a:pt x="73" y="5510"/>
                      </a:cubicBezTo>
                      <a:cubicBezTo>
                        <a:pt x="37" y="5510"/>
                        <a:pt x="1" y="5546"/>
                        <a:pt x="1" y="5582"/>
                      </a:cubicBezTo>
                      <a:cubicBezTo>
                        <a:pt x="1" y="5617"/>
                        <a:pt x="37" y="5653"/>
                        <a:pt x="37" y="5653"/>
                      </a:cubicBezTo>
                      <a:lnTo>
                        <a:pt x="37" y="9248"/>
                      </a:lnTo>
                      <a:lnTo>
                        <a:pt x="1421" y="10489"/>
                      </a:lnTo>
                      <a:lnTo>
                        <a:pt x="1421" y="11387"/>
                      </a:lnTo>
                      <a:lnTo>
                        <a:pt x="1457" y="11387"/>
                      </a:lnTo>
                      <a:lnTo>
                        <a:pt x="1457" y="2472"/>
                      </a:lnTo>
                      <a:cubicBezTo>
                        <a:pt x="1493" y="2472"/>
                        <a:pt x="1529" y="2436"/>
                        <a:pt x="1529" y="2400"/>
                      </a:cubicBezTo>
                      <a:cubicBezTo>
                        <a:pt x="1529" y="2364"/>
                        <a:pt x="1493" y="2319"/>
                        <a:pt x="1457" y="2319"/>
                      </a:cubicBezTo>
                      <a:cubicBezTo>
                        <a:pt x="1385" y="2319"/>
                        <a:pt x="1349" y="2364"/>
                        <a:pt x="1349" y="2400"/>
                      </a:cubicBezTo>
                      <a:cubicBezTo>
                        <a:pt x="1349" y="2436"/>
                        <a:pt x="1385" y="2472"/>
                        <a:pt x="1421" y="2472"/>
                      </a:cubicBezTo>
                      <a:lnTo>
                        <a:pt x="1421" y="9509"/>
                      </a:lnTo>
                      <a:lnTo>
                        <a:pt x="783" y="8952"/>
                      </a:lnTo>
                      <a:lnTo>
                        <a:pt x="783" y="153"/>
                      </a:lnTo>
                      <a:cubicBezTo>
                        <a:pt x="819" y="117"/>
                        <a:pt x="854" y="117"/>
                        <a:pt x="854" y="72"/>
                      </a:cubicBezTo>
                      <a:cubicBezTo>
                        <a:pt x="854" y="36"/>
                        <a:pt x="819" y="0"/>
                        <a:pt x="74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3" name="Google Shape;1143;p20"/>
                <p:cNvSpPr/>
                <p:nvPr/>
              </p:nvSpPr>
              <p:spPr>
                <a:xfrm>
                  <a:off x="2667732" y="3471793"/>
                  <a:ext cx="135020" cy="11935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9627" extrusionOk="0">
                      <a:moveTo>
                        <a:pt x="1007" y="1"/>
                      </a:moveTo>
                      <a:cubicBezTo>
                        <a:pt x="971" y="1"/>
                        <a:pt x="935" y="1"/>
                        <a:pt x="935" y="73"/>
                      </a:cubicBezTo>
                      <a:cubicBezTo>
                        <a:pt x="935" y="73"/>
                        <a:pt x="935" y="109"/>
                        <a:pt x="971" y="109"/>
                      </a:cubicBezTo>
                      <a:lnTo>
                        <a:pt x="971" y="3407"/>
                      </a:lnTo>
                      <a:lnTo>
                        <a:pt x="1" y="4270"/>
                      </a:lnTo>
                      <a:lnTo>
                        <a:pt x="37" y="4306"/>
                      </a:lnTo>
                      <a:lnTo>
                        <a:pt x="1" y="4306"/>
                      </a:lnTo>
                      <a:lnTo>
                        <a:pt x="1" y="9626"/>
                      </a:lnTo>
                      <a:lnTo>
                        <a:pt x="73" y="9626"/>
                      </a:lnTo>
                      <a:lnTo>
                        <a:pt x="73" y="4306"/>
                      </a:lnTo>
                      <a:lnTo>
                        <a:pt x="1043" y="3407"/>
                      </a:lnTo>
                      <a:lnTo>
                        <a:pt x="1043" y="109"/>
                      </a:lnTo>
                      <a:cubicBezTo>
                        <a:pt x="1088" y="109"/>
                        <a:pt x="1088" y="73"/>
                        <a:pt x="1088" y="73"/>
                      </a:cubicBezTo>
                      <a:cubicBezTo>
                        <a:pt x="1088" y="1"/>
                        <a:pt x="1043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4" name="Google Shape;1144;p20"/>
                <p:cNvSpPr/>
                <p:nvPr/>
              </p:nvSpPr>
              <p:spPr>
                <a:xfrm>
                  <a:off x="4571025" y="4024507"/>
                  <a:ext cx="130432" cy="6408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2" h="5169" extrusionOk="0">
                      <a:moveTo>
                        <a:pt x="971" y="1"/>
                      </a:moveTo>
                      <a:cubicBezTo>
                        <a:pt x="935" y="1"/>
                        <a:pt x="899" y="37"/>
                        <a:pt x="899" y="73"/>
                      </a:cubicBezTo>
                      <a:lnTo>
                        <a:pt x="0" y="935"/>
                      </a:lnTo>
                      <a:lnTo>
                        <a:pt x="0" y="5168"/>
                      </a:lnTo>
                      <a:lnTo>
                        <a:pt x="36" y="5168"/>
                      </a:lnTo>
                      <a:lnTo>
                        <a:pt x="36" y="935"/>
                      </a:lnTo>
                      <a:lnTo>
                        <a:pt x="935" y="108"/>
                      </a:lnTo>
                      <a:lnTo>
                        <a:pt x="971" y="144"/>
                      </a:lnTo>
                      <a:cubicBezTo>
                        <a:pt x="1016" y="144"/>
                        <a:pt x="1052" y="108"/>
                        <a:pt x="1052" y="73"/>
                      </a:cubicBezTo>
                      <a:cubicBezTo>
                        <a:pt x="1052" y="37"/>
                        <a:pt x="1016" y="1"/>
                        <a:pt x="97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5" name="Google Shape;1145;p20"/>
                <p:cNvSpPr/>
                <p:nvPr/>
              </p:nvSpPr>
              <p:spPr>
                <a:xfrm>
                  <a:off x="1947999" y="3949869"/>
                  <a:ext cx="180522" cy="715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6" h="5771" extrusionOk="0">
                      <a:moveTo>
                        <a:pt x="72" y="0"/>
                      </a:moveTo>
                      <a:cubicBezTo>
                        <a:pt x="36" y="0"/>
                        <a:pt x="0" y="36"/>
                        <a:pt x="0" y="72"/>
                      </a:cubicBezTo>
                      <a:cubicBezTo>
                        <a:pt x="0" y="117"/>
                        <a:pt x="0" y="117"/>
                        <a:pt x="36" y="117"/>
                      </a:cubicBezTo>
                      <a:lnTo>
                        <a:pt x="36" y="710"/>
                      </a:lnTo>
                      <a:lnTo>
                        <a:pt x="485" y="1124"/>
                      </a:lnTo>
                      <a:lnTo>
                        <a:pt x="485" y="4872"/>
                      </a:lnTo>
                      <a:lnTo>
                        <a:pt x="1420" y="5734"/>
                      </a:lnTo>
                      <a:lnTo>
                        <a:pt x="1420" y="5770"/>
                      </a:lnTo>
                      <a:lnTo>
                        <a:pt x="1456" y="5770"/>
                      </a:lnTo>
                      <a:lnTo>
                        <a:pt x="1456" y="5689"/>
                      </a:lnTo>
                      <a:lnTo>
                        <a:pt x="521" y="4872"/>
                      </a:lnTo>
                      <a:lnTo>
                        <a:pt x="521" y="1124"/>
                      </a:lnTo>
                      <a:lnTo>
                        <a:pt x="72" y="710"/>
                      </a:lnTo>
                      <a:lnTo>
                        <a:pt x="72" y="117"/>
                      </a:lnTo>
                      <a:cubicBezTo>
                        <a:pt x="108" y="117"/>
                        <a:pt x="153" y="117"/>
                        <a:pt x="153" y="72"/>
                      </a:cubicBezTo>
                      <a:cubicBezTo>
                        <a:pt x="153" y="36"/>
                        <a:pt x="108" y="0"/>
                        <a:pt x="7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6" name="Google Shape;1146;p20"/>
                <p:cNvSpPr/>
                <p:nvPr/>
              </p:nvSpPr>
              <p:spPr>
                <a:xfrm>
                  <a:off x="2054874" y="3248996"/>
                  <a:ext cx="129440" cy="1416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1424" extrusionOk="0">
                      <a:moveTo>
                        <a:pt x="73" y="1"/>
                      </a:moveTo>
                      <a:cubicBezTo>
                        <a:pt x="37" y="1"/>
                        <a:pt x="1" y="36"/>
                        <a:pt x="1" y="72"/>
                      </a:cubicBezTo>
                      <a:cubicBezTo>
                        <a:pt x="1" y="108"/>
                        <a:pt x="1" y="153"/>
                        <a:pt x="37" y="153"/>
                      </a:cubicBezTo>
                      <a:lnTo>
                        <a:pt x="37" y="10336"/>
                      </a:lnTo>
                      <a:lnTo>
                        <a:pt x="971" y="11163"/>
                      </a:lnTo>
                      <a:lnTo>
                        <a:pt x="971" y="11423"/>
                      </a:lnTo>
                      <a:lnTo>
                        <a:pt x="1043" y="11423"/>
                      </a:lnTo>
                      <a:lnTo>
                        <a:pt x="1043" y="11163"/>
                      </a:lnTo>
                      <a:lnTo>
                        <a:pt x="109" y="10300"/>
                      </a:lnTo>
                      <a:lnTo>
                        <a:pt x="109" y="153"/>
                      </a:lnTo>
                      <a:cubicBezTo>
                        <a:pt x="145" y="153"/>
                        <a:pt x="145" y="108"/>
                        <a:pt x="145" y="72"/>
                      </a:cubicBezTo>
                      <a:cubicBezTo>
                        <a:pt x="145" y="36"/>
                        <a:pt x="109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7" name="Google Shape;1147;p20"/>
                <p:cNvSpPr/>
                <p:nvPr/>
              </p:nvSpPr>
              <p:spPr>
                <a:xfrm>
                  <a:off x="1947999" y="4219531"/>
                  <a:ext cx="18970" cy="44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3596" extrusionOk="0">
                      <a:moveTo>
                        <a:pt x="72" y="0"/>
                      </a:moveTo>
                      <a:cubicBezTo>
                        <a:pt x="36" y="0"/>
                        <a:pt x="0" y="36"/>
                        <a:pt x="0" y="72"/>
                      </a:cubicBezTo>
                      <a:cubicBezTo>
                        <a:pt x="0" y="108"/>
                        <a:pt x="0" y="108"/>
                        <a:pt x="36" y="144"/>
                      </a:cubicBezTo>
                      <a:lnTo>
                        <a:pt x="36" y="3595"/>
                      </a:lnTo>
                      <a:lnTo>
                        <a:pt x="72" y="3595"/>
                      </a:lnTo>
                      <a:lnTo>
                        <a:pt x="72" y="144"/>
                      </a:lnTo>
                      <a:cubicBezTo>
                        <a:pt x="108" y="108"/>
                        <a:pt x="153" y="108"/>
                        <a:pt x="153" y="72"/>
                      </a:cubicBezTo>
                      <a:cubicBezTo>
                        <a:pt x="153" y="36"/>
                        <a:pt x="108" y="0"/>
                        <a:pt x="7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8" name="Google Shape;1148;p20"/>
                <p:cNvSpPr/>
                <p:nvPr/>
              </p:nvSpPr>
              <p:spPr>
                <a:xfrm>
                  <a:off x="1887742" y="4391123"/>
                  <a:ext cx="17978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" h="2212" extrusionOk="0">
                      <a:moveTo>
                        <a:pt x="73" y="0"/>
                      </a:moveTo>
                      <a:cubicBezTo>
                        <a:pt x="37" y="0"/>
                        <a:pt x="1" y="36"/>
                        <a:pt x="1" y="72"/>
                      </a:cubicBezTo>
                      <a:cubicBezTo>
                        <a:pt x="1" y="72"/>
                        <a:pt x="37" y="108"/>
                        <a:pt x="73" y="108"/>
                      </a:cubicBezTo>
                      <a:lnTo>
                        <a:pt x="73" y="2211"/>
                      </a:lnTo>
                      <a:lnTo>
                        <a:pt x="109" y="2211"/>
                      </a:lnTo>
                      <a:lnTo>
                        <a:pt x="109" y="108"/>
                      </a:lnTo>
                      <a:cubicBezTo>
                        <a:pt x="145" y="108"/>
                        <a:pt x="145" y="72"/>
                        <a:pt x="145" y="72"/>
                      </a:cubicBezTo>
                      <a:cubicBezTo>
                        <a:pt x="145" y="36"/>
                        <a:pt x="109" y="0"/>
                        <a:pt x="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9" name="Google Shape;1149;p20"/>
                <p:cNvSpPr/>
                <p:nvPr/>
              </p:nvSpPr>
              <p:spPr>
                <a:xfrm>
                  <a:off x="1576912" y="2859071"/>
                  <a:ext cx="380014" cy="1806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5" h="14569" extrusionOk="0">
                      <a:moveTo>
                        <a:pt x="2130" y="0"/>
                      </a:moveTo>
                      <a:cubicBezTo>
                        <a:pt x="2094" y="0"/>
                        <a:pt x="2058" y="36"/>
                        <a:pt x="2058" y="72"/>
                      </a:cubicBezTo>
                      <a:cubicBezTo>
                        <a:pt x="2058" y="108"/>
                        <a:pt x="2058" y="108"/>
                        <a:pt x="2094" y="153"/>
                      </a:cubicBezTo>
                      <a:lnTo>
                        <a:pt x="2094" y="3523"/>
                      </a:lnTo>
                      <a:lnTo>
                        <a:pt x="3029" y="4377"/>
                      </a:lnTo>
                      <a:lnTo>
                        <a:pt x="3029" y="7450"/>
                      </a:lnTo>
                      <a:lnTo>
                        <a:pt x="2166" y="8241"/>
                      </a:lnTo>
                      <a:lnTo>
                        <a:pt x="2166" y="6327"/>
                      </a:lnTo>
                      <a:cubicBezTo>
                        <a:pt x="2166" y="6327"/>
                        <a:pt x="2202" y="6291"/>
                        <a:pt x="2202" y="6255"/>
                      </a:cubicBezTo>
                      <a:cubicBezTo>
                        <a:pt x="2202" y="6219"/>
                        <a:pt x="2166" y="6174"/>
                        <a:pt x="2130" y="6174"/>
                      </a:cubicBezTo>
                      <a:cubicBezTo>
                        <a:pt x="2094" y="6174"/>
                        <a:pt x="2058" y="6219"/>
                        <a:pt x="2058" y="6255"/>
                      </a:cubicBezTo>
                      <a:cubicBezTo>
                        <a:pt x="2058" y="6291"/>
                        <a:pt x="2058" y="6327"/>
                        <a:pt x="2094" y="6327"/>
                      </a:cubicBezTo>
                      <a:lnTo>
                        <a:pt x="2094" y="11755"/>
                      </a:lnTo>
                      <a:lnTo>
                        <a:pt x="1609" y="11306"/>
                      </a:lnTo>
                      <a:lnTo>
                        <a:pt x="1609" y="2849"/>
                      </a:lnTo>
                      <a:cubicBezTo>
                        <a:pt x="1645" y="2849"/>
                        <a:pt x="1645" y="2804"/>
                        <a:pt x="1645" y="2768"/>
                      </a:cubicBezTo>
                      <a:cubicBezTo>
                        <a:pt x="1645" y="2732"/>
                        <a:pt x="1609" y="2696"/>
                        <a:pt x="1573" y="2696"/>
                      </a:cubicBezTo>
                      <a:cubicBezTo>
                        <a:pt x="1528" y="2696"/>
                        <a:pt x="1492" y="2732"/>
                        <a:pt x="1492" y="2768"/>
                      </a:cubicBezTo>
                      <a:cubicBezTo>
                        <a:pt x="1492" y="2804"/>
                        <a:pt x="1528" y="2849"/>
                        <a:pt x="1573" y="2849"/>
                      </a:cubicBezTo>
                      <a:lnTo>
                        <a:pt x="1573" y="11342"/>
                      </a:lnTo>
                      <a:lnTo>
                        <a:pt x="2094" y="11836"/>
                      </a:lnTo>
                      <a:lnTo>
                        <a:pt x="2094" y="13031"/>
                      </a:lnTo>
                      <a:lnTo>
                        <a:pt x="1007" y="12016"/>
                      </a:lnTo>
                      <a:lnTo>
                        <a:pt x="1007" y="8574"/>
                      </a:lnTo>
                      <a:lnTo>
                        <a:pt x="72" y="7747"/>
                      </a:lnTo>
                      <a:lnTo>
                        <a:pt x="72" y="4646"/>
                      </a:lnTo>
                      <a:lnTo>
                        <a:pt x="1007" y="3820"/>
                      </a:lnTo>
                      <a:lnTo>
                        <a:pt x="1007" y="413"/>
                      </a:lnTo>
                      <a:cubicBezTo>
                        <a:pt x="1043" y="413"/>
                        <a:pt x="1043" y="377"/>
                        <a:pt x="1043" y="377"/>
                      </a:cubicBezTo>
                      <a:cubicBezTo>
                        <a:pt x="1043" y="333"/>
                        <a:pt x="1007" y="297"/>
                        <a:pt x="971" y="297"/>
                      </a:cubicBezTo>
                      <a:cubicBezTo>
                        <a:pt x="935" y="297"/>
                        <a:pt x="899" y="333"/>
                        <a:pt x="899" y="377"/>
                      </a:cubicBezTo>
                      <a:cubicBezTo>
                        <a:pt x="899" y="377"/>
                        <a:pt x="899" y="413"/>
                        <a:pt x="935" y="413"/>
                      </a:cubicBezTo>
                      <a:lnTo>
                        <a:pt x="935" y="3784"/>
                      </a:lnTo>
                      <a:lnTo>
                        <a:pt x="0" y="4646"/>
                      </a:lnTo>
                      <a:lnTo>
                        <a:pt x="0" y="7747"/>
                      </a:lnTo>
                      <a:lnTo>
                        <a:pt x="935" y="8610"/>
                      </a:lnTo>
                      <a:lnTo>
                        <a:pt x="935" y="12061"/>
                      </a:lnTo>
                      <a:lnTo>
                        <a:pt x="2094" y="13103"/>
                      </a:lnTo>
                      <a:lnTo>
                        <a:pt x="2094" y="14568"/>
                      </a:lnTo>
                      <a:lnTo>
                        <a:pt x="2166" y="14568"/>
                      </a:lnTo>
                      <a:lnTo>
                        <a:pt x="2166" y="8313"/>
                      </a:lnTo>
                      <a:lnTo>
                        <a:pt x="3065" y="7450"/>
                      </a:lnTo>
                      <a:lnTo>
                        <a:pt x="3065" y="4341"/>
                      </a:lnTo>
                      <a:lnTo>
                        <a:pt x="2166" y="3478"/>
                      </a:lnTo>
                      <a:lnTo>
                        <a:pt x="2166" y="153"/>
                      </a:lnTo>
                      <a:cubicBezTo>
                        <a:pt x="2166" y="108"/>
                        <a:pt x="2202" y="108"/>
                        <a:pt x="2202" y="72"/>
                      </a:cubicBezTo>
                      <a:cubicBezTo>
                        <a:pt x="2202" y="36"/>
                        <a:pt x="2166" y="0"/>
                        <a:pt x="21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0" name="Google Shape;1150;p20"/>
                <p:cNvSpPr/>
                <p:nvPr/>
              </p:nvSpPr>
              <p:spPr>
                <a:xfrm>
                  <a:off x="1075392" y="3304664"/>
                  <a:ext cx="278718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8" h="10975" extrusionOk="0">
                      <a:moveTo>
                        <a:pt x="1574" y="1"/>
                      </a:moveTo>
                      <a:cubicBezTo>
                        <a:pt x="1529" y="1"/>
                        <a:pt x="1493" y="1"/>
                        <a:pt x="1493" y="37"/>
                      </a:cubicBezTo>
                      <a:lnTo>
                        <a:pt x="1493" y="73"/>
                      </a:lnTo>
                      <a:lnTo>
                        <a:pt x="594" y="936"/>
                      </a:lnTo>
                      <a:lnTo>
                        <a:pt x="594" y="8350"/>
                      </a:lnTo>
                      <a:lnTo>
                        <a:pt x="73" y="7901"/>
                      </a:lnTo>
                      <a:lnTo>
                        <a:pt x="73" y="5133"/>
                      </a:lnTo>
                      <a:cubicBezTo>
                        <a:pt x="109" y="5133"/>
                        <a:pt x="145" y="5097"/>
                        <a:pt x="145" y="5052"/>
                      </a:cubicBezTo>
                      <a:cubicBezTo>
                        <a:pt x="145" y="5016"/>
                        <a:pt x="109" y="5016"/>
                        <a:pt x="73" y="5016"/>
                      </a:cubicBezTo>
                      <a:cubicBezTo>
                        <a:pt x="37" y="5016"/>
                        <a:pt x="1" y="5016"/>
                        <a:pt x="1" y="5052"/>
                      </a:cubicBezTo>
                      <a:cubicBezTo>
                        <a:pt x="1" y="5097"/>
                        <a:pt x="1" y="5133"/>
                        <a:pt x="37" y="5133"/>
                      </a:cubicBezTo>
                      <a:lnTo>
                        <a:pt x="37" y="7937"/>
                      </a:lnTo>
                      <a:lnTo>
                        <a:pt x="2167" y="9887"/>
                      </a:lnTo>
                      <a:lnTo>
                        <a:pt x="2167" y="10974"/>
                      </a:lnTo>
                      <a:lnTo>
                        <a:pt x="2203" y="10974"/>
                      </a:lnTo>
                      <a:lnTo>
                        <a:pt x="2203" y="7523"/>
                      </a:lnTo>
                      <a:cubicBezTo>
                        <a:pt x="2248" y="7487"/>
                        <a:pt x="2248" y="7487"/>
                        <a:pt x="2248" y="7451"/>
                      </a:cubicBezTo>
                      <a:cubicBezTo>
                        <a:pt x="2248" y="7415"/>
                        <a:pt x="2203" y="7379"/>
                        <a:pt x="2167" y="7379"/>
                      </a:cubicBezTo>
                      <a:cubicBezTo>
                        <a:pt x="2131" y="7379"/>
                        <a:pt x="2095" y="7415"/>
                        <a:pt x="2095" y="7451"/>
                      </a:cubicBezTo>
                      <a:cubicBezTo>
                        <a:pt x="2095" y="7487"/>
                        <a:pt x="2131" y="7487"/>
                        <a:pt x="2167" y="7523"/>
                      </a:cubicBezTo>
                      <a:lnTo>
                        <a:pt x="2167" y="9249"/>
                      </a:lnTo>
                      <a:lnTo>
                        <a:pt x="1044" y="8242"/>
                      </a:lnTo>
                      <a:lnTo>
                        <a:pt x="1044" y="1277"/>
                      </a:lnTo>
                      <a:cubicBezTo>
                        <a:pt x="1079" y="1277"/>
                        <a:pt x="1079" y="1232"/>
                        <a:pt x="1079" y="1232"/>
                      </a:cubicBezTo>
                      <a:cubicBezTo>
                        <a:pt x="1079" y="1196"/>
                        <a:pt x="1044" y="1160"/>
                        <a:pt x="1008" y="1160"/>
                      </a:cubicBezTo>
                      <a:cubicBezTo>
                        <a:pt x="972" y="1160"/>
                        <a:pt x="936" y="1196"/>
                        <a:pt x="936" y="1232"/>
                      </a:cubicBezTo>
                      <a:lnTo>
                        <a:pt x="972" y="1277"/>
                      </a:lnTo>
                      <a:lnTo>
                        <a:pt x="972" y="8242"/>
                      </a:lnTo>
                      <a:lnTo>
                        <a:pt x="2167" y="9321"/>
                      </a:lnTo>
                      <a:lnTo>
                        <a:pt x="2167" y="9815"/>
                      </a:lnTo>
                      <a:lnTo>
                        <a:pt x="630" y="8422"/>
                      </a:lnTo>
                      <a:lnTo>
                        <a:pt x="630" y="936"/>
                      </a:lnTo>
                      <a:lnTo>
                        <a:pt x="1529" y="109"/>
                      </a:lnTo>
                      <a:lnTo>
                        <a:pt x="1574" y="109"/>
                      </a:lnTo>
                      <a:cubicBezTo>
                        <a:pt x="1610" y="109"/>
                        <a:pt x="1646" y="109"/>
                        <a:pt x="1646" y="37"/>
                      </a:cubicBezTo>
                      <a:cubicBezTo>
                        <a:pt x="1646" y="1"/>
                        <a:pt x="1610" y="1"/>
                        <a:pt x="1574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1" name="Google Shape;1151;p20"/>
                <p:cNvSpPr/>
                <p:nvPr/>
              </p:nvSpPr>
              <p:spPr>
                <a:xfrm>
                  <a:off x="1395274" y="3930900"/>
                  <a:ext cx="19094" cy="734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5924" extrusionOk="0">
                      <a:moveTo>
                        <a:pt x="72" y="1"/>
                      </a:moveTo>
                      <a:cubicBezTo>
                        <a:pt x="36" y="1"/>
                        <a:pt x="0" y="46"/>
                        <a:pt x="0" y="82"/>
                      </a:cubicBezTo>
                      <a:cubicBezTo>
                        <a:pt x="0" y="118"/>
                        <a:pt x="0" y="153"/>
                        <a:pt x="36" y="153"/>
                      </a:cubicBezTo>
                      <a:lnTo>
                        <a:pt x="36" y="5923"/>
                      </a:lnTo>
                      <a:lnTo>
                        <a:pt x="72" y="5923"/>
                      </a:lnTo>
                      <a:lnTo>
                        <a:pt x="72" y="153"/>
                      </a:lnTo>
                      <a:cubicBezTo>
                        <a:pt x="117" y="153"/>
                        <a:pt x="153" y="118"/>
                        <a:pt x="153" y="82"/>
                      </a:cubicBezTo>
                      <a:cubicBezTo>
                        <a:pt x="153" y="46"/>
                        <a:pt x="117" y="1"/>
                        <a:pt x="7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2" name="Google Shape;1152;p20"/>
                <p:cNvSpPr/>
                <p:nvPr/>
              </p:nvSpPr>
              <p:spPr>
                <a:xfrm>
                  <a:off x="2412570" y="4543745"/>
                  <a:ext cx="17978" cy="1216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" h="981" extrusionOk="0">
                      <a:moveTo>
                        <a:pt x="73" y="1"/>
                      </a:moveTo>
                      <a:cubicBezTo>
                        <a:pt x="37" y="1"/>
                        <a:pt x="1" y="46"/>
                        <a:pt x="1" y="82"/>
                      </a:cubicBezTo>
                      <a:cubicBezTo>
                        <a:pt x="1" y="117"/>
                        <a:pt x="37" y="153"/>
                        <a:pt x="37" y="153"/>
                      </a:cubicBezTo>
                      <a:lnTo>
                        <a:pt x="37" y="980"/>
                      </a:lnTo>
                      <a:lnTo>
                        <a:pt x="109" y="980"/>
                      </a:lnTo>
                      <a:lnTo>
                        <a:pt x="109" y="153"/>
                      </a:lnTo>
                      <a:cubicBezTo>
                        <a:pt x="145" y="153"/>
                        <a:pt x="145" y="117"/>
                        <a:pt x="145" y="82"/>
                      </a:cubicBezTo>
                      <a:cubicBezTo>
                        <a:pt x="145" y="46"/>
                        <a:pt x="109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3" name="Google Shape;1153;p20"/>
                <p:cNvSpPr/>
                <p:nvPr/>
              </p:nvSpPr>
              <p:spPr>
                <a:xfrm>
                  <a:off x="2245439" y="3276892"/>
                  <a:ext cx="116050" cy="1388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6" h="11199" extrusionOk="0">
                      <a:moveTo>
                        <a:pt x="854" y="0"/>
                      </a:moveTo>
                      <a:cubicBezTo>
                        <a:pt x="818" y="0"/>
                        <a:pt x="783" y="36"/>
                        <a:pt x="783" y="72"/>
                      </a:cubicBezTo>
                      <a:lnTo>
                        <a:pt x="783" y="108"/>
                      </a:lnTo>
                      <a:lnTo>
                        <a:pt x="1" y="827"/>
                      </a:lnTo>
                      <a:lnTo>
                        <a:pt x="1" y="1348"/>
                      </a:lnTo>
                      <a:lnTo>
                        <a:pt x="854" y="2130"/>
                      </a:lnTo>
                      <a:lnTo>
                        <a:pt x="854" y="11198"/>
                      </a:lnTo>
                      <a:lnTo>
                        <a:pt x="899" y="11198"/>
                      </a:lnTo>
                      <a:lnTo>
                        <a:pt x="899" y="2094"/>
                      </a:lnTo>
                      <a:lnTo>
                        <a:pt x="73" y="1312"/>
                      </a:lnTo>
                      <a:lnTo>
                        <a:pt x="73" y="863"/>
                      </a:lnTo>
                      <a:lnTo>
                        <a:pt x="854" y="153"/>
                      </a:lnTo>
                      <a:cubicBezTo>
                        <a:pt x="899" y="153"/>
                        <a:pt x="935" y="108"/>
                        <a:pt x="935" y="72"/>
                      </a:cubicBezTo>
                      <a:cubicBezTo>
                        <a:pt x="935" y="36"/>
                        <a:pt x="899" y="0"/>
                        <a:pt x="85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4" name="Google Shape;1154;p20"/>
                <p:cNvSpPr/>
                <p:nvPr/>
              </p:nvSpPr>
              <p:spPr>
                <a:xfrm>
                  <a:off x="2156293" y="3444021"/>
                  <a:ext cx="130556" cy="1221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3" h="9851" extrusionOk="0">
                      <a:moveTo>
                        <a:pt x="82" y="0"/>
                      </a:moveTo>
                      <a:cubicBezTo>
                        <a:pt x="46" y="0"/>
                        <a:pt x="1" y="36"/>
                        <a:pt x="1" y="72"/>
                      </a:cubicBezTo>
                      <a:cubicBezTo>
                        <a:pt x="1" y="108"/>
                        <a:pt x="46" y="153"/>
                        <a:pt x="82" y="153"/>
                      </a:cubicBezTo>
                      <a:lnTo>
                        <a:pt x="117" y="153"/>
                      </a:lnTo>
                      <a:lnTo>
                        <a:pt x="1016" y="935"/>
                      </a:lnTo>
                      <a:lnTo>
                        <a:pt x="1016" y="9850"/>
                      </a:lnTo>
                      <a:lnTo>
                        <a:pt x="1052" y="9850"/>
                      </a:lnTo>
                      <a:lnTo>
                        <a:pt x="1052" y="935"/>
                      </a:lnTo>
                      <a:lnTo>
                        <a:pt x="153" y="108"/>
                      </a:lnTo>
                      <a:lnTo>
                        <a:pt x="153" y="72"/>
                      </a:lnTo>
                      <a:cubicBezTo>
                        <a:pt x="153" y="36"/>
                        <a:pt x="117" y="0"/>
                        <a:pt x="8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5" name="Google Shape;1155;p20"/>
                <p:cNvSpPr/>
                <p:nvPr/>
              </p:nvSpPr>
              <p:spPr>
                <a:xfrm>
                  <a:off x="3786572" y="3304664"/>
                  <a:ext cx="269667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5" h="10975" extrusionOk="0">
                      <a:moveTo>
                        <a:pt x="2094" y="1"/>
                      </a:moveTo>
                      <a:cubicBezTo>
                        <a:pt x="2058" y="1"/>
                        <a:pt x="2022" y="37"/>
                        <a:pt x="2022" y="73"/>
                      </a:cubicBezTo>
                      <a:cubicBezTo>
                        <a:pt x="2022" y="109"/>
                        <a:pt x="2022" y="109"/>
                        <a:pt x="2058" y="154"/>
                      </a:cubicBezTo>
                      <a:lnTo>
                        <a:pt x="2058" y="1457"/>
                      </a:lnTo>
                      <a:lnTo>
                        <a:pt x="1123" y="2320"/>
                      </a:lnTo>
                      <a:lnTo>
                        <a:pt x="1123" y="9923"/>
                      </a:lnTo>
                      <a:lnTo>
                        <a:pt x="0" y="10974"/>
                      </a:lnTo>
                      <a:lnTo>
                        <a:pt x="72" y="10974"/>
                      </a:lnTo>
                      <a:lnTo>
                        <a:pt x="1195" y="9923"/>
                      </a:lnTo>
                      <a:lnTo>
                        <a:pt x="1195" y="2320"/>
                      </a:lnTo>
                      <a:lnTo>
                        <a:pt x="2094" y="1457"/>
                      </a:lnTo>
                      <a:lnTo>
                        <a:pt x="2094" y="154"/>
                      </a:lnTo>
                      <a:cubicBezTo>
                        <a:pt x="2175" y="154"/>
                        <a:pt x="2175" y="109"/>
                        <a:pt x="2175" y="73"/>
                      </a:cubicBezTo>
                      <a:cubicBezTo>
                        <a:pt x="2175" y="37"/>
                        <a:pt x="2130" y="1"/>
                        <a:pt x="2094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6" name="Google Shape;1156;p20"/>
                <p:cNvSpPr/>
                <p:nvPr/>
              </p:nvSpPr>
              <p:spPr>
                <a:xfrm>
                  <a:off x="2106204" y="2728642"/>
                  <a:ext cx="133780" cy="1936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" h="15621" extrusionOk="0">
                      <a:moveTo>
                        <a:pt x="1007" y="1"/>
                      </a:moveTo>
                      <a:cubicBezTo>
                        <a:pt x="971" y="1"/>
                        <a:pt x="935" y="36"/>
                        <a:pt x="935" y="81"/>
                      </a:cubicBezTo>
                      <a:cubicBezTo>
                        <a:pt x="935" y="117"/>
                        <a:pt x="971" y="117"/>
                        <a:pt x="971" y="153"/>
                      </a:cubicBezTo>
                      <a:lnTo>
                        <a:pt x="971" y="3523"/>
                      </a:lnTo>
                      <a:lnTo>
                        <a:pt x="72" y="4350"/>
                      </a:lnTo>
                      <a:lnTo>
                        <a:pt x="72" y="12133"/>
                      </a:lnTo>
                      <a:lnTo>
                        <a:pt x="971" y="12996"/>
                      </a:lnTo>
                      <a:lnTo>
                        <a:pt x="971" y="15090"/>
                      </a:lnTo>
                      <a:lnTo>
                        <a:pt x="108" y="14308"/>
                      </a:lnTo>
                      <a:lnTo>
                        <a:pt x="108" y="13032"/>
                      </a:lnTo>
                      <a:cubicBezTo>
                        <a:pt x="144" y="13032"/>
                        <a:pt x="144" y="12996"/>
                        <a:pt x="144" y="12960"/>
                      </a:cubicBezTo>
                      <a:cubicBezTo>
                        <a:pt x="144" y="12924"/>
                        <a:pt x="144" y="12888"/>
                        <a:pt x="72" y="12888"/>
                      </a:cubicBezTo>
                      <a:cubicBezTo>
                        <a:pt x="36" y="12888"/>
                        <a:pt x="0" y="12924"/>
                        <a:pt x="0" y="12960"/>
                      </a:cubicBezTo>
                      <a:cubicBezTo>
                        <a:pt x="0" y="12996"/>
                        <a:pt x="36" y="13032"/>
                        <a:pt x="72" y="13032"/>
                      </a:cubicBezTo>
                      <a:lnTo>
                        <a:pt x="72" y="14308"/>
                      </a:lnTo>
                      <a:lnTo>
                        <a:pt x="971" y="15171"/>
                      </a:lnTo>
                      <a:lnTo>
                        <a:pt x="971" y="15620"/>
                      </a:lnTo>
                      <a:lnTo>
                        <a:pt x="1043" y="15620"/>
                      </a:lnTo>
                      <a:lnTo>
                        <a:pt x="1043" y="12996"/>
                      </a:lnTo>
                      <a:lnTo>
                        <a:pt x="108" y="12133"/>
                      </a:lnTo>
                      <a:lnTo>
                        <a:pt x="108" y="4386"/>
                      </a:lnTo>
                      <a:lnTo>
                        <a:pt x="1043" y="3523"/>
                      </a:lnTo>
                      <a:lnTo>
                        <a:pt x="1043" y="153"/>
                      </a:lnTo>
                      <a:cubicBezTo>
                        <a:pt x="1079" y="117"/>
                        <a:pt x="1079" y="117"/>
                        <a:pt x="1079" y="81"/>
                      </a:cubicBezTo>
                      <a:cubicBezTo>
                        <a:pt x="1079" y="36"/>
                        <a:pt x="1043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7" name="Google Shape;1157;p20"/>
                <p:cNvSpPr/>
                <p:nvPr/>
              </p:nvSpPr>
              <p:spPr>
                <a:xfrm>
                  <a:off x="4260071" y="2640614"/>
                  <a:ext cx="357821" cy="2024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6" h="16331" extrusionOk="0">
                      <a:moveTo>
                        <a:pt x="2805" y="1"/>
                      </a:moveTo>
                      <a:cubicBezTo>
                        <a:pt x="2769" y="1"/>
                        <a:pt x="2733" y="36"/>
                        <a:pt x="2733" y="72"/>
                      </a:cubicBezTo>
                      <a:cubicBezTo>
                        <a:pt x="2733" y="117"/>
                        <a:pt x="2769" y="153"/>
                        <a:pt x="2769" y="153"/>
                      </a:cubicBezTo>
                      <a:lnTo>
                        <a:pt x="2769" y="2814"/>
                      </a:lnTo>
                      <a:lnTo>
                        <a:pt x="2319" y="3218"/>
                      </a:lnTo>
                      <a:lnTo>
                        <a:pt x="2319" y="4872"/>
                      </a:lnTo>
                      <a:lnTo>
                        <a:pt x="1421" y="5734"/>
                      </a:lnTo>
                      <a:lnTo>
                        <a:pt x="1421" y="8610"/>
                      </a:lnTo>
                      <a:lnTo>
                        <a:pt x="899" y="8125"/>
                      </a:lnTo>
                      <a:lnTo>
                        <a:pt x="899" y="5168"/>
                      </a:lnTo>
                      <a:lnTo>
                        <a:pt x="935" y="5132"/>
                      </a:lnTo>
                      <a:cubicBezTo>
                        <a:pt x="935" y="5096"/>
                        <a:pt x="899" y="5060"/>
                        <a:pt x="863" y="5060"/>
                      </a:cubicBezTo>
                      <a:cubicBezTo>
                        <a:pt x="827" y="5060"/>
                        <a:pt x="782" y="5096"/>
                        <a:pt x="782" y="5132"/>
                      </a:cubicBezTo>
                      <a:cubicBezTo>
                        <a:pt x="782" y="5132"/>
                        <a:pt x="782" y="5168"/>
                        <a:pt x="827" y="5168"/>
                      </a:cubicBezTo>
                      <a:lnTo>
                        <a:pt x="827" y="6031"/>
                      </a:lnTo>
                      <a:lnTo>
                        <a:pt x="37" y="5321"/>
                      </a:lnTo>
                      <a:lnTo>
                        <a:pt x="37" y="4872"/>
                      </a:lnTo>
                      <a:lnTo>
                        <a:pt x="827" y="4117"/>
                      </a:lnTo>
                      <a:lnTo>
                        <a:pt x="863" y="4162"/>
                      </a:lnTo>
                      <a:cubicBezTo>
                        <a:pt x="899" y="4162"/>
                        <a:pt x="935" y="4117"/>
                        <a:pt x="935" y="4081"/>
                      </a:cubicBezTo>
                      <a:cubicBezTo>
                        <a:pt x="935" y="4045"/>
                        <a:pt x="899" y="4009"/>
                        <a:pt x="863" y="4009"/>
                      </a:cubicBezTo>
                      <a:cubicBezTo>
                        <a:pt x="827" y="4009"/>
                        <a:pt x="782" y="4045"/>
                        <a:pt x="782" y="4081"/>
                      </a:cubicBezTo>
                      <a:lnTo>
                        <a:pt x="1" y="4836"/>
                      </a:lnTo>
                      <a:lnTo>
                        <a:pt x="1" y="5357"/>
                      </a:lnTo>
                      <a:lnTo>
                        <a:pt x="827" y="6103"/>
                      </a:lnTo>
                      <a:lnTo>
                        <a:pt x="827" y="8125"/>
                      </a:lnTo>
                      <a:lnTo>
                        <a:pt x="1421" y="8691"/>
                      </a:lnTo>
                      <a:lnTo>
                        <a:pt x="1421" y="16330"/>
                      </a:lnTo>
                      <a:lnTo>
                        <a:pt x="1457" y="16330"/>
                      </a:lnTo>
                      <a:lnTo>
                        <a:pt x="1457" y="5734"/>
                      </a:lnTo>
                      <a:lnTo>
                        <a:pt x="2400" y="4872"/>
                      </a:lnTo>
                      <a:lnTo>
                        <a:pt x="2400" y="3263"/>
                      </a:lnTo>
                      <a:lnTo>
                        <a:pt x="2850" y="2849"/>
                      </a:lnTo>
                      <a:lnTo>
                        <a:pt x="2850" y="153"/>
                      </a:lnTo>
                      <a:cubicBezTo>
                        <a:pt x="2886" y="153"/>
                        <a:pt x="2886" y="117"/>
                        <a:pt x="2886" y="72"/>
                      </a:cubicBezTo>
                      <a:cubicBezTo>
                        <a:pt x="2886" y="36"/>
                        <a:pt x="2850" y="1"/>
                        <a:pt x="280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8" name="Google Shape;1158;p20"/>
                <p:cNvSpPr/>
                <p:nvPr/>
              </p:nvSpPr>
              <p:spPr>
                <a:xfrm>
                  <a:off x="4496262" y="3857378"/>
                  <a:ext cx="117166" cy="807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5" h="6517" extrusionOk="0">
                      <a:moveTo>
                        <a:pt x="82" y="1"/>
                      </a:moveTo>
                      <a:cubicBezTo>
                        <a:pt x="46" y="1"/>
                        <a:pt x="1" y="36"/>
                        <a:pt x="1" y="72"/>
                      </a:cubicBezTo>
                      <a:cubicBezTo>
                        <a:pt x="1" y="108"/>
                        <a:pt x="46" y="144"/>
                        <a:pt x="82" y="144"/>
                      </a:cubicBezTo>
                      <a:lnTo>
                        <a:pt x="118" y="144"/>
                      </a:lnTo>
                      <a:lnTo>
                        <a:pt x="900" y="863"/>
                      </a:lnTo>
                      <a:lnTo>
                        <a:pt x="900" y="1313"/>
                      </a:lnTo>
                      <a:lnTo>
                        <a:pt x="118" y="2023"/>
                      </a:lnTo>
                      <a:lnTo>
                        <a:pt x="118" y="1160"/>
                      </a:lnTo>
                      <a:cubicBezTo>
                        <a:pt x="154" y="1160"/>
                        <a:pt x="154" y="1160"/>
                        <a:pt x="154" y="1124"/>
                      </a:cubicBezTo>
                      <a:cubicBezTo>
                        <a:pt x="154" y="1088"/>
                        <a:pt x="118" y="1043"/>
                        <a:pt x="82" y="1043"/>
                      </a:cubicBezTo>
                      <a:cubicBezTo>
                        <a:pt x="46" y="1043"/>
                        <a:pt x="1" y="1088"/>
                        <a:pt x="1" y="1124"/>
                      </a:cubicBezTo>
                      <a:cubicBezTo>
                        <a:pt x="1" y="1160"/>
                        <a:pt x="1" y="1160"/>
                        <a:pt x="46" y="1160"/>
                      </a:cubicBezTo>
                      <a:lnTo>
                        <a:pt x="46" y="6516"/>
                      </a:lnTo>
                      <a:lnTo>
                        <a:pt x="118" y="6516"/>
                      </a:lnTo>
                      <a:lnTo>
                        <a:pt x="118" y="2095"/>
                      </a:lnTo>
                      <a:lnTo>
                        <a:pt x="945" y="1349"/>
                      </a:lnTo>
                      <a:lnTo>
                        <a:pt x="945" y="818"/>
                      </a:lnTo>
                      <a:lnTo>
                        <a:pt x="154" y="108"/>
                      </a:lnTo>
                      <a:lnTo>
                        <a:pt x="154" y="72"/>
                      </a:lnTo>
                      <a:cubicBezTo>
                        <a:pt x="154" y="36"/>
                        <a:pt x="118" y="1"/>
                        <a:pt x="8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9" name="Google Shape;1159;p20"/>
                <p:cNvSpPr/>
                <p:nvPr/>
              </p:nvSpPr>
              <p:spPr>
                <a:xfrm>
                  <a:off x="3214877" y="2728642"/>
                  <a:ext cx="134896" cy="1936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15621" extrusionOk="0">
                      <a:moveTo>
                        <a:pt x="81" y="1"/>
                      </a:moveTo>
                      <a:cubicBezTo>
                        <a:pt x="45" y="1"/>
                        <a:pt x="1" y="36"/>
                        <a:pt x="1" y="81"/>
                      </a:cubicBezTo>
                      <a:cubicBezTo>
                        <a:pt x="1" y="117"/>
                        <a:pt x="45" y="117"/>
                        <a:pt x="81" y="153"/>
                      </a:cubicBezTo>
                      <a:lnTo>
                        <a:pt x="81" y="3523"/>
                      </a:lnTo>
                      <a:lnTo>
                        <a:pt x="980" y="4386"/>
                      </a:lnTo>
                      <a:lnTo>
                        <a:pt x="980" y="12133"/>
                      </a:lnTo>
                      <a:lnTo>
                        <a:pt x="81" y="12996"/>
                      </a:lnTo>
                      <a:lnTo>
                        <a:pt x="81" y="15620"/>
                      </a:lnTo>
                      <a:lnTo>
                        <a:pt x="117" y="15620"/>
                      </a:lnTo>
                      <a:lnTo>
                        <a:pt x="117" y="15171"/>
                      </a:lnTo>
                      <a:lnTo>
                        <a:pt x="1052" y="14308"/>
                      </a:lnTo>
                      <a:lnTo>
                        <a:pt x="1052" y="13032"/>
                      </a:lnTo>
                      <a:cubicBezTo>
                        <a:pt x="1088" y="13032"/>
                        <a:pt x="1088" y="12996"/>
                        <a:pt x="1088" y="12960"/>
                      </a:cubicBezTo>
                      <a:cubicBezTo>
                        <a:pt x="1088" y="12924"/>
                        <a:pt x="1052" y="12888"/>
                        <a:pt x="1016" y="12888"/>
                      </a:cubicBezTo>
                      <a:cubicBezTo>
                        <a:pt x="980" y="12888"/>
                        <a:pt x="944" y="12924"/>
                        <a:pt x="944" y="12960"/>
                      </a:cubicBezTo>
                      <a:cubicBezTo>
                        <a:pt x="944" y="12996"/>
                        <a:pt x="980" y="13032"/>
                        <a:pt x="980" y="13032"/>
                      </a:cubicBezTo>
                      <a:lnTo>
                        <a:pt x="980" y="14308"/>
                      </a:lnTo>
                      <a:lnTo>
                        <a:pt x="117" y="15090"/>
                      </a:lnTo>
                      <a:lnTo>
                        <a:pt x="117" y="12996"/>
                      </a:lnTo>
                      <a:lnTo>
                        <a:pt x="1052" y="12133"/>
                      </a:lnTo>
                      <a:lnTo>
                        <a:pt x="1052" y="4350"/>
                      </a:lnTo>
                      <a:lnTo>
                        <a:pt x="117" y="3523"/>
                      </a:lnTo>
                      <a:lnTo>
                        <a:pt x="117" y="153"/>
                      </a:lnTo>
                      <a:cubicBezTo>
                        <a:pt x="153" y="117"/>
                        <a:pt x="189" y="117"/>
                        <a:pt x="189" y="81"/>
                      </a:cubicBezTo>
                      <a:cubicBezTo>
                        <a:pt x="189" y="36"/>
                        <a:pt x="153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0" name="Google Shape;1160;p20"/>
                <p:cNvSpPr/>
                <p:nvPr/>
              </p:nvSpPr>
              <p:spPr>
                <a:xfrm>
                  <a:off x="1399737" y="3304664"/>
                  <a:ext cx="274255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2" h="10975" extrusionOk="0">
                      <a:moveTo>
                        <a:pt x="81" y="1"/>
                      </a:moveTo>
                      <a:cubicBezTo>
                        <a:pt x="36" y="1"/>
                        <a:pt x="0" y="37"/>
                        <a:pt x="0" y="73"/>
                      </a:cubicBezTo>
                      <a:cubicBezTo>
                        <a:pt x="0" y="109"/>
                        <a:pt x="36" y="154"/>
                        <a:pt x="81" y="154"/>
                      </a:cubicBezTo>
                      <a:lnTo>
                        <a:pt x="81" y="1457"/>
                      </a:lnTo>
                      <a:lnTo>
                        <a:pt x="1016" y="2320"/>
                      </a:lnTo>
                      <a:lnTo>
                        <a:pt x="1016" y="9923"/>
                      </a:lnTo>
                      <a:lnTo>
                        <a:pt x="2139" y="10974"/>
                      </a:lnTo>
                      <a:lnTo>
                        <a:pt x="2211" y="10974"/>
                      </a:lnTo>
                      <a:lnTo>
                        <a:pt x="1052" y="9923"/>
                      </a:lnTo>
                      <a:lnTo>
                        <a:pt x="1052" y="2320"/>
                      </a:lnTo>
                      <a:lnTo>
                        <a:pt x="153" y="1457"/>
                      </a:lnTo>
                      <a:lnTo>
                        <a:pt x="153" y="154"/>
                      </a:lnTo>
                      <a:lnTo>
                        <a:pt x="153" y="73"/>
                      </a:lnTo>
                      <a:cubicBezTo>
                        <a:pt x="153" y="37"/>
                        <a:pt x="153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1" name="Google Shape;1161;p20"/>
                <p:cNvSpPr/>
                <p:nvPr/>
              </p:nvSpPr>
              <p:spPr>
                <a:xfrm>
                  <a:off x="4101866" y="3304664"/>
                  <a:ext cx="283182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4" h="10975" extrusionOk="0">
                      <a:moveTo>
                        <a:pt x="710" y="1"/>
                      </a:moveTo>
                      <a:cubicBezTo>
                        <a:pt x="638" y="1"/>
                        <a:pt x="638" y="1"/>
                        <a:pt x="638" y="37"/>
                      </a:cubicBezTo>
                      <a:cubicBezTo>
                        <a:pt x="638" y="109"/>
                        <a:pt x="638" y="109"/>
                        <a:pt x="710" y="109"/>
                      </a:cubicBezTo>
                      <a:lnTo>
                        <a:pt x="755" y="109"/>
                      </a:lnTo>
                      <a:lnTo>
                        <a:pt x="1609" y="936"/>
                      </a:lnTo>
                      <a:lnTo>
                        <a:pt x="1609" y="8422"/>
                      </a:lnTo>
                      <a:lnTo>
                        <a:pt x="117" y="9815"/>
                      </a:lnTo>
                      <a:lnTo>
                        <a:pt x="117" y="9321"/>
                      </a:lnTo>
                      <a:lnTo>
                        <a:pt x="1277" y="8242"/>
                      </a:lnTo>
                      <a:lnTo>
                        <a:pt x="1277" y="1277"/>
                      </a:lnTo>
                      <a:cubicBezTo>
                        <a:pt x="1313" y="1277"/>
                        <a:pt x="1348" y="1232"/>
                        <a:pt x="1348" y="1232"/>
                      </a:cubicBezTo>
                      <a:cubicBezTo>
                        <a:pt x="1348" y="1196"/>
                        <a:pt x="1313" y="1160"/>
                        <a:pt x="1277" y="1160"/>
                      </a:cubicBezTo>
                      <a:cubicBezTo>
                        <a:pt x="1205" y="1160"/>
                        <a:pt x="1160" y="1196"/>
                        <a:pt x="1160" y="1232"/>
                      </a:cubicBezTo>
                      <a:cubicBezTo>
                        <a:pt x="1160" y="1232"/>
                        <a:pt x="1205" y="1277"/>
                        <a:pt x="1241" y="1277"/>
                      </a:cubicBezTo>
                      <a:lnTo>
                        <a:pt x="1241" y="8242"/>
                      </a:lnTo>
                      <a:lnTo>
                        <a:pt x="117" y="9249"/>
                      </a:lnTo>
                      <a:lnTo>
                        <a:pt x="117" y="7523"/>
                      </a:lnTo>
                      <a:cubicBezTo>
                        <a:pt x="153" y="7487"/>
                        <a:pt x="153" y="7487"/>
                        <a:pt x="153" y="7451"/>
                      </a:cubicBezTo>
                      <a:cubicBezTo>
                        <a:pt x="153" y="7415"/>
                        <a:pt x="153" y="7379"/>
                        <a:pt x="81" y="7379"/>
                      </a:cubicBezTo>
                      <a:cubicBezTo>
                        <a:pt x="36" y="7379"/>
                        <a:pt x="0" y="7415"/>
                        <a:pt x="0" y="7451"/>
                      </a:cubicBezTo>
                      <a:cubicBezTo>
                        <a:pt x="0" y="7487"/>
                        <a:pt x="36" y="7487"/>
                        <a:pt x="81" y="7523"/>
                      </a:cubicBezTo>
                      <a:lnTo>
                        <a:pt x="81" y="10974"/>
                      </a:lnTo>
                      <a:lnTo>
                        <a:pt x="117" y="10974"/>
                      </a:lnTo>
                      <a:lnTo>
                        <a:pt x="117" y="9887"/>
                      </a:lnTo>
                      <a:lnTo>
                        <a:pt x="2247" y="7937"/>
                      </a:lnTo>
                      <a:lnTo>
                        <a:pt x="2247" y="5133"/>
                      </a:lnTo>
                      <a:cubicBezTo>
                        <a:pt x="2247" y="5133"/>
                        <a:pt x="2283" y="5097"/>
                        <a:pt x="2283" y="5052"/>
                      </a:cubicBezTo>
                      <a:cubicBezTo>
                        <a:pt x="2283" y="5016"/>
                        <a:pt x="2247" y="5016"/>
                        <a:pt x="2211" y="5016"/>
                      </a:cubicBezTo>
                      <a:cubicBezTo>
                        <a:pt x="2175" y="5016"/>
                        <a:pt x="2139" y="5016"/>
                        <a:pt x="2139" y="5052"/>
                      </a:cubicBezTo>
                      <a:cubicBezTo>
                        <a:pt x="2139" y="5097"/>
                        <a:pt x="2139" y="5133"/>
                        <a:pt x="2175" y="5133"/>
                      </a:cubicBezTo>
                      <a:lnTo>
                        <a:pt x="2175" y="7901"/>
                      </a:lnTo>
                      <a:lnTo>
                        <a:pt x="1690" y="8350"/>
                      </a:lnTo>
                      <a:lnTo>
                        <a:pt x="1690" y="936"/>
                      </a:lnTo>
                      <a:lnTo>
                        <a:pt x="791" y="73"/>
                      </a:lnTo>
                      <a:lnTo>
                        <a:pt x="791" y="37"/>
                      </a:lnTo>
                      <a:cubicBezTo>
                        <a:pt x="791" y="1"/>
                        <a:pt x="755" y="1"/>
                        <a:pt x="71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2" name="Google Shape;1162;p20"/>
                <p:cNvSpPr/>
                <p:nvPr/>
              </p:nvSpPr>
              <p:spPr>
                <a:xfrm>
                  <a:off x="4046197" y="3930900"/>
                  <a:ext cx="18970" cy="734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5924" extrusionOk="0">
                      <a:moveTo>
                        <a:pt x="81" y="1"/>
                      </a:moveTo>
                      <a:cubicBezTo>
                        <a:pt x="36" y="1"/>
                        <a:pt x="0" y="46"/>
                        <a:pt x="0" y="82"/>
                      </a:cubicBezTo>
                      <a:cubicBezTo>
                        <a:pt x="0" y="118"/>
                        <a:pt x="0" y="153"/>
                        <a:pt x="36" y="153"/>
                      </a:cubicBezTo>
                      <a:lnTo>
                        <a:pt x="36" y="5923"/>
                      </a:lnTo>
                      <a:lnTo>
                        <a:pt x="117" y="5923"/>
                      </a:lnTo>
                      <a:lnTo>
                        <a:pt x="117" y="153"/>
                      </a:lnTo>
                      <a:cubicBezTo>
                        <a:pt x="117" y="153"/>
                        <a:pt x="153" y="118"/>
                        <a:pt x="153" y="82"/>
                      </a:cubicBezTo>
                      <a:cubicBezTo>
                        <a:pt x="153" y="46"/>
                        <a:pt x="117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3" name="Google Shape;1163;p20"/>
                <p:cNvSpPr/>
                <p:nvPr/>
              </p:nvSpPr>
              <p:spPr>
                <a:xfrm>
                  <a:off x="2788121" y="3109764"/>
                  <a:ext cx="134896" cy="15556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12547" extrusionOk="0">
                      <a:moveTo>
                        <a:pt x="1016" y="0"/>
                      </a:moveTo>
                      <a:cubicBezTo>
                        <a:pt x="971" y="0"/>
                        <a:pt x="935" y="36"/>
                        <a:pt x="935" y="72"/>
                      </a:cubicBezTo>
                      <a:cubicBezTo>
                        <a:pt x="935" y="108"/>
                        <a:pt x="935" y="153"/>
                        <a:pt x="971" y="153"/>
                      </a:cubicBezTo>
                      <a:lnTo>
                        <a:pt x="971" y="6669"/>
                      </a:lnTo>
                      <a:lnTo>
                        <a:pt x="0" y="7567"/>
                      </a:lnTo>
                      <a:lnTo>
                        <a:pt x="0" y="12546"/>
                      </a:lnTo>
                      <a:lnTo>
                        <a:pt x="72" y="12546"/>
                      </a:lnTo>
                      <a:lnTo>
                        <a:pt x="72" y="7603"/>
                      </a:lnTo>
                      <a:lnTo>
                        <a:pt x="1052" y="6705"/>
                      </a:lnTo>
                      <a:lnTo>
                        <a:pt x="1052" y="153"/>
                      </a:lnTo>
                      <a:cubicBezTo>
                        <a:pt x="1088" y="153"/>
                        <a:pt x="1088" y="108"/>
                        <a:pt x="1088" y="72"/>
                      </a:cubicBezTo>
                      <a:cubicBezTo>
                        <a:pt x="1088" y="36"/>
                        <a:pt x="1052" y="0"/>
                        <a:pt x="101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4" name="Google Shape;1164;p20"/>
                <p:cNvSpPr/>
                <p:nvPr/>
              </p:nvSpPr>
              <p:spPr>
                <a:xfrm>
                  <a:off x="1348407" y="2812206"/>
                  <a:ext cx="269791" cy="1853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" h="14947" extrusionOk="0">
                      <a:moveTo>
                        <a:pt x="82" y="1"/>
                      </a:moveTo>
                      <a:cubicBezTo>
                        <a:pt x="46" y="1"/>
                        <a:pt x="1" y="37"/>
                        <a:pt x="1" y="81"/>
                      </a:cubicBezTo>
                      <a:cubicBezTo>
                        <a:pt x="1" y="117"/>
                        <a:pt x="1" y="153"/>
                        <a:pt x="46" y="153"/>
                      </a:cubicBezTo>
                      <a:lnTo>
                        <a:pt x="46" y="5653"/>
                      </a:lnTo>
                      <a:lnTo>
                        <a:pt x="980" y="6480"/>
                      </a:lnTo>
                      <a:lnTo>
                        <a:pt x="980" y="13895"/>
                      </a:lnTo>
                      <a:lnTo>
                        <a:pt x="2104" y="14946"/>
                      </a:lnTo>
                      <a:lnTo>
                        <a:pt x="2176" y="14946"/>
                      </a:lnTo>
                      <a:lnTo>
                        <a:pt x="1052" y="13859"/>
                      </a:lnTo>
                      <a:lnTo>
                        <a:pt x="1052" y="6480"/>
                      </a:lnTo>
                      <a:lnTo>
                        <a:pt x="118" y="5618"/>
                      </a:lnTo>
                      <a:lnTo>
                        <a:pt x="118" y="153"/>
                      </a:lnTo>
                      <a:cubicBezTo>
                        <a:pt x="154" y="153"/>
                        <a:pt x="154" y="117"/>
                        <a:pt x="154" y="81"/>
                      </a:cubicBezTo>
                      <a:cubicBezTo>
                        <a:pt x="154" y="37"/>
                        <a:pt x="118" y="1"/>
                        <a:pt x="8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5" name="Google Shape;1165;p20"/>
                <p:cNvSpPr/>
                <p:nvPr/>
              </p:nvSpPr>
              <p:spPr>
                <a:xfrm>
                  <a:off x="4617768" y="3309128"/>
                  <a:ext cx="129440" cy="1356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0939" extrusionOk="0">
                      <a:moveTo>
                        <a:pt x="72" y="1"/>
                      </a:moveTo>
                      <a:cubicBezTo>
                        <a:pt x="36" y="1"/>
                        <a:pt x="1" y="37"/>
                        <a:pt x="1" y="73"/>
                      </a:cubicBezTo>
                      <a:cubicBezTo>
                        <a:pt x="1" y="118"/>
                        <a:pt x="36" y="118"/>
                        <a:pt x="36" y="154"/>
                      </a:cubicBezTo>
                      <a:lnTo>
                        <a:pt x="36" y="3524"/>
                      </a:lnTo>
                      <a:lnTo>
                        <a:pt x="971" y="4387"/>
                      </a:lnTo>
                      <a:lnTo>
                        <a:pt x="971" y="7451"/>
                      </a:lnTo>
                      <a:lnTo>
                        <a:pt x="36" y="8314"/>
                      </a:lnTo>
                      <a:lnTo>
                        <a:pt x="36" y="10938"/>
                      </a:lnTo>
                      <a:lnTo>
                        <a:pt x="108" y="10938"/>
                      </a:lnTo>
                      <a:lnTo>
                        <a:pt x="108" y="8314"/>
                      </a:lnTo>
                      <a:lnTo>
                        <a:pt x="1043" y="7451"/>
                      </a:lnTo>
                      <a:lnTo>
                        <a:pt x="1043" y="4342"/>
                      </a:lnTo>
                      <a:lnTo>
                        <a:pt x="108" y="3488"/>
                      </a:lnTo>
                      <a:lnTo>
                        <a:pt x="108" y="154"/>
                      </a:lnTo>
                      <a:cubicBezTo>
                        <a:pt x="144" y="118"/>
                        <a:pt x="144" y="118"/>
                        <a:pt x="144" y="73"/>
                      </a:cubicBezTo>
                      <a:cubicBezTo>
                        <a:pt x="144" y="37"/>
                        <a:pt x="108" y="1"/>
                        <a:pt x="7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6" name="Google Shape;1166;p20"/>
                <p:cNvSpPr/>
                <p:nvPr/>
              </p:nvSpPr>
              <p:spPr>
                <a:xfrm>
                  <a:off x="5323862" y="3444021"/>
                  <a:ext cx="134896" cy="1221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9851" extrusionOk="0">
                      <a:moveTo>
                        <a:pt x="1007" y="0"/>
                      </a:moveTo>
                      <a:cubicBezTo>
                        <a:pt x="935" y="0"/>
                        <a:pt x="899" y="36"/>
                        <a:pt x="899" y="72"/>
                      </a:cubicBezTo>
                      <a:lnTo>
                        <a:pt x="935" y="108"/>
                      </a:lnTo>
                      <a:lnTo>
                        <a:pt x="0" y="935"/>
                      </a:lnTo>
                      <a:lnTo>
                        <a:pt x="0" y="9850"/>
                      </a:lnTo>
                      <a:lnTo>
                        <a:pt x="72" y="9850"/>
                      </a:lnTo>
                      <a:lnTo>
                        <a:pt x="72" y="935"/>
                      </a:lnTo>
                      <a:lnTo>
                        <a:pt x="971" y="153"/>
                      </a:lnTo>
                      <a:lnTo>
                        <a:pt x="1007" y="153"/>
                      </a:lnTo>
                      <a:cubicBezTo>
                        <a:pt x="1043" y="153"/>
                        <a:pt x="1088" y="108"/>
                        <a:pt x="1088" y="72"/>
                      </a:cubicBezTo>
                      <a:cubicBezTo>
                        <a:pt x="1088" y="36"/>
                        <a:pt x="1043" y="0"/>
                        <a:pt x="100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7" name="Google Shape;1167;p20"/>
                <p:cNvSpPr/>
                <p:nvPr/>
              </p:nvSpPr>
              <p:spPr>
                <a:xfrm>
                  <a:off x="5249099" y="3276892"/>
                  <a:ext cx="116050" cy="1388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6" h="11199" extrusionOk="0">
                      <a:moveTo>
                        <a:pt x="73" y="0"/>
                      </a:moveTo>
                      <a:cubicBezTo>
                        <a:pt x="37" y="0"/>
                        <a:pt x="1" y="36"/>
                        <a:pt x="1" y="72"/>
                      </a:cubicBezTo>
                      <a:cubicBezTo>
                        <a:pt x="1" y="108"/>
                        <a:pt x="37" y="153"/>
                        <a:pt x="73" y="153"/>
                      </a:cubicBezTo>
                      <a:lnTo>
                        <a:pt x="118" y="153"/>
                      </a:lnTo>
                      <a:lnTo>
                        <a:pt x="900" y="863"/>
                      </a:lnTo>
                      <a:lnTo>
                        <a:pt x="900" y="1312"/>
                      </a:lnTo>
                      <a:lnTo>
                        <a:pt x="73" y="2094"/>
                      </a:lnTo>
                      <a:lnTo>
                        <a:pt x="73" y="11198"/>
                      </a:lnTo>
                      <a:lnTo>
                        <a:pt x="118" y="11198"/>
                      </a:lnTo>
                      <a:lnTo>
                        <a:pt x="118" y="2130"/>
                      </a:lnTo>
                      <a:lnTo>
                        <a:pt x="936" y="1348"/>
                      </a:lnTo>
                      <a:lnTo>
                        <a:pt x="936" y="827"/>
                      </a:lnTo>
                      <a:lnTo>
                        <a:pt x="154" y="108"/>
                      </a:lnTo>
                      <a:lnTo>
                        <a:pt x="154" y="72"/>
                      </a:lnTo>
                      <a:cubicBezTo>
                        <a:pt x="154" y="36"/>
                        <a:pt x="118" y="0"/>
                        <a:pt x="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8" name="Google Shape;1168;p20"/>
                <p:cNvSpPr/>
                <p:nvPr/>
              </p:nvSpPr>
              <p:spPr>
                <a:xfrm>
                  <a:off x="5002865" y="3230027"/>
                  <a:ext cx="135020" cy="1435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11577" extrusionOk="0">
                      <a:moveTo>
                        <a:pt x="1016" y="1"/>
                      </a:moveTo>
                      <a:cubicBezTo>
                        <a:pt x="980" y="1"/>
                        <a:pt x="935" y="37"/>
                        <a:pt x="935" y="82"/>
                      </a:cubicBezTo>
                      <a:cubicBezTo>
                        <a:pt x="935" y="118"/>
                        <a:pt x="935" y="154"/>
                        <a:pt x="980" y="154"/>
                      </a:cubicBezTo>
                      <a:lnTo>
                        <a:pt x="980" y="5878"/>
                      </a:lnTo>
                      <a:lnTo>
                        <a:pt x="1" y="6777"/>
                      </a:lnTo>
                      <a:lnTo>
                        <a:pt x="1" y="11576"/>
                      </a:lnTo>
                      <a:lnTo>
                        <a:pt x="82" y="11576"/>
                      </a:lnTo>
                      <a:lnTo>
                        <a:pt x="82" y="6822"/>
                      </a:lnTo>
                      <a:lnTo>
                        <a:pt x="1052" y="5923"/>
                      </a:lnTo>
                      <a:lnTo>
                        <a:pt x="1052" y="154"/>
                      </a:lnTo>
                      <a:cubicBezTo>
                        <a:pt x="1088" y="154"/>
                        <a:pt x="1088" y="118"/>
                        <a:pt x="1088" y="82"/>
                      </a:cubicBezTo>
                      <a:cubicBezTo>
                        <a:pt x="1088" y="37"/>
                        <a:pt x="1052" y="1"/>
                        <a:pt x="101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9" name="Google Shape;1169;p20"/>
                <p:cNvSpPr/>
                <p:nvPr/>
              </p:nvSpPr>
              <p:spPr>
                <a:xfrm>
                  <a:off x="5114328" y="4391123"/>
                  <a:ext cx="111586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0" h="2212" extrusionOk="0">
                      <a:moveTo>
                        <a:pt x="81" y="0"/>
                      </a:moveTo>
                      <a:cubicBezTo>
                        <a:pt x="36" y="0"/>
                        <a:pt x="0" y="36"/>
                        <a:pt x="0" y="72"/>
                      </a:cubicBezTo>
                      <a:cubicBezTo>
                        <a:pt x="0" y="108"/>
                        <a:pt x="36" y="153"/>
                        <a:pt x="81" y="153"/>
                      </a:cubicBezTo>
                      <a:lnTo>
                        <a:pt x="81" y="1537"/>
                      </a:lnTo>
                      <a:lnTo>
                        <a:pt x="791" y="2211"/>
                      </a:lnTo>
                      <a:lnTo>
                        <a:pt x="899" y="2211"/>
                      </a:lnTo>
                      <a:lnTo>
                        <a:pt x="153" y="1501"/>
                      </a:lnTo>
                      <a:lnTo>
                        <a:pt x="153" y="108"/>
                      </a:lnTo>
                      <a:lnTo>
                        <a:pt x="153" y="72"/>
                      </a:lnTo>
                      <a:cubicBezTo>
                        <a:pt x="153" y="36"/>
                        <a:pt x="153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0" name="Google Shape;1170;p20"/>
                <p:cNvSpPr/>
                <p:nvPr/>
              </p:nvSpPr>
              <p:spPr>
                <a:xfrm>
                  <a:off x="5648083" y="4219531"/>
                  <a:ext cx="19094" cy="44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3596" extrusionOk="0">
                      <a:moveTo>
                        <a:pt x="81" y="0"/>
                      </a:moveTo>
                      <a:cubicBezTo>
                        <a:pt x="45" y="0"/>
                        <a:pt x="0" y="36"/>
                        <a:pt x="0" y="72"/>
                      </a:cubicBezTo>
                      <a:cubicBezTo>
                        <a:pt x="0" y="108"/>
                        <a:pt x="0" y="108"/>
                        <a:pt x="45" y="144"/>
                      </a:cubicBezTo>
                      <a:lnTo>
                        <a:pt x="45" y="3595"/>
                      </a:lnTo>
                      <a:lnTo>
                        <a:pt x="117" y="3595"/>
                      </a:lnTo>
                      <a:lnTo>
                        <a:pt x="117" y="144"/>
                      </a:lnTo>
                      <a:cubicBezTo>
                        <a:pt x="117" y="108"/>
                        <a:pt x="153" y="108"/>
                        <a:pt x="153" y="72"/>
                      </a:cubicBezTo>
                      <a:cubicBezTo>
                        <a:pt x="153" y="36"/>
                        <a:pt x="117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1" name="Google Shape;1171;p20"/>
                <p:cNvSpPr/>
                <p:nvPr/>
              </p:nvSpPr>
              <p:spPr>
                <a:xfrm>
                  <a:off x="5992389" y="2812206"/>
                  <a:ext cx="274255" cy="1853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2" h="14947" extrusionOk="0">
                      <a:moveTo>
                        <a:pt x="2130" y="1"/>
                      </a:moveTo>
                      <a:cubicBezTo>
                        <a:pt x="2058" y="1"/>
                        <a:pt x="2023" y="37"/>
                        <a:pt x="2023" y="81"/>
                      </a:cubicBezTo>
                      <a:cubicBezTo>
                        <a:pt x="2023" y="117"/>
                        <a:pt x="2058" y="153"/>
                        <a:pt x="2094" y="153"/>
                      </a:cubicBezTo>
                      <a:lnTo>
                        <a:pt x="2094" y="5618"/>
                      </a:lnTo>
                      <a:lnTo>
                        <a:pt x="1160" y="6480"/>
                      </a:lnTo>
                      <a:lnTo>
                        <a:pt x="1160" y="13859"/>
                      </a:lnTo>
                      <a:lnTo>
                        <a:pt x="0" y="14946"/>
                      </a:lnTo>
                      <a:lnTo>
                        <a:pt x="72" y="14946"/>
                      </a:lnTo>
                      <a:lnTo>
                        <a:pt x="1232" y="13895"/>
                      </a:lnTo>
                      <a:lnTo>
                        <a:pt x="1232" y="6480"/>
                      </a:lnTo>
                      <a:lnTo>
                        <a:pt x="2130" y="5653"/>
                      </a:lnTo>
                      <a:lnTo>
                        <a:pt x="2130" y="153"/>
                      </a:lnTo>
                      <a:cubicBezTo>
                        <a:pt x="2166" y="153"/>
                        <a:pt x="2211" y="117"/>
                        <a:pt x="2211" y="81"/>
                      </a:cubicBezTo>
                      <a:cubicBezTo>
                        <a:pt x="2211" y="37"/>
                        <a:pt x="2166" y="1"/>
                        <a:pt x="21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2" name="Google Shape;1172;p20"/>
                <p:cNvSpPr/>
                <p:nvPr/>
              </p:nvSpPr>
              <p:spPr>
                <a:xfrm>
                  <a:off x="5653662" y="2859071"/>
                  <a:ext cx="380014" cy="1806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5" h="14569" extrusionOk="0">
                      <a:moveTo>
                        <a:pt x="971" y="0"/>
                      </a:moveTo>
                      <a:cubicBezTo>
                        <a:pt x="935" y="0"/>
                        <a:pt x="899" y="36"/>
                        <a:pt x="899" y="72"/>
                      </a:cubicBezTo>
                      <a:cubicBezTo>
                        <a:pt x="899" y="108"/>
                        <a:pt x="899" y="108"/>
                        <a:pt x="935" y="153"/>
                      </a:cubicBezTo>
                      <a:lnTo>
                        <a:pt x="935" y="3478"/>
                      </a:lnTo>
                      <a:lnTo>
                        <a:pt x="0" y="4341"/>
                      </a:lnTo>
                      <a:lnTo>
                        <a:pt x="0" y="7450"/>
                      </a:lnTo>
                      <a:lnTo>
                        <a:pt x="935" y="8313"/>
                      </a:lnTo>
                      <a:lnTo>
                        <a:pt x="935" y="14568"/>
                      </a:lnTo>
                      <a:lnTo>
                        <a:pt x="971" y="14568"/>
                      </a:lnTo>
                      <a:lnTo>
                        <a:pt x="971" y="13103"/>
                      </a:lnTo>
                      <a:lnTo>
                        <a:pt x="2130" y="12061"/>
                      </a:lnTo>
                      <a:lnTo>
                        <a:pt x="2130" y="8610"/>
                      </a:lnTo>
                      <a:lnTo>
                        <a:pt x="3065" y="7747"/>
                      </a:lnTo>
                      <a:lnTo>
                        <a:pt x="3065" y="4646"/>
                      </a:lnTo>
                      <a:lnTo>
                        <a:pt x="2130" y="3784"/>
                      </a:lnTo>
                      <a:lnTo>
                        <a:pt x="2130" y="413"/>
                      </a:lnTo>
                      <a:cubicBezTo>
                        <a:pt x="2166" y="413"/>
                        <a:pt x="2202" y="377"/>
                        <a:pt x="2202" y="377"/>
                      </a:cubicBezTo>
                      <a:cubicBezTo>
                        <a:pt x="2202" y="333"/>
                        <a:pt x="2166" y="297"/>
                        <a:pt x="2130" y="297"/>
                      </a:cubicBezTo>
                      <a:cubicBezTo>
                        <a:pt x="2058" y="297"/>
                        <a:pt x="2022" y="333"/>
                        <a:pt x="2022" y="377"/>
                      </a:cubicBezTo>
                      <a:cubicBezTo>
                        <a:pt x="2022" y="377"/>
                        <a:pt x="2058" y="413"/>
                        <a:pt x="2094" y="413"/>
                      </a:cubicBezTo>
                      <a:lnTo>
                        <a:pt x="2094" y="3820"/>
                      </a:lnTo>
                      <a:lnTo>
                        <a:pt x="3029" y="4646"/>
                      </a:lnTo>
                      <a:lnTo>
                        <a:pt x="3029" y="7747"/>
                      </a:lnTo>
                      <a:lnTo>
                        <a:pt x="2094" y="8574"/>
                      </a:lnTo>
                      <a:lnTo>
                        <a:pt x="2094" y="12016"/>
                      </a:lnTo>
                      <a:lnTo>
                        <a:pt x="971" y="13031"/>
                      </a:lnTo>
                      <a:lnTo>
                        <a:pt x="971" y="11836"/>
                      </a:lnTo>
                      <a:lnTo>
                        <a:pt x="1528" y="11342"/>
                      </a:lnTo>
                      <a:lnTo>
                        <a:pt x="1528" y="2849"/>
                      </a:lnTo>
                      <a:cubicBezTo>
                        <a:pt x="1573" y="2849"/>
                        <a:pt x="1573" y="2804"/>
                        <a:pt x="1573" y="2768"/>
                      </a:cubicBezTo>
                      <a:cubicBezTo>
                        <a:pt x="1573" y="2732"/>
                        <a:pt x="1573" y="2696"/>
                        <a:pt x="1492" y="2696"/>
                      </a:cubicBezTo>
                      <a:cubicBezTo>
                        <a:pt x="1456" y="2696"/>
                        <a:pt x="1420" y="2732"/>
                        <a:pt x="1420" y="2768"/>
                      </a:cubicBezTo>
                      <a:cubicBezTo>
                        <a:pt x="1420" y="2804"/>
                        <a:pt x="1456" y="2849"/>
                        <a:pt x="1492" y="2849"/>
                      </a:cubicBezTo>
                      <a:lnTo>
                        <a:pt x="1492" y="11306"/>
                      </a:lnTo>
                      <a:lnTo>
                        <a:pt x="971" y="11755"/>
                      </a:lnTo>
                      <a:lnTo>
                        <a:pt x="971" y="6327"/>
                      </a:lnTo>
                      <a:cubicBezTo>
                        <a:pt x="1007" y="6327"/>
                        <a:pt x="1043" y="6291"/>
                        <a:pt x="1043" y="6255"/>
                      </a:cubicBezTo>
                      <a:cubicBezTo>
                        <a:pt x="1043" y="6219"/>
                        <a:pt x="1007" y="6174"/>
                        <a:pt x="971" y="6174"/>
                      </a:cubicBezTo>
                      <a:cubicBezTo>
                        <a:pt x="935" y="6174"/>
                        <a:pt x="899" y="6219"/>
                        <a:pt x="899" y="6255"/>
                      </a:cubicBezTo>
                      <a:cubicBezTo>
                        <a:pt x="899" y="6291"/>
                        <a:pt x="899" y="6327"/>
                        <a:pt x="935" y="6327"/>
                      </a:cubicBezTo>
                      <a:lnTo>
                        <a:pt x="935" y="8241"/>
                      </a:lnTo>
                      <a:lnTo>
                        <a:pt x="72" y="7450"/>
                      </a:lnTo>
                      <a:lnTo>
                        <a:pt x="72" y="4377"/>
                      </a:lnTo>
                      <a:lnTo>
                        <a:pt x="971" y="3523"/>
                      </a:lnTo>
                      <a:lnTo>
                        <a:pt x="971" y="153"/>
                      </a:lnTo>
                      <a:cubicBezTo>
                        <a:pt x="1007" y="108"/>
                        <a:pt x="1043" y="108"/>
                        <a:pt x="1043" y="72"/>
                      </a:cubicBezTo>
                      <a:cubicBezTo>
                        <a:pt x="1043" y="36"/>
                        <a:pt x="1007" y="0"/>
                        <a:pt x="97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3" name="Google Shape;1173;p20"/>
                <p:cNvSpPr/>
                <p:nvPr/>
              </p:nvSpPr>
              <p:spPr>
                <a:xfrm>
                  <a:off x="5480951" y="3949869"/>
                  <a:ext cx="186225" cy="715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" h="5771" extrusionOk="0">
                      <a:moveTo>
                        <a:pt x="1429" y="0"/>
                      </a:moveTo>
                      <a:cubicBezTo>
                        <a:pt x="1393" y="0"/>
                        <a:pt x="1348" y="36"/>
                        <a:pt x="1348" y="72"/>
                      </a:cubicBezTo>
                      <a:cubicBezTo>
                        <a:pt x="1348" y="117"/>
                        <a:pt x="1348" y="117"/>
                        <a:pt x="1393" y="117"/>
                      </a:cubicBezTo>
                      <a:lnTo>
                        <a:pt x="1393" y="710"/>
                      </a:lnTo>
                      <a:lnTo>
                        <a:pt x="944" y="1124"/>
                      </a:lnTo>
                      <a:lnTo>
                        <a:pt x="944" y="4872"/>
                      </a:lnTo>
                      <a:lnTo>
                        <a:pt x="0" y="5689"/>
                      </a:lnTo>
                      <a:lnTo>
                        <a:pt x="0" y="5770"/>
                      </a:lnTo>
                      <a:lnTo>
                        <a:pt x="81" y="5770"/>
                      </a:lnTo>
                      <a:lnTo>
                        <a:pt x="81" y="5734"/>
                      </a:lnTo>
                      <a:lnTo>
                        <a:pt x="1016" y="4872"/>
                      </a:lnTo>
                      <a:lnTo>
                        <a:pt x="1016" y="1124"/>
                      </a:lnTo>
                      <a:lnTo>
                        <a:pt x="1465" y="710"/>
                      </a:lnTo>
                      <a:lnTo>
                        <a:pt x="1465" y="117"/>
                      </a:lnTo>
                      <a:cubicBezTo>
                        <a:pt x="1465" y="117"/>
                        <a:pt x="1501" y="117"/>
                        <a:pt x="1501" y="72"/>
                      </a:cubicBezTo>
                      <a:cubicBezTo>
                        <a:pt x="1501" y="36"/>
                        <a:pt x="1465" y="0"/>
                        <a:pt x="14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4" name="Google Shape;1174;p20"/>
                <p:cNvSpPr/>
                <p:nvPr/>
              </p:nvSpPr>
              <p:spPr>
                <a:xfrm>
                  <a:off x="5430737" y="3248996"/>
                  <a:ext cx="129440" cy="1416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1424" extrusionOk="0">
                      <a:moveTo>
                        <a:pt x="971" y="1"/>
                      </a:moveTo>
                      <a:cubicBezTo>
                        <a:pt x="900" y="1"/>
                        <a:pt x="855" y="36"/>
                        <a:pt x="855" y="72"/>
                      </a:cubicBezTo>
                      <a:cubicBezTo>
                        <a:pt x="855" y="108"/>
                        <a:pt x="900" y="153"/>
                        <a:pt x="936" y="153"/>
                      </a:cubicBezTo>
                      <a:lnTo>
                        <a:pt x="936" y="10300"/>
                      </a:lnTo>
                      <a:lnTo>
                        <a:pt x="1" y="11163"/>
                      </a:lnTo>
                      <a:lnTo>
                        <a:pt x="1" y="11423"/>
                      </a:lnTo>
                      <a:lnTo>
                        <a:pt x="73" y="11423"/>
                      </a:lnTo>
                      <a:lnTo>
                        <a:pt x="73" y="11163"/>
                      </a:lnTo>
                      <a:lnTo>
                        <a:pt x="971" y="10336"/>
                      </a:lnTo>
                      <a:lnTo>
                        <a:pt x="971" y="153"/>
                      </a:lnTo>
                      <a:cubicBezTo>
                        <a:pt x="1007" y="153"/>
                        <a:pt x="1043" y="108"/>
                        <a:pt x="1043" y="72"/>
                      </a:cubicBezTo>
                      <a:cubicBezTo>
                        <a:pt x="1043" y="36"/>
                        <a:pt x="1007" y="1"/>
                        <a:pt x="97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5" name="Google Shape;1175;p20"/>
                <p:cNvSpPr/>
                <p:nvPr/>
              </p:nvSpPr>
              <p:spPr>
                <a:xfrm>
                  <a:off x="5058658" y="4232921"/>
                  <a:ext cx="79226" cy="4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" h="3488" extrusionOk="0">
                      <a:moveTo>
                        <a:pt x="81" y="0"/>
                      </a:moveTo>
                      <a:cubicBezTo>
                        <a:pt x="36" y="0"/>
                        <a:pt x="0" y="0"/>
                        <a:pt x="0" y="81"/>
                      </a:cubicBezTo>
                      <a:cubicBezTo>
                        <a:pt x="0" y="81"/>
                        <a:pt x="36" y="117"/>
                        <a:pt x="81" y="117"/>
                      </a:cubicBezTo>
                      <a:lnTo>
                        <a:pt x="81" y="3002"/>
                      </a:lnTo>
                      <a:lnTo>
                        <a:pt x="566" y="3487"/>
                      </a:lnTo>
                      <a:lnTo>
                        <a:pt x="638" y="3487"/>
                      </a:lnTo>
                      <a:lnTo>
                        <a:pt x="117" y="3002"/>
                      </a:lnTo>
                      <a:lnTo>
                        <a:pt x="117" y="117"/>
                      </a:lnTo>
                      <a:cubicBezTo>
                        <a:pt x="153" y="117"/>
                        <a:pt x="189" y="81"/>
                        <a:pt x="189" y="81"/>
                      </a:cubicBezTo>
                      <a:cubicBezTo>
                        <a:pt x="189" y="0"/>
                        <a:pt x="153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6" name="Google Shape;1176;p20"/>
                <p:cNvSpPr/>
                <p:nvPr/>
              </p:nvSpPr>
              <p:spPr>
                <a:xfrm>
                  <a:off x="5703752" y="4391123"/>
                  <a:ext cx="19094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2212" extrusionOk="0">
                      <a:moveTo>
                        <a:pt x="82" y="0"/>
                      </a:moveTo>
                      <a:cubicBezTo>
                        <a:pt x="46" y="0"/>
                        <a:pt x="1" y="36"/>
                        <a:pt x="1" y="72"/>
                      </a:cubicBezTo>
                      <a:cubicBezTo>
                        <a:pt x="1" y="72"/>
                        <a:pt x="46" y="108"/>
                        <a:pt x="82" y="108"/>
                      </a:cubicBezTo>
                      <a:lnTo>
                        <a:pt x="82" y="2211"/>
                      </a:lnTo>
                      <a:lnTo>
                        <a:pt x="118" y="2211"/>
                      </a:lnTo>
                      <a:lnTo>
                        <a:pt x="118" y="108"/>
                      </a:lnTo>
                      <a:cubicBezTo>
                        <a:pt x="153" y="108"/>
                        <a:pt x="153" y="72"/>
                        <a:pt x="153" y="72"/>
                      </a:cubicBezTo>
                      <a:cubicBezTo>
                        <a:pt x="153" y="36"/>
                        <a:pt x="118" y="0"/>
                        <a:pt x="8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7" name="Google Shape;1177;p20"/>
                <p:cNvSpPr/>
                <p:nvPr/>
              </p:nvSpPr>
              <p:spPr>
                <a:xfrm>
                  <a:off x="4882600" y="3666817"/>
                  <a:ext cx="134896" cy="998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8054" extrusionOk="0">
                      <a:moveTo>
                        <a:pt x="1007" y="1"/>
                      </a:moveTo>
                      <a:cubicBezTo>
                        <a:pt x="971" y="1"/>
                        <a:pt x="935" y="37"/>
                        <a:pt x="935" y="73"/>
                      </a:cubicBezTo>
                      <a:cubicBezTo>
                        <a:pt x="935" y="109"/>
                        <a:pt x="935" y="109"/>
                        <a:pt x="971" y="154"/>
                      </a:cubicBezTo>
                      <a:lnTo>
                        <a:pt x="971" y="2023"/>
                      </a:lnTo>
                      <a:lnTo>
                        <a:pt x="0" y="2886"/>
                      </a:lnTo>
                      <a:lnTo>
                        <a:pt x="0" y="8053"/>
                      </a:lnTo>
                      <a:lnTo>
                        <a:pt x="72" y="8053"/>
                      </a:lnTo>
                      <a:lnTo>
                        <a:pt x="72" y="2922"/>
                      </a:lnTo>
                      <a:lnTo>
                        <a:pt x="1052" y="2023"/>
                      </a:lnTo>
                      <a:lnTo>
                        <a:pt x="1052" y="154"/>
                      </a:lnTo>
                      <a:cubicBezTo>
                        <a:pt x="1088" y="109"/>
                        <a:pt x="1088" y="109"/>
                        <a:pt x="1088" y="73"/>
                      </a:cubicBezTo>
                      <a:cubicBezTo>
                        <a:pt x="1088" y="37"/>
                        <a:pt x="1052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8" name="Google Shape;1178;p20"/>
                <p:cNvSpPr/>
                <p:nvPr/>
              </p:nvSpPr>
              <p:spPr>
                <a:xfrm>
                  <a:off x="4822343" y="3471793"/>
                  <a:ext cx="135020" cy="11935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9627" extrusionOk="0">
                      <a:moveTo>
                        <a:pt x="1007" y="1"/>
                      </a:moveTo>
                      <a:cubicBezTo>
                        <a:pt x="971" y="1"/>
                        <a:pt x="935" y="1"/>
                        <a:pt x="935" y="73"/>
                      </a:cubicBezTo>
                      <a:cubicBezTo>
                        <a:pt x="935" y="73"/>
                        <a:pt x="935" y="109"/>
                        <a:pt x="971" y="109"/>
                      </a:cubicBezTo>
                      <a:lnTo>
                        <a:pt x="971" y="3407"/>
                      </a:lnTo>
                      <a:lnTo>
                        <a:pt x="1" y="4270"/>
                      </a:lnTo>
                      <a:lnTo>
                        <a:pt x="37" y="4306"/>
                      </a:lnTo>
                      <a:lnTo>
                        <a:pt x="1" y="4306"/>
                      </a:lnTo>
                      <a:lnTo>
                        <a:pt x="1" y="9626"/>
                      </a:lnTo>
                      <a:lnTo>
                        <a:pt x="73" y="9626"/>
                      </a:lnTo>
                      <a:lnTo>
                        <a:pt x="73" y="4306"/>
                      </a:lnTo>
                      <a:lnTo>
                        <a:pt x="1043" y="3407"/>
                      </a:lnTo>
                      <a:lnTo>
                        <a:pt x="1043" y="109"/>
                      </a:lnTo>
                      <a:cubicBezTo>
                        <a:pt x="1088" y="109"/>
                        <a:pt x="1088" y="73"/>
                        <a:pt x="1088" y="73"/>
                      </a:cubicBezTo>
                      <a:cubicBezTo>
                        <a:pt x="1088" y="1"/>
                        <a:pt x="1043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9" name="Google Shape;1179;p20"/>
                <p:cNvSpPr/>
                <p:nvPr/>
              </p:nvSpPr>
              <p:spPr>
                <a:xfrm>
                  <a:off x="6725637" y="4024507"/>
                  <a:ext cx="130432" cy="6408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2" h="5169" extrusionOk="0">
                      <a:moveTo>
                        <a:pt x="971" y="1"/>
                      </a:moveTo>
                      <a:cubicBezTo>
                        <a:pt x="935" y="1"/>
                        <a:pt x="899" y="37"/>
                        <a:pt x="899" y="73"/>
                      </a:cubicBezTo>
                      <a:lnTo>
                        <a:pt x="0" y="935"/>
                      </a:lnTo>
                      <a:lnTo>
                        <a:pt x="0" y="5168"/>
                      </a:lnTo>
                      <a:lnTo>
                        <a:pt x="36" y="5168"/>
                      </a:lnTo>
                      <a:lnTo>
                        <a:pt x="36" y="935"/>
                      </a:lnTo>
                      <a:lnTo>
                        <a:pt x="935" y="108"/>
                      </a:lnTo>
                      <a:lnTo>
                        <a:pt x="971" y="144"/>
                      </a:lnTo>
                      <a:cubicBezTo>
                        <a:pt x="1016" y="144"/>
                        <a:pt x="1052" y="108"/>
                        <a:pt x="1052" y="73"/>
                      </a:cubicBezTo>
                      <a:cubicBezTo>
                        <a:pt x="1052" y="37"/>
                        <a:pt x="1016" y="1"/>
                        <a:pt x="97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0" name="Google Shape;1180;p20"/>
                <p:cNvSpPr/>
                <p:nvPr/>
              </p:nvSpPr>
              <p:spPr>
                <a:xfrm>
                  <a:off x="5941183" y="3304664"/>
                  <a:ext cx="269667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5" h="10975" extrusionOk="0">
                      <a:moveTo>
                        <a:pt x="2094" y="1"/>
                      </a:moveTo>
                      <a:cubicBezTo>
                        <a:pt x="2058" y="1"/>
                        <a:pt x="2022" y="37"/>
                        <a:pt x="2022" y="73"/>
                      </a:cubicBezTo>
                      <a:cubicBezTo>
                        <a:pt x="2022" y="109"/>
                        <a:pt x="2022" y="109"/>
                        <a:pt x="2058" y="154"/>
                      </a:cubicBezTo>
                      <a:lnTo>
                        <a:pt x="2058" y="1457"/>
                      </a:lnTo>
                      <a:lnTo>
                        <a:pt x="1123" y="2320"/>
                      </a:lnTo>
                      <a:lnTo>
                        <a:pt x="1123" y="9923"/>
                      </a:lnTo>
                      <a:lnTo>
                        <a:pt x="0" y="10974"/>
                      </a:lnTo>
                      <a:lnTo>
                        <a:pt x="72" y="10974"/>
                      </a:lnTo>
                      <a:lnTo>
                        <a:pt x="1195" y="9923"/>
                      </a:lnTo>
                      <a:lnTo>
                        <a:pt x="1195" y="2320"/>
                      </a:lnTo>
                      <a:lnTo>
                        <a:pt x="2094" y="1457"/>
                      </a:lnTo>
                      <a:lnTo>
                        <a:pt x="2094" y="154"/>
                      </a:lnTo>
                      <a:cubicBezTo>
                        <a:pt x="2175" y="154"/>
                        <a:pt x="2175" y="109"/>
                        <a:pt x="2175" y="73"/>
                      </a:cubicBezTo>
                      <a:cubicBezTo>
                        <a:pt x="2175" y="37"/>
                        <a:pt x="2130" y="1"/>
                        <a:pt x="2094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1" name="Google Shape;1181;p20"/>
                <p:cNvSpPr/>
                <p:nvPr/>
              </p:nvSpPr>
              <p:spPr>
                <a:xfrm>
                  <a:off x="6414682" y="2640614"/>
                  <a:ext cx="357821" cy="2024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6" h="16331" extrusionOk="0">
                      <a:moveTo>
                        <a:pt x="2805" y="1"/>
                      </a:moveTo>
                      <a:cubicBezTo>
                        <a:pt x="2769" y="1"/>
                        <a:pt x="2733" y="36"/>
                        <a:pt x="2733" y="72"/>
                      </a:cubicBezTo>
                      <a:cubicBezTo>
                        <a:pt x="2733" y="117"/>
                        <a:pt x="2769" y="153"/>
                        <a:pt x="2769" y="153"/>
                      </a:cubicBezTo>
                      <a:lnTo>
                        <a:pt x="2769" y="2814"/>
                      </a:lnTo>
                      <a:lnTo>
                        <a:pt x="2319" y="3218"/>
                      </a:lnTo>
                      <a:lnTo>
                        <a:pt x="2319" y="4872"/>
                      </a:lnTo>
                      <a:lnTo>
                        <a:pt x="1421" y="5734"/>
                      </a:lnTo>
                      <a:lnTo>
                        <a:pt x="1421" y="8610"/>
                      </a:lnTo>
                      <a:lnTo>
                        <a:pt x="899" y="8125"/>
                      </a:lnTo>
                      <a:lnTo>
                        <a:pt x="899" y="5168"/>
                      </a:lnTo>
                      <a:lnTo>
                        <a:pt x="935" y="5132"/>
                      </a:lnTo>
                      <a:cubicBezTo>
                        <a:pt x="935" y="5096"/>
                        <a:pt x="899" y="5060"/>
                        <a:pt x="863" y="5060"/>
                      </a:cubicBezTo>
                      <a:cubicBezTo>
                        <a:pt x="827" y="5060"/>
                        <a:pt x="782" y="5096"/>
                        <a:pt x="782" y="5132"/>
                      </a:cubicBezTo>
                      <a:cubicBezTo>
                        <a:pt x="782" y="5132"/>
                        <a:pt x="782" y="5168"/>
                        <a:pt x="827" y="5168"/>
                      </a:cubicBezTo>
                      <a:lnTo>
                        <a:pt x="827" y="6031"/>
                      </a:lnTo>
                      <a:lnTo>
                        <a:pt x="37" y="5321"/>
                      </a:lnTo>
                      <a:lnTo>
                        <a:pt x="37" y="4872"/>
                      </a:lnTo>
                      <a:lnTo>
                        <a:pt x="827" y="4117"/>
                      </a:lnTo>
                      <a:lnTo>
                        <a:pt x="863" y="4162"/>
                      </a:lnTo>
                      <a:cubicBezTo>
                        <a:pt x="899" y="4162"/>
                        <a:pt x="935" y="4117"/>
                        <a:pt x="935" y="4081"/>
                      </a:cubicBezTo>
                      <a:cubicBezTo>
                        <a:pt x="935" y="4045"/>
                        <a:pt x="899" y="4009"/>
                        <a:pt x="863" y="4009"/>
                      </a:cubicBezTo>
                      <a:cubicBezTo>
                        <a:pt x="827" y="4009"/>
                        <a:pt x="782" y="4045"/>
                        <a:pt x="782" y="4081"/>
                      </a:cubicBezTo>
                      <a:lnTo>
                        <a:pt x="1" y="4836"/>
                      </a:lnTo>
                      <a:lnTo>
                        <a:pt x="1" y="5357"/>
                      </a:lnTo>
                      <a:lnTo>
                        <a:pt x="827" y="6103"/>
                      </a:lnTo>
                      <a:lnTo>
                        <a:pt x="827" y="8125"/>
                      </a:lnTo>
                      <a:lnTo>
                        <a:pt x="1421" y="8691"/>
                      </a:lnTo>
                      <a:lnTo>
                        <a:pt x="1421" y="16330"/>
                      </a:lnTo>
                      <a:lnTo>
                        <a:pt x="1457" y="16330"/>
                      </a:lnTo>
                      <a:lnTo>
                        <a:pt x="1457" y="5734"/>
                      </a:lnTo>
                      <a:lnTo>
                        <a:pt x="2400" y="4872"/>
                      </a:lnTo>
                      <a:lnTo>
                        <a:pt x="2400" y="3263"/>
                      </a:lnTo>
                      <a:lnTo>
                        <a:pt x="2850" y="2849"/>
                      </a:lnTo>
                      <a:lnTo>
                        <a:pt x="2850" y="153"/>
                      </a:lnTo>
                      <a:cubicBezTo>
                        <a:pt x="2886" y="153"/>
                        <a:pt x="2886" y="117"/>
                        <a:pt x="2886" y="72"/>
                      </a:cubicBezTo>
                      <a:cubicBezTo>
                        <a:pt x="2886" y="36"/>
                        <a:pt x="2850" y="1"/>
                        <a:pt x="280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2" name="Google Shape;1182;p20"/>
                <p:cNvSpPr/>
                <p:nvPr/>
              </p:nvSpPr>
              <p:spPr>
                <a:xfrm>
                  <a:off x="6650874" y="3857378"/>
                  <a:ext cx="117166" cy="807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5" h="6517" extrusionOk="0">
                      <a:moveTo>
                        <a:pt x="82" y="1"/>
                      </a:moveTo>
                      <a:cubicBezTo>
                        <a:pt x="46" y="1"/>
                        <a:pt x="1" y="36"/>
                        <a:pt x="1" y="72"/>
                      </a:cubicBezTo>
                      <a:cubicBezTo>
                        <a:pt x="1" y="108"/>
                        <a:pt x="46" y="144"/>
                        <a:pt x="82" y="144"/>
                      </a:cubicBezTo>
                      <a:lnTo>
                        <a:pt x="118" y="144"/>
                      </a:lnTo>
                      <a:lnTo>
                        <a:pt x="900" y="863"/>
                      </a:lnTo>
                      <a:lnTo>
                        <a:pt x="900" y="1313"/>
                      </a:lnTo>
                      <a:lnTo>
                        <a:pt x="118" y="2023"/>
                      </a:lnTo>
                      <a:lnTo>
                        <a:pt x="118" y="1160"/>
                      </a:lnTo>
                      <a:cubicBezTo>
                        <a:pt x="154" y="1160"/>
                        <a:pt x="154" y="1160"/>
                        <a:pt x="154" y="1124"/>
                      </a:cubicBezTo>
                      <a:cubicBezTo>
                        <a:pt x="154" y="1088"/>
                        <a:pt x="118" y="1043"/>
                        <a:pt x="82" y="1043"/>
                      </a:cubicBezTo>
                      <a:cubicBezTo>
                        <a:pt x="46" y="1043"/>
                        <a:pt x="1" y="1088"/>
                        <a:pt x="1" y="1124"/>
                      </a:cubicBezTo>
                      <a:cubicBezTo>
                        <a:pt x="1" y="1160"/>
                        <a:pt x="1" y="1160"/>
                        <a:pt x="46" y="1160"/>
                      </a:cubicBezTo>
                      <a:lnTo>
                        <a:pt x="46" y="6516"/>
                      </a:lnTo>
                      <a:lnTo>
                        <a:pt x="118" y="6516"/>
                      </a:lnTo>
                      <a:lnTo>
                        <a:pt x="118" y="2095"/>
                      </a:lnTo>
                      <a:lnTo>
                        <a:pt x="945" y="1349"/>
                      </a:lnTo>
                      <a:lnTo>
                        <a:pt x="945" y="818"/>
                      </a:lnTo>
                      <a:lnTo>
                        <a:pt x="154" y="108"/>
                      </a:lnTo>
                      <a:lnTo>
                        <a:pt x="154" y="72"/>
                      </a:lnTo>
                      <a:cubicBezTo>
                        <a:pt x="154" y="36"/>
                        <a:pt x="118" y="1"/>
                        <a:pt x="8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3" name="Google Shape;1183;p20"/>
                <p:cNvSpPr/>
                <p:nvPr/>
              </p:nvSpPr>
              <p:spPr>
                <a:xfrm>
                  <a:off x="5369489" y="2728642"/>
                  <a:ext cx="134896" cy="1936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15621" extrusionOk="0">
                      <a:moveTo>
                        <a:pt x="81" y="1"/>
                      </a:moveTo>
                      <a:cubicBezTo>
                        <a:pt x="45" y="1"/>
                        <a:pt x="1" y="36"/>
                        <a:pt x="1" y="81"/>
                      </a:cubicBezTo>
                      <a:cubicBezTo>
                        <a:pt x="1" y="117"/>
                        <a:pt x="45" y="117"/>
                        <a:pt x="81" y="153"/>
                      </a:cubicBezTo>
                      <a:lnTo>
                        <a:pt x="81" y="3523"/>
                      </a:lnTo>
                      <a:lnTo>
                        <a:pt x="980" y="4386"/>
                      </a:lnTo>
                      <a:lnTo>
                        <a:pt x="980" y="12133"/>
                      </a:lnTo>
                      <a:lnTo>
                        <a:pt x="81" y="12996"/>
                      </a:lnTo>
                      <a:lnTo>
                        <a:pt x="81" y="15620"/>
                      </a:lnTo>
                      <a:lnTo>
                        <a:pt x="117" y="15620"/>
                      </a:lnTo>
                      <a:lnTo>
                        <a:pt x="117" y="15171"/>
                      </a:lnTo>
                      <a:lnTo>
                        <a:pt x="1052" y="14308"/>
                      </a:lnTo>
                      <a:lnTo>
                        <a:pt x="1052" y="13032"/>
                      </a:lnTo>
                      <a:cubicBezTo>
                        <a:pt x="1088" y="13032"/>
                        <a:pt x="1088" y="12996"/>
                        <a:pt x="1088" y="12960"/>
                      </a:cubicBezTo>
                      <a:cubicBezTo>
                        <a:pt x="1088" y="12924"/>
                        <a:pt x="1052" y="12888"/>
                        <a:pt x="1016" y="12888"/>
                      </a:cubicBezTo>
                      <a:cubicBezTo>
                        <a:pt x="980" y="12888"/>
                        <a:pt x="944" y="12924"/>
                        <a:pt x="944" y="12960"/>
                      </a:cubicBezTo>
                      <a:cubicBezTo>
                        <a:pt x="944" y="12996"/>
                        <a:pt x="980" y="13032"/>
                        <a:pt x="980" y="13032"/>
                      </a:cubicBezTo>
                      <a:lnTo>
                        <a:pt x="980" y="14308"/>
                      </a:lnTo>
                      <a:lnTo>
                        <a:pt x="117" y="15090"/>
                      </a:lnTo>
                      <a:lnTo>
                        <a:pt x="117" y="12996"/>
                      </a:lnTo>
                      <a:lnTo>
                        <a:pt x="1052" y="12133"/>
                      </a:lnTo>
                      <a:lnTo>
                        <a:pt x="1052" y="4350"/>
                      </a:lnTo>
                      <a:lnTo>
                        <a:pt x="117" y="3523"/>
                      </a:lnTo>
                      <a:lnTo>
                        <a:pt x="117" y="153"/>
                      </a:lnTo>
                      <a:cubicBezTo>
                        <a:pt x="153" y="117"/>
                        <a:pt x="189" y="117"/>
                        <a:pt x="189" y="81"/>
                      </a:cubicBezTo>
                      <a:cubicBezTo>
                        <a:pt x="189" y="36"/>
                        <a:pt x="153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4" name="Google Shape;1184;p20"/>
                <p:cNvSpPr/>
                <p:nvPr/>
              </p:nvSpPr>
              <p:spPr>
                <a:xfrm>
                  <a:off x="6256477" y="3304664"/>
                  <a:ext cx="283182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4" h="10975" extrusionOk="0">
                      <a:moveTo>
                        <a:pt x="710" y="1"/>
                      </a:moveTo>
                      <a:cubicBezTo>
                        <a:pt x="638" y="1"/>
                        <a:pt x="638" y="1"/>
                        <a:pt x="638" y="37"/>
                      </a:cubicBezTo>
                      <a:cubicBezTo>
                        <a:pt x="638" y="109"/>
                        <a:pt x="638" y="109"/>
                        <a:pt x="710" y="109"/>
                      </a:cubicBezTo>
                      <a:lnTo>
                        <a:pt x="755" y="109"/>
                      </a:lnTo>
                      <a:lnTo>
                        <a:pt x="1609" y="936"/>
                      </a:lnTo>
                      <a:lnTo>
                        <a:pt x="1609" y="8422"/>
                      </a:lnTo>
                      <a:lnTo>
                        <a:pt x="117" y="9815"/>
                      </a:lnTo>
                      <a:lnTo>
                        <a:pt x="117" y="9321"/>
                      </a:lnTo>
                      <a:lnTo>
                        <a:pt x="1277" y="8242"/>
                      </a:lnTo>
                      <a:lnTo>
                        <a:pt x="1277" y="1277"/>
                      </a:lnTo>
                      <a:cubicBezTo>
                        <a:pt x="1313" y="1277"/>
                        <a:pt x="1348" y="1232"/>
                        <a:pt x="1348" y="1232"/>
                      </a:cubicBezTo>
                      <a:cubicBezTo>
                        <a:pt x="1348" y="1196"/>
                        <a:pt x="1313" y="1160"/>
                        <a:pt x="1277" y="1160"/>
                      </a:cubicBezTo>
                      <a:cubicBezTo>
                        <a:pt x="1205" y="1160"/>
                        <a:pt x="1160" y="1196"/>
                        <a:pt x="1160" y="1232"/>
                      </a:cubicBezTo>
                      <a:cubicBezTo>
                        <a:pt x="1160" y="1232"/>
                        <a:pt x="1205" y="1277"/>
                        <a:pt x="1241" y="1277"/>
                      </a:cubicBezTo>
                      <a:lnTo>
                        <a:pt x="1241" y="8242"/>
                      </a:lnTo>
                      <a:lnTo>
                        <a:pt x="117" y="9249"/>
                      </a:lnTo>
                      <a:lnTo>
                        <a:pt x="117" y="7523"/>
                      </a:lnTo>
                      <a:cubicBezTo>
                        <a:pt x="153" y="7487"/>
                        <a:pt x="153" y="7487"/>
                        <a:pt x="153" y="7451"/>
                      </a:cubicBezTo>
                      <a:cubicBezTo>
                        <a:pt x="153" y="7415"/>
                        <a:pt x="153" y="7379"/>
                        <a:pt x="81" y="7379"/>
                      </a:cubicBezTo>
                      <a:cubicBezTo>
                        <a:pt x="36" y="7379"/>
                        <a:pt x="0" y="7415"/>
                        <a:pt x="0" y="7451"/>
                      </a:cubicBezTo>
                      <a:cubicBezTo>
                        <a:pt x="0" y="7487"/>
                        <a:pt x="36" y="7487"/>
                        <a:pt x="81" y="7523"/>
                      </a:cubicBezTo>
                      <a:lnTo>
                        <a:pt x="81" y="10974"/>
                      </a:lnTo>
                      <a:lnTo>
                        <a:pt x="117" y="10974"/>
                      </a:lnTo>
                      <a:lnTo>
                        <a:pt x="117" y="9887"/>
                      </a:lnTo>
                      <a:lnTo>
                        <a:pt x="2247" y="7937"/>
                      </a:lnTo>
                      <a:lnTo>
                        <a:pt x="2247" y="5133"/>
                      </a:lnTo>
                      <a:cubicBezTo>
                        <a:pt x="2247" y="5133"/>
                        <a:pt x="2283" y="5097"/>
                        <a:pt x="2283" y="5052"/>
                      </a:cubicBezTo>
                      <a:cubicBezTo>
                        <a:pt x="2283" y="5016"/>
                        <a:pt x="2247" y="5016"/>
                        <a:pt x="2211" y="5016"/>
                      </a:cubicBezTo>
                      <a:cubicBezTo>
                        <a:pt x="2175" y="5016"/>
                        <a:pt x="2139" y="5016"/>
                        <a:pt x="2139" y="5052"/>
                      </a:cubicBezTo>
                      <a:cubicBezTo>
                        <a:pt x="2139" y="5097"/>
                        <a:pt x="2139" y="5133"/>
                        <a:pt x="2175" y="5133"/>
                      </a:cubicBezTo>
                      <a:lnTo>
                        <a:pt x="2175" y="7901"/>
                      </a:lnTo>
                      <a:lnTo>
                        <a:pt x="1690" y="8350"/>
                      </a:lnTo>
                      <a:lnTo>
                        <a:pt x="1690" y="936"/>
                      </a:lnTo>
                      <a:lnTo>
                        <a:pt x="791" y="73"/>
                      </a:lnTo>
                      <a:lnTo>
                        <a:pt x="791" y="37"/>
                      </a:lnTo>
                      <a:cubicBezTo>
                        <a:pt x="791" y="1"/>
                        <a:pt x="755" y="1"/>
                        <a:pt x="71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5" name="Google Shape;1185;p20"/>
                <p:cNvSpPr/>
                <p:nvPr/>
              </p:nvSpPr>
              <p:spPr>
                <a:xfrm>
                  <a:off x="6200808" y="3930900"/>
                  <a:ext cx="18970" cy="734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5924" extrusionOk="0">
                      <a:moveTo>
                        <a:pt x="81" y="1"/>
                      </a:moveTo>
                      <a:cubicBezTo>
                        <a:pt x="36" y="1"/>
                        <a:pt x="0" y="46"/>
                        <a:pt x="0" y="82"/>
                      </a:cubicBezTo>
                      <a:cubicBezTo>
                        <a:pt x="0" y="118"/>
                        <a:pt x="0" y="153"/>
                        <a:pt x="36" y="153"/>
                      </a:cubicBezTo>
                      <a:lnTo>
                        <a:pt x="36" y="5923"/>
                      </a:lnTo>
                      <a:lnTo>
                        <a:pt x="117" y="5923"/>
                      </a:lnTo>
                      <a:lnTo>
                        <a:pt x="117" y="153"/>
                      </a:lnTo>
                      <a:cubicBezTo>
                        <a:pt x="117" y="153"/>
                        <a:pt x="153" y="118"/>
                        <a:pt x="153" y="82"/>
                      </a:cubicBezTo>
                      <a:cubicBezTo>
                        <a:pt x="153" y="46"/>
                        <a:pt x="117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6" name="Google Shape;1186;p20"/>
                <p:cNvSpPr/>
                <p:nvPr/>
              </p:nvSpPr>
              <p:spPr>
                <a:xfrm>
                  <a:off x="4942732" y="3109764"/>
                  <a:ext cx="134896" cy="15556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12547" extrusionOk="0">
                      <a:moveTo>
                        <a:pt x="1016" y="0"/>
                      </a:moveTo>
                      <a:cubicBezTo>
                        <a:pt x="971" y="0"/>
                        <a:pt x="935" y="36"/>
                        <a:pt x="935" y="72"/>
                      </a:cubicBezTo>
                      <a:cubicBezTo>
                        <a:pt x="935" y="108"/>
                        <a:pt x="935" y="153"/>
                        <a:pt x="971" y="153"/>
                      </a:cubicBezTo>
                      <a:lnTo>
                        <a:pt x="971" y="6669"/>
                      </a:lnTo>
                      <a:lnTo>
                        <a:pt x="0" y="7567"/>
                      </a:lnTo>
                      <a:lnTo>
                        <a:pt x="0" y="12546"/>
                      </a:lnTo>
                      <a:lnTo>
                        <a:pt x="72" y="12546"/>
                      </a:lnTo>
                      <a:lnTo>
                        <a:pt x="72" y="7603"/>
                      </a:lnTo>
                      <a:lnTo>
                        <a:pt x="1052" y="6705"/>
                      </a:lnTo>
                      <a:lnTo>
                        <a:pt x="1052" y="153"/>
                      </a:lnTo>
                      <a:cubicBezTo>
                        <a:pt x="1088" y="153"/>
                        <a:pt x="1088" y="108"/>
                        <a:pt x="1088" y="72"/>
                      </a:cubicBezTo>
                      <a:cubicBezTo>
                        <a:pt x="1088" y="36"/>
                        <a:pt x="1052" y="0"/>
                        <a:pt x="101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7" name="Google Shape;1187;p20"/>
                <p:cNvSpPr/>
                <p:nvPr/>
              </p:nvSpPr>
              <p:spPr>
                <a:xfrm>
                  <a:off x="6772379" y="3309128"/>
                  <a:ext cx="129440" cy="1356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0939" extrusionOk="0">
                      <a:moveTo>
                        <a:pt x="72" y="1"/>
                      </a:moveTo>
                      <a:cubicBezTo>
                        <a:pt x="36" y="1"/>
                        <a:pt x="1" y="37"/>
                        <a:pt x="1" y="73"/>
                      </a:cubicBezTo>
                      <a:cubicBezTo>
                        <a:pt x="1" y="118"/>
                        <a:pt x="36" y="118"/>
                        <a:pt x="36" y="154"/>
                      </a:cubicBezTo>
                      <a:lnTo>
                        <a:pt x="36" y="3524"/>
                      </a:lnTo>
                      <a:lnTo>
                        <a:pt x="971" y="4387"/>
                      </a:lnTo>
                      <a:lnTo>
                        <a:pt x="971" y="7451"/>
                      </a:lnTo>
                      <a:lnTo>
                        <a:pt x="36" y="8314"/>
                      </a:lnTo>
                      <a:lnTo>
                        <a:pt x="36" y="10938"/>
                      </a:lnTo>
                      <a:lnTo>
                        <a:pt x="108" y="10938"/>
                      </a:lnTo>
                      <a:lnTo>
                        <a:pt x="108" y="8314"/>
                      </a:lnTo>
                      <a:lnTo>
                        <a:pt x="1043" y="7451"/>
                      </a:lnTo>
                      <a:lnTo>
                        <a:pt x="1043" y="4342"/>
                      </a:lnTo>
                      <a:lnTo>
                        <a:pt x="108" y="3488"/>
                      </a:lnTo>
                      <a:lnTo>
                        <a:pt x="108" y="154"/>
                      </a:lnTo>
                      <a:cubicBezTo>
                        <a:pt x="144" y="118"/>
                        <a:pt x="144" y="118"/>
                        <a:pt x="144" y="73"/>
                      </a:cubicBezTo>
                      <a:cubicBezTo>
                        <a:pt x="144" y="37"/>
                        <a:pt x="108" y="1"/>
                        <a:pt x="7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188" name="Google Shape;1188;p20"/>
          <p:cNvGrpSpPr/>
          <p:nvPr/>
        </p:nvGrpSpPr>
        <p:grpSpPr>
          <a:xfrm>
            <a:off x="967271" y="614136"/>
            <a:ext cx="7097311" cy="4151288"/>
            <a:chOff x="967271" y="614136"/>
            <a:chExt cx="7097311" cy="4151288"/>
          </a:xfrm>
        </p:grpSpPr>
        <p:grpSp>
          <p:nvGrpSpPr>
            <p:cNvPr id="1189" name="Google Shape;1189;p20"/>
            <p:cNvGrpSpPr/>
            <p:nvPr/>
          </p:nvGrpSpPr>
          <p:grpSpPr>
            <a:xfrm>
              <a:off x="7931671" y="4566045"/>
              <a:ext cx="132911" cy="199379"/>
              <a:chOff x="2778349" y="5640986"/>
              <a:chExt cx="508847" cy="763610"/>
            </a:xfrm>
          </p:grpSpPr>
          <p:sp>
            <p:nvSpPr>
              <p:cNvPr id="1190" name="Google Shape;1190;p20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20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92" name="Google Shape;1192;p20"/>
            <p:cNvGrpSpPr/>
            <p:nvPr/>
          </p:nvGrpSpPr>
          <p:grpSpPr>
            <a:xfrm>
              <a:off x="5914820" y="4329995"/>
              <a:ext cx="171685" cy="257566"/>
              <a:chOff x="2778349" y="5640986"/>
              <a:chExt cx="508847" cy="763610"/>
            </a:xfrm>
          </p:grpSpPr>
          <p:sp>
            <p:nvSpPr>
              <p:cNvPr id="1193" name="Google Shape;1193;p20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20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95" name="Google Shape;1195;p20"/>
            <p:cNvGrpSpPr/>
            <p:nvPr/>
          </p:nvGrpSpPr>
          <p:grpSpPr>
            <a:xfrm>
              <a:off x="967271" y="4566045"/>
              <a:ext cx="132911" cy="199379"/>
              <a:chOff x="2778349" y="5640986"/>
              <a:chExt cx="508847" cy="763610"/>
            </a:xfrm>
          </p:grpSpPr>
          <p:sp>
            <p:nvSpPr>
              <p:cNvPr id="1196" name="Google Shape;1196;p20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20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98" name="Google Shape;1198;p20"/>
            <p:cNvGrpSpPr/>
            <p:nvPr/>
          </p:nvGrpSpPr>
          <p:grpSpPr>
            <a:xfrm>
              <a:off x="7931671" y="614136"/>
              <a:ext cx="132911" cy="199379"/>
              <a:chOff x="2778349" y="5640986"/>
              <a:chExt cx="508847" cy="763610"/>
            </a:xfrm>
          </p:grpSpPr>
          <p:sp>
            <p:nvSpPr>
              <p:cNvPr id="1199" name="Google Shape;1199;p20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20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1" name="Google Shape;1201;p20"/>
            <p:cNvGrpSpPr/>
            <p:nvPr/>
          </p:nvGrpSpPr>
          <p:grpSpPr>
            <a:xfrm>
              <a:off x="5914820" y="672410"/>
              <a:ext cx="171685" cy="257566"/>
              <a:chOff x="2778349" y="5640986"/>
              <a:chExt cx="508847" cy="763610"/>
            </a:xfrm>
          </p:grpSpPr>
          <p:sp>
            <p:nvSpPr>
              <p:cNvPr id="1202" name="Google Shape;1202;p20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20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4" name="Google Shape;1204;p20"/>
            <p:cNvGrpSpPr/>
            <p:nvPr/>
          </p:nvGrpSpPr>
          <p:grpSpPr>
            <a:xfrm>
              <a:off x="967271" y="614136"/>
              <a:ext cx="132911" cy="199379"/>
              <a:chOff x="2778349" y="5640986"/>
              <a:chExt cx="508847" cy="763610"/>
            </a:xfrm>
          </p:grpSpPr>
          <p:sp>
            <p:nvSpPr>
              <p:cNvPr id="1205" name="Google Shape;1205;p20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20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13619A-204E-7A0E-2061-DA80A94FE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6867AEB-F37C-4E24-CCBD-ECB5AF74EA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A48A059-F6AC-0349-4BEA-670C120AD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C9D1-F16B-4982-971E-BC9A9901B077}" type="datetimeFigureOut">
              <a:rPr lang="it-IT" smtClean="0"/>
              <a:t>14/01/26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437F912-E882-D8C8-0D06-941BF1893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6AD61D7-5505-DD54-51C8-0C39560AC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A4358-5F9F-4283-A43E-EEA25BFF93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9916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600" y="445025"/>
            <a:ext cx="7702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600" y="1152475"/>
            <a:ext cx="7702800" cy="34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■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■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■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6" r:id="rId4"/>
    <p:sldLayoutId id="2147483658" r:id="rId5"/>
    <p:sldLayoutId id="2147483659" r:id="rId6"/>
    <p:sldLayoutId id="2147483660" r:id="rId7"/>
    <p:sldLayoutId id="2147483661" r:id="rId8"/>
    <p:sldLayoutId id="2147483663" r:id="rId9"/>
    <p:sldLayoutId id="2147483665" r:id="rId10"/>
    <p:sldLayoutId id="2147483666" r:id="rId11"/>
    <p:sldLayoutId id="214748367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Federica-DeSimone/FakeNews-Checker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7" name="Google Shape;1217;p24"/>
          <p:cNvGrpSpPr/>
          <p:nvPr/>
        </p:nvGrpSpPr>
        <p:grpSpPr>
          <a:xfrm>
            <a:off x="7461226" y="301"/>
            <a:ext cx="1682777" cy="5143232"/>
            <a:chOff x="7461226" y="301"/>
            <a:chExt cx="1682777" cy="5143232"/>
          </a:xfrm>
        </p:grpSpPr>
        <p:grpSp>
          <p:nvGrpSpPr>
            <p:cNvPr id="1218" name="Google Shape;1218;p24"/>
            <p:cNvGrpSpPr/>
            <p:nvPr/>
          </p:nvGrpSpPr>
          <p:grpSpPr>
            <a:xfrm rot="-5400000">
              <a:off x="5730999" y="1730529"/>
              <a:ext cx="5143232" cy="1682777"/>
              <a:chOff x="713356" y="2640614"/>
              <a:chExt cx="6188463" cy="2024758"/>
            </a:xfrm>
          </p:grpSpPr>
          <p:sp>
            <p:nvSpPr>
              <p:cNvPr id="1219" name="Google Shape;1219;p24"/>
              <p:cNvSpPr/>
              <p:nvPr/>
            </p:nvSpPr>
            <p:spPr>
              <a:xfrm>
                <a:off x="3169251" y="3444021"/>
                <a:ext cx="134896" cy="1221352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9851" extrusionOk="0">
                    <a:moveTo>
                      <a:pt x="1007" y="0"/>
                    </a:moveTo>
                    <a:cubicBezTo>
                      <a:pt x="935" y="0"/>
                      <a:pt x="899" y="36"/>
                      <a:pt x="899" y="72"/>
                    </a:cubicBezTo>
                    <a:lnTo>
                      <a:pt x="935" y="108"/>
                    </a:lnTo>
                    <a:lnTo>
                      <a:pt x="0" y="935"/>
                    </a:lnTo>
                    <a:lnTo>
                      <a:pt x="0" y="9850"/>
                    </a:lnTo>
                    <a:lnTo>
                      <a:pt x="72" y="9850"/>
                    </a:lnTo>
                    <a:lnTo>
                      <a:pt x="72" y="935"/>
                    </a:lnTo>
                    <a:lnTo>
                      <a:pt x="971" y="153"/>
                    </a:lnTo>
                    <a:lnTo>
                      <a:pt x="1007" y="153"/>
                    </a:lnTo>
                    <a:cubicBezTo>
                      <a:pt x="1043" y="153"/>
                      <a:pt x="1088" y="108"/>
                      <a:pt x="1088" y="72"/>
                    </a:cubicBezTo>
                    <a:cubicBezTo>
                      <a:pt x="1088" y="36"/>
                      <a:pt x="1043" y="0"/>
                      <a:pt x="100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24"/>
              <p:cNvSpPr/>
              <p:nvPr/>
            </p:nvSpPr>
            <p:spPr>
              <a:xfrm>
                <a:off x="3094488" y="3276892"/>
                <a:ext cx="116050" cy="1388480"/>
              </a:xfrm>
              <a:custGeom>
                <a:avLst/>
                <a:gdLst/>
                <a:ahLst/>
                <a:cxnLst/>
                <a:rect l="l" t="t" r="r" b="b"/>
                <a:pathLst>
                  <a:path w="936" h="11199" extrusionOk="0">
                    <a:moveTo>
                      <a:pt x="73" y="0"/>
                    </a:moveTo>
                    <a:cubicBezTo>
                      <a:pt x="37" y="0"/>
                      <a:pt x="1" y="36"/>
                      <a:pt x="1" y="72"/>
                    </a:cubicBezTo>
                    <a:cubicBezTo>
                      <a:pt x="1" y="108"/>
                      <a:pt x="37" y="153"/>
                      <a:pt x="73" y="153"/>
                    </a:cubicBezTo>
                    <a:lnTo>
                      <a:pt x="118" y="153"/>
                    </a:lnTo>
                    <a:lnTo>
                      <a:pt x="900" y="863"/>
                    </a:lnTo>
                    <a:lnTo>
                      <a:pt x="900" y="1312"/>
                    </a:lnTo>
                    <a:lnTo>
                      <a:pt x="73" y="2094"/>
                    </a:lnTo>
                    <a:lnTo>
                      <a:pt x="73" y="11198"/>
                    </a:lnTo>
                    <a:lnTo>
                      <a:pt x="118" y="11198"/>
                    </a:lnTo>
                    <a:lnTo>
                      <a:pt x="118" y="2130"/>
                    </a:lnTo>
                    <a:lnTo>
                      <a:pt x="936" y="1348"/>
                    </a:lnTo>
                    <a:lnTo>
                      <a:pt x="936" y="827"/>
                    </a:lnTo>
                    <a:lnTo>
                      <a:pt x="154" y="108"/>
                    </a:lnTo>
                    <a:lnTo>
                      <a:pt x="154" y="72"/>
                    </a:lnTo>
                    <a:cubicBezTo>
                      <a:pt x="154" y="36"/>
                      <a:pt x="118" y="0"/>
                      <a:pt x="7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24"/>
              <p:cNvSpPr/>
              <p:nvPr/>
            </p:nvSpPr>
            <p:spPr>
              <a:xfrm>
                <a:off x="2848254" y="3230027"/>
                <a:ext cx="135020" cy="1435345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11577" extrusionOk="0">
                    <a:moveTo>
                      <a:pt x="1016" y="1"/>
                    </a:moveTo>
                    <a:cubicBezTo>
                      <a:pt x="980" y="1"/>
                      <a:pt x="935" y="37"/>
                      <a:pt x="935" y="82"/>
                    </a:cubicBezTo>
                    <a:cubicBezTo>
                      <a:pt x="935" y="118"/>
                      <a:pt x="935" y="154"/>
                      <a:pt x="980" y="154"/>
                    </a:cubicBezTo>
                    <a:lnTo>
                      <a:pt x="980" y="5878"/>
                    </a:lnTo>
                    <a:lnTo>
                      <a:pt x="1" y="6777"/>
                    </a:lnTo>
                    <a:lnTo>
                      <a:pt x="1" y="11576"/>
                    </a:lnTo>
                    <a:lnTo>
                      <a:pt x="82" y="11576"/>
                    </a:lnTo>
                    <a:lnTo>
                      <a:pt x="82" y="6822"/>
                    </a:lnTo>
                    <a:lnTo>
                      <a:pt x="1052" y="5923"/>
                    </a:lnTo>
                    <a:lnTo>
                      <a:pt x="1052" y="154"/>
                    </a:lnTo>
                    <a:cubicBezTo>
                      <a:pt x="1088" y="154"/>
                      <a:pt x="1088" y="118"/>
                      <a:pt x="1088" y="82"/>
                    </a:cubicBezTo>
                    <a:cubicBezTo>
                      <a:pt x="1088" y="37"/>
                      <a:pt x="1052" y="1"/>
                      <a:pt x="101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24"/>
              <p:cNvSpPr/>
              <p:nvPr/>
            </p:nvSpPr>
            <p:spPr>
              <a:xfrm>
                <a:off x="2959716" y="4391123"/>
                <a:ext cx="111587" cy="274249"/>
              </a:xfrm>
              <a:custGeom>
                <a:avLst/>
                <a:gdLst/>
                <a:ahLst/>
                <a:cxnLst/>
                <a:rect l="l" t="t" r="r" b="b"/>
                <a:pathLst>
                  <a:path w="900" h="2212" extrusionOk="0">
                    <a:moveTo>
                      <a:pt x="81" y="0"/>
                    </a:moveTo>
                    <a:cubicBezTo>
                      <a:pt x="36" y="0"/>
                      <a:pt x="0" y="36"/>
                      <a:pt x="0" y="72"/>
                    </a:cubicBezTo>
                    <a:cubicBezTo>
                      <a:pt x="0" y="108"/>
                      <a:pt x="36" y="153"/>
                      <a:pt x="81" y="153"/>
                    </a:cubicBezTo>
                    <a:lnTo>
                      <a:pt x="81" y="1537"/>
                    </a:lnTo>
                    <a:lnTo>
                      <a:pt x="791" y="2211"/>
                    </a:lnTo>
                    <a:lnTo>
                      <a:pt x="899" y="2211"/>
                    </a:lnTo>
                    <a:lnTo>
                      <a:pt x="153" y="1501"/>
                    </a:lnTo>
                    <a:lnTo>
                      <a:pt x="153" y="108"/>
                    </a:lnTo>
                    <a:lnTo>
                      <a:pt x="153" y="72"/>
                    </a:lnTo>
                    <a:cubicBezTo>
                      <a:pt x="153" y="36"/>
                      <a:pt x="153" y="0"/>
                      <a:pt x="8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24"/>
              <p:cNvSpPr/>
              <p:nvPr/>
            </p:nvSpPr>
            <p:spPr>
              <a:xfrm>
                <a:off x="3493472" y="4219531"/>
                <a:ext cx="19094" cy="445841"/>
              </a:xfrm>
              <a:custGeom>
                <a:avLst/>
                <a:gdLst/>
                <a:ahLst/>
                <a:cxnLst/>
                <a:rect l="l" t="t" r="r" b="b"/>
                <a:pathLst>
                  <a:path w="154" h="3596" extrusionOk="0">
                    <a:moveTo>
                      <a:pt x="81" y="0"/>
                    </a:moveTo>
                    <a:cubicBezTo>
                      <a:pt x="45" y="0"/>
                      <a:pt x="0" y="36"/>
                      <a:pt x="0" y="72"/>
                    </a:cubicBezTo>
                    <a:cubicBezTo>
                      <a:pt x="0" y="108"/>
                      <a:pt x="0" y="108"/>
                      <a:pt x="45" y="144"/>
                    </a:cubicBezTo>
                    <a:lnTo>
                      <a:pt x="45" y="3595"/>
                    </a:lnTo>
                    <a:lnTo>
                      <a:pt x="117" y="3595"/>
                    </a:lnTo>
                    <a:lnTo>
                      <a:pt x="117" y="144"/>
                    </a:lnTo>
                    <a:cubicBezTo>
                      <a:pt x="117" y="108"/>
                      <a:pt x="153" y="108"/>
                      <a:pt x="153" y="72"/>
                    </a:cubicBezTo>
                    <a:cubicBezTo>
                      <a:pt x="153" y="36"/>
                      <a:pt x="117" y="0"/>
                      <a:pt x="8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24"/>
              <p:cNvSpPr/>
              <p:nvPr/>
            </p:nvSpPr>
            <p:spPr>
              <a:xfrm>
                <a:off x="3837778" y="2812206"/>
                <a:ext cx="274255" cy="1853166"/>
              </a:xfrm>
              <a:custGeom>
                <a:avLst/>
                <a:gdLst/>
                <a:ahLst/>
                <a:cxnLst/>
                <a:rect l="l" t="t" r="r" b="b"/>
                <a:pathLst>
                  <a:path w="2212" h="14947" extrusionOk="0">
                    <a:moveTo>
                      <a:pt x="2130" y="1"/>
                    </a:moveTo>
                    <a:cubicBezTo>
                      <a:pt x="2058" y="1"/>
                      <a:pt x="2023" y="37"/>
                      <a:pt x="2023" y="81"/>
                    </a:cubicBezTo>
                    <a:cubicBezTo>
                      <a:pt x="2023" y="117"/>
                      <a:pt x="2058" y="153"/>
                      <a:pt x="2094" y="153"/>
                    </a:cubicBezTo>
                    <a:lnTo>
                      <a:pt x="2094" y="5618"/>
                    </a:lnTo>
                    <a:lnTo>
                      <a:pt x="1160" y="6480"/>
                    </a:lnTo>
                    <a:lnTo>
                      <a:pt x="1160" y="13859"/>
                    </a:lnTo>
                    <a:lnTo>
                      <a:pt x="0" y="14946"/>
                    </a:lnTo>
                    <a:lnTo>
                      <a:pt x="72" y="14946"/>
                    </a:lnTo>
                    <a:lnTo>
                      <a:pt x="1232" y="13895"/>
                    </a:lnTo>
                    <a:lnTo>
                      <a:pt x="1232" y="6480"/>
                    </a:lnTo>
                    <a:lnTo>
                      <a:pt x="2130" y="5653"/>
                    </a:lnTo>
                    <a:lnTo>
                      <a:pt x="2130" y="153"/>
                    </a:lnTo>
                    <a:cubicBezTo>
                      <a:pt x="2166" y="153"/>
                      <a:pt x="2211" y="117"/>
                      <a:pt x="2211" y="81"/>
                    </a:cubicBezTo>
                    <a:cubicBezTo>
                      <a:pt x="2211" y="37"/>
                      <a:pt x="2166" y="1"/>
                      <a:pt x="21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24"/>
              <p:cNvSpPr/>
              <p:nvPr/>
            </p:nvSpPr>
            <p:spPr>
              <a:xfrm>
                <a:off x="3499051" y="2859071"/>
                <a:ext cx="380014" cy="1806301"/>
              </a:xfrm>
              <a:custGeom>
                <a:avLst/>
                <a:gdLst/>
                <a:ahLst/>
                <a:cxnLst/>
                <a:rect l="l" t="t" r="r" b="b"/>
                <a:pathLst>
                  <a:path w="3065" h="14569" extrusionOk="0">
                    <a:moveTo>
                      <a:pt x="971" y="0"/>
                    </a:moveTo>
                    <a:cubicBezTo>
                      <a:pt x="935" y="0"/>
                      <a:pt x="899" y="36"/>
                      <a:pt x="899" y="72"/>
                    </a:cubicBezTo>
                    <a:cubicBezTo>
                      <a:pt x="899" y="108"/>
                      <a:pt x="899" y="108"/>
                      <a:pt x="935" y="153"/>
                    </a:cubicBezTo>
                    <a:lnTo>
                      <a:pt x="935" y="3478"/>
                    </a:lnTo>
                    <a:lnTo>
                      <a:pt x="0" y="4341"/>
                    </a:lnTo>
                    <a:lnTo>
                      <a:pt x="0" y="7450"/>
                    </a:lnTo>
                    <a:lnTo>
                      <a:pt x="935" y="8313"/>
                    </a:lnTo>
                    <a:lnTo>
                      <a:pt x="935" y="14568"/>
                    </a:lnTo>
                    <a:lnTo>
                      <a:pt x="971" y="14568"/>
                    </a:lnTo>
                    <a:lnTo>
                      <a:pt x="971" y="13103"/>
                    </a:lnTo>
                    <a:lnTo>
                      <a:pt x="2130" y="12061"/>
                    </a:lnTo>
                    <a:lnTo>
                      <a:pt x="2130" y="8610"/>
                    </a:lnTo>
                    <a:lnTo>
                      <a:pt x="3065" y="7747"/>
                    </a:lnTo>
                    <a:lnTo>
                      <a:pt x="3065" y="4646"/>
                    </a:lnTo>
                    <a:lnTo>
                      <a:pt x="2130" y="3784"/>
                    </a:lnTo>
                    <a:lnTo>
                      <a:pt x="2130" y="413"/>
                    </a:lnTo>
                    <a:cubicBezTo>
                      <a:pt x="2166" y="413"/>
                      <a:pt x="2202" y="377"/>
                      <a:pt x="2202" y="377"/>
                    </a:cubicBezTo>
                    <a:cubicBezTo>
                      <a:pt x="2202" y="333"/>
                      <a:pt x="2166" y="297"/>
                      <a:pt x="2130" y="297"/>
                    </a:cubicBezTo>
                    <a:cubicBezTo>
                      <a:pt x="2058" y="297"/>
                      <a:pt x="2022" y="333"/>
                      <a:pt x="2022" y="377"/>
                    </a:cubicBezTo>
                    <a:cubicBezTo>
                      <a:pt x="2022" y="377"/>
                      <a:pt x="2058" y="413"/>
                      <a:pt x="2094" y="413"/>
                    </a:cubicBezTo>
                    <a:lnTo>
                      <a:pt x="2094" y="3820"/>
                    </a:lnTo>
                    <a:lnTo>
                      <a:pt x="3029" y="4646"/>
                    </a:lnTo>
                    <a:lnTo>
                      <a:pt x="3029" y="7747"/>
                    </a:lnTo>
                    <a:lnTo>
                      <a:pt x="2094" y="8574"/>
                    </a:lnTo>
                    <a:lnTo>
                      <a:pt x="2094" y="12016"/>
                    </a:lnTo>
                    <a:lnTo>
                      <a:pt x="971" y="13031"/>
                    </a:lnTo>
                    <a:lnTo>
                      <a:pt x="971" y="11836"/>
                    </a:lnTo>
                    <a:lnTo>
                      <a:pt x="1528" y="11342"/>
                    </a:lnTo>
                    <a:lnTo>
                      <a:pt x="1528" y="2849"/>
                    </a:lnTo>
                    <a:cubicBezTo>
                      <a:pt x="1573" y="2849"/>
                      <a:pt x="1573" y="2804"/>
                      <a:pt x="1573" y="2768"/>
                    </a:cubicBezTo>
                    <a:cubicBezTo>
                      <a:pt x="1573" y="2732"/>
                      <a:pt x="1573" y="2696"/>
                      <a:pt x="1492" y="2696"/>
                    </a:cubicBezTo>
                    <a:cubicBezTo>
                      <a:pt x="1456" y="2696"/>
                      <a:pt x="1420" y="2732"/>
                      <a:pt x="1420" y="2768"/>
                    </a:cubicBezTo>
                    <a:cubicBezTo>
                      <a:pt x="1420" y="2804"/>
                      <a:pt x="1456" y="2849"/>
                      <a:pt x="1492" y="2849"/>
                    </a:cubicBezTo>
                    <a:lnTo>
                      <a:pt x="1492" y="11306"/>
                    </a:lnTo>
                    <a:lnTo>
                      <a:pt x="971" y="11755"/>
                    </a:lnTo>
                    <a:lnTo>
                      <a:pt x="971" y="6327"/>
                    </a:lnTo>
                    <a:cubicBezTo>
                      <a:pt x="1007" y="6327"/>
                      <a:pt x="1043" y="6291"/>
                      <a:pt x="1043" y="6255"/>
                    </a:cubicBezTo>
                    <a:cubicBezTo>
                      <a:pt x="1043" y="6219"/>
                      <a:pt x="1007" y="6174"/>
                      <a:pt x="971" y="6174"/>
                    </a:cubicBezTo>
                    <a:cubicBezTo>
                      <a:pt x="935" y="6174"/>
                      <a:pt x="899" y="6219"/>
                      <a:pt x="899" y="6255"/>
                    </a:cubicBezTo>
                    <a:cubicBezTo>
                      <a:pt x="899" y="6291"/>
                      <a:pt x="899" y="6327"/>
                      <a:pt x="935" y="6327"/>
                    </a:cubicBezTo>
                    <a:lnTo>
                      <a:pt x="935" y="8241"/>
                    </a:lnTo>
                    <a:lnTo>
                      <a:pt x="72" y="7450"/>
                    </a:lnTo>
                    <a:lnTo>
                      <a:pt x="72" y="4377"/>
                    </a:lnTo>
                    <a:lnTo>
                      <a:pt x="971" y="3523"/>
                    </a:lnTo>
                    <a:lnTo>
                      <a:pt x="971" y="153"/>
                    </a:lnTo>
                    <a:cubicBezTo>
                      <a:pt x="1007" y="108"/>
                      <a:pt x="1043" y="108"/>
                      <a:pt x="1043" y="72"/>
                    </a:cubicBezTo>
                    <a:cubicBezTo>
                      <a:pt x="1043" y="36"/>
                      <a:pt x="1007" y="0"/>
                      <a:pt x="97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24"/>
              <p:cNvSpPr/>
              <p:nvPr/>
            </p:nvSpPr>
            <p:spPr>
              <a:xfrm>
                <a:off x="3326340" y="3949869"/>
                <a:ext cx="186225" cy="715503"/>
              </a:xfrm>
              <a:custGeom>
                <a:avLst/>
                <a:gdLst/>
                <a:ahLst/>
                <a:cxnLst/>
                <a:rect l="l" t="t" r="r" b="b"/>
                <a:pathLst>
                  <a:path w="1502" h="5771" extrusionOk="0">
                    <a:moveTo>
                      <a:pt x="1429" y="0"/>
                    </a:moveTo>
                    <a:cubicBezTo>
                      <a:pt x="1393" y="0"/>
                      <a:pt x="1348" y="36"/>
                      <a:pt x="1348" y="72"/>
                    </a:cubicBezTo>
                    <a:cubicBezTo>
                      <a:pt x="1348" y="117"/>
                      <a:pt x="1348" y="117"/>
                      <a:pt x="1393" y="117"/>
                    </a:cubicBezTo>
                    <a:lnTo>
                      <a:pt x="1393" y="710"/>
                    </a:lnTo>
                    <a:lnTo>
                      <a:pt x="944" y="1124"/>
                    </a:lnTo>
                    <a:lnTo>
                      <a:pt x="944" y="4872"/>
                    </a:lnTo>
                    <a:lnTo>
                      <a:pt x="0" y="5689"/>
                    </a:lnTo>
                    <a:lnTo>
                      <a:pt x="0" y="5770"/>
                    </a:lnTo>
                    <a:lnTo>
                      <a:pt x="81" y="5770"/>
                    </a:lnTo>
                    <a:lnTo>
                      <a:pt x="81" y="5734"/>
                    </a:lnTo>
                    <a:lnTo>
                      <a:pt x="1016" y="4872"/>
                    </a:lnTo>
                    <a:lnTo>
                      <a:pt x="1016" y="1124"/>
                    </a:lnTo>
                    <a:lnTo>
                      <a:pt x="1465" y="710"/>
                    </a:lnTo>
                    <a:lnTo>
                      <a:pt x="1465" y="117"/>
                    </a:lnTo>
                    <a:cubicBezTo>
                      <a:pt x="1465" y="117"/>
                      <a:pt x="1501" y="117"/>
                      <a:pt x="1501" y="72"/>
                    </a:cubicBezTo>
                    <a:cubicBezTo>
                      <a:pt x="1501" y="36"/>
                      <a:pt x="1465" y="0"/>
                      <a:pt x="14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24"/>
              <p:cNvSpPr/>
              <p:nvPr/>
            </p:nvSpPr>
            <p:spPr>
              <a:xfrm>
                <a:off x="3276126" y="3248996"/>
                <a:ext cx="129440" cy="1416376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1424" extrusionOk="0">
                    <a:moveTo>
                      <a:pt x="971" y="1"/>
                    </a:moveTo>
                    <a:cubicBezTo>
                      <a:pt x="900" y="1"/>
                      <a:pt x="855" y="36"/>
                      <a:pt x="855" y="72"/>
                    </a:cubicBezTo>
                    <a:cubicBezTo>
                      <a:pt x="855" y="108"/>
                      <a:pt x="900" y="153"/>
                      <a:pt x="936" y="153"/>
                    </a:cubicBezTo>
                    <a:lnTo>
                      <a:pt x="936" y="10300"/>
                    </a:lnTo>
                    <a:lnTo>
                      <a:pt x="1" y="11163"/>
                    </a:lnTo>
                    <a:lnTo>
                      <a:pt x="1" y="11423"/>
                    </a:lnTo>
                    <a:lnTo>
                      <a:pt x="73" y="11423"/>
                    </a:lnTo>
                    <a:lnTo>
                      <a:pt x="73" y="11163"/>
                    </a:lnTo>
                    <a:lnTo>
                      <a:pt x="971" y="10336"/>
                    </a:lnTo>
                    <a:lnTo>
                      <a:pt x="971" y="153"/>
                    </a:lnTo>
                    <a:cubicBezTo>
                      <a:pt x="1007" y="153"/>
                      <a:pt x="1043" y="108"/>
                      <a:pt x="1043" y="72"/>
                    </a:cubicBezTo>
                    <a:cubicBezTo>
                      <a:pt x="1043" y="36"/>
                      <a:pt x="1007" y="1"/>
                      <a:pt x="97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24"/>
              <p:cNvSpPr/>
              <p:nvPr/>
            </p:nvSpPr>
            <p:spPr>
              <a:xfrm>
                <a:off x="2904047" y="4232921"/>
                <a:ext cx="79226" cy="432451"/>
              </a:xfrm>
              <a:custGeom>
                <a:avLst/>
                <a:gdLst/>
                <a:ahLst/>
                <a:cxnLst/>
                <a:rect l="l" t="t" r="r" b="b"/>
                <a:pathLst>
                  <a:path w="639" h="3488" extrusionOk="0">
                    <a:moveTo>
                      <a:pt x="81" y="0"/>
                    </a:moveTo>
                    <a:cubicBezTo>
                      <a:pt x="36" y="0"/>
                      <a:pt x="0" y="0"/>
                      <a:pt x="0" y="81"/>
                    </a:cubicBezTo>
                    <a:cubicBezTo>
                      <a:pt x="0" y="81"/>
                      <a:pt x="36" y="117"/>
                      <a:pt x="81" y="117"/>
                    </a:cubicBezTo>
                    <a:lnTo>
                      <a:pt x="81" y="3002"/>
                    </a:lnTo>
                    <a:lnTo>
                      <a:pt x="566" y="3487"/>
                    </a:lnTo>
                    <a:lnTo>
                      <a:pt x="638" y="3487"/>
                    </a:lnTo>
                    <a:lnTo>
                      <a:pt x="117" y="3002"/>
                    </a:lnTo>
                    <a:lnTo>
                      <a:pt x="117" y="117"/>
                    </a:lnTo>
                    <a:cubicBezTo>
                      <a:pt x="153" y="117"/>
                      <a:pt x="189" y="81"/>
                      <a:pt x="189" y="81"/>
                    </a:cubicBezTo>
                    <a:cubicBezTo>
                      <a:pt x="189" y="0"/>
                      <a:pt x="153" y="0"/>
                      <a:pt x="8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24"/>
              <p:cNvSpPr/>
              <p:nvPr/>
            </p:nvSpPr>
            <p:spPr>
              <a:xfrm>
                <a:off x="3549141" y="4391123"/>
                <a:ext cx="19094" cy="274249"/>
              </a:xfrm>
              <a:custGeom>
                <a:avLst/>
                <a:gdLst/>
                <a:ahLst/>
                <a:cxnLst/>
                <a:rect l="l" t="t" r="r" b="b"/>
                <a:pathLst>
                  <a:path w="154" h="2212" extrusionOk="0">
                    <a:moveTo>
                      <a:pt x="82" y="0"/>
                    </a:moveTo>
                    <a:cubicBezTo>
                      <a:pt x="46" y="0"/>
                      <a:pt x="1" y="36"/>
                      <a:pt x="1" y="72"/>
                    </a:cubicBezTo>
                    <a:cubicBezTo>
                      <a:pt x="1" y="72"/>
                      <a:pt x="46" y="108"/>
                      <a:pt x="82" y="108"/>
                    </a:cubicBezTo>
                    <a:lnTo>
                      <a:pt x="82" y="2211"/>
                    </a:lnTo>
                    <a:lnTo>
                      <a:pt x="118" y="2211"/>
                    </a:lnTo>
                    <a:lnTo>
                      <a:pt x="118" y="108"/>
                    </a:lnTo>
                    <a:cubicBezTo>
                      <a:pt x="153" y="108"/>
                      <a:pt x="153" y="72"/>
                      <a:pt x="153" y="72"/>
                    </a:cubicBezTo>
                    <a:cubicBezTo>
                      <a:pt x="153" y="36"/>
                      <a:pt x="118" y="0"/>
                      <a:pt x="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24"/>
              <p:cNvSpPr/>
              <p:nvPr/>
            </p:nvSpPr>
            <p:spPr>
              <a:xfrm>
                <a:off x="2727988" y="3666817"/>
                <a:ext cx="134896" cy="998555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8054" extrusionOk="0">
                    <a:moveTo>
                      <a:pt x="1007" y="1"/>
                    </a:moveTo>
                    <a:cubicBezTo>
                      <a:pt x="971" y="1"/>
                      <a:pt x="935" y="37"/>
                      <a:pt x="935" y="73"/>
                    </a:cubicBezTo>
                    <a:cubicBezTo>
                      <a:pt x="935" y="109"/>
                      <a:pt x="935" y="109"/>
                      <a:pt x="971" y="154"/>
                    </a:cubicBezTo>
                    <a:lnTo>
                      <a:pt x="971" y="2023"/>
                    </a:lnTo>
                    <a:lnTo>
                      <a:pt x="0" y="2886"/>
                    </a:lnTo>
                    <a:lnTo>
                      <a:pt x="0" y="8053"/>
                    </a:lnTo>
                    <a:lnTo>
                      <a:pt x="72" y="8053"/>
                    </a:lnTo>
                    <a:lnTo>
                      <a:pt x="72" y="2922"/>
                    </a:lnTo>
                    <a:lnTo>
                      <a:pt x="1052" y="2023"/>
                    </a:lnTo>
                    <a:lnTo>
                      <a:pt x="1052" y="154"/>
                    </a:lnTo>
                    <a:cubicBezTo>
                      <a:pt x="1088" y="109"/>
                      <a:pt x="1088" y="109"/>
                      <a:pt x="1088" y="73"/>
                    </a:cubicBezTo>
                    <a:cubicBezTo>
                      <a:pt x="1088" y="37"/>
                      <a:pt x="1052" y="1"/>
                      <a:pt x="100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24"/>
              <p:cNvSpPr/>
              <p:nvPr/>
            </p:nvSpPr>
            <p:spPr>
              <a:xfrm>
                <a:off x="842548" y="3857378"/>
                <a:ext cx="121629" cy="807994"/>
              </a:xfrm>
              <a:custGeom>
                <a:avLst/>
                <a:gdLst/>
                <a:ahLst/>
                <a:cxnLst/>
                <a:rect l="l" t="t" r="r" b="b"/>
                <a:pathLst>
                  <a:path w="981" h="6517" extrusionOk="0">
                    <a:moveTo>
                      <a:pt x="899" y="1"/>
                    </a:moveTo>
                    <a:cubicBezTo>
                      <a:pt x="827" y="1"/>
                      <a:pt x="827" y="36"/>
                      <a:pt x="827" y="72"/>
                    </a:cubicBezTo>
                    <a:lnTo>
                      <a:pt x="827" y="108"/>
                    </a:lnTo>
                    <a:lnTo>
                      <a:pt x="1" y="818"/>
                    </a:lnTo>
                    <a:lnTo>
                      <a:pt x="1" y="1349"/>
                    </a:lnTo>
                    <a:lnTo>
                      <a:pt x="863" y="2095"/>
                    </a:lnTo>
                    <a:lnTo>
                      <a:pt x="863" y="6516"/>
                    </a:lnTo>
                    <a:lnTo>
                      <a:pt x="899" y="6516"/>
                    </a:lnTo>
                    <a:lnTo>
                      <a:pt x="899" y="1160"/>
                    </a:lnTo>
                    <a:cubicBezTo>
                      <a:pt x="935" y="1160"/>
                      <a:pt x="980" y="1160"/>
                      <a:pt x="980" y="1124"/>
                    </a:cubicBezTo>
                    <a:cubicBezTo>
                      <a:pt x="980" y="1088"/>
                      <a:pt x="935" y="1043"/>
                      <a:pt x="899" y="1043"/>
                    </a:cubicBezTo>
                    <a:cubicBezTo>
                      <a:pt x="827" y="1043"/>
                      <a:pt x="827" y="1088"/>
                      <a:pt x="827" y="1124"/>
                    </a:cubicBezTo>
                    <a:cubicBezTo>
                      <a:pt x="827" y="1160"/>
                      <a:pt x="827" y="1160"/>
                      <a:pt x="863" y="1160"/>
                    </a:cubicBezTo>
                    <a:lnTo>
                      <a:pt x="863" y="2023"/>
                    </a:lnTo>
                    <a:lnTo>
                      <a:pt x="82" y="1313"/>
                    </a:lnTo>
                    <a:lnTo>
                      <a:pt x="82" y="863"/>
                    </a:lnTo>
                    <a:lnTo>
                      <a:pt x="863" y="144"/>
                    </a:lnTo>
                    <a:lnTo>
                      <a:pt x="899" y="144"/>
                    </a:lnTo>
                    <a:cubicBezTo>
                      <a:pt x="935" y="144"/>
                      <a:pt x="980" y="108"/>
                      <a:pt x="980" y="72"/>
                    </a:cubicBezTo>
                    <a:cubicBezTo>
                      <a:pt x="980" y="36"/>
                      <a:pt x="935" y="1"/>
                      <a:pt x="89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24"/>
              <p:cNvSpPr/>
              <p:nvPr/>
            </p:nvSpPr>
            <p:spPr>
              <a:xfrm>
                <a:off x="838085" y="2640614"/>
                <a:ext cx="362284" cy="2024758"/>
              </a:xfrm>
              <a:custGeom>
                <a:avLst/>
                <a:gdLst/>
                <a:ahLst/>
                <a:cxnLst/>
                <a:rect l="l" t="t" r="r" b="b"/>
                <a:pathLst>
                  <a:path w="2922" h="16331" extrusionOk="0">
                    <a:moveTo>
                      <a:pt x="73" y="1"/>
                    </a:moveTo>
                    <a:cubicBezTo>
                      <a:pt x="37" y="1"/>
                      <a:pt x="1" y="36"/>
                      <a:pt x="1" y="72"/>
                    </a:cubicBezTo>
                    <a:cubicBezTo>
                      <a:pt x="1" y="117"/>
                      <a:pt x="37" y="153"/>
                      <a:pt x="73" y="153"/>
                    </a:cubicBezTo>
                    <a:lnTo>
                      <a:pt x="73" y="2849"/>
                    </a:lnTo>
                    <a:lnTo>
                      <a:pt x="522" y="3263"/>
                    </a:lnTo>
                    <a:lnTo>
                      <a:pt x="522" y="4872"/>
                    </a:lnTo>
                    <a:lnTo>
                      <a:pt x="1421" y="5734"/>
                    </a:lnTo>
                    <a:lnTo>
                      <a:pt x="1421" y="16330"/>
                    </a:lnTo>
                    <a:lnTo>
                      <a:pt x="1502" y="16330"/>
                    </a:lnTo>
                    <a:lnTo>
                      <a:pt x="1502" y="8691"/>
                    </a:lnTo>
                    <a:lnTo>
                      <a:pt x="2095" y="8125"/>
                    </a:lnTo>
                    <a:lnTo>
                      <a:pt x="2095" y="6103"/>
                    </a:lnTo>
                    <a:lnTo>
                      <a:pt x="2922" y="5357"/>
                    </a:lnTo>
                    <a:lnTo>
                      <a:pt x="2922" y="4836"/>
                    </a:lnTo>
                    <a:lnTo>
                      <a:pt x="2140" y="4081"/>
                    </a:lnTo>
                    <a:cubicBezTo>
                      <a:pt x="2140" y="4045"/>
                      <a:pt x="2095" y="4009"/>
                      <a:pt x="2059" y="4009"/>
                    </a:cubicBezTo>
                    <a:cubicBezTo>
                      <a:pt x="2023" y="4009"/>
                      <a:pt x="1987" y="4045"/>
                      <a:pt x="1987" y="4081"/>
                    </a:cubicBezTo>
                    <a:cubicBezTo>
                      <a:pt x="1987" y="4117"/>
                      <a:pt x="2023" y="4162"/>
                      <a:pt x="2059" y="4162"/>
                    </a:cubicBezTo>
                    <a:lnTo>
                      <a:pt x="2095" y="4117"/>
                    </a:lnTo>
                    <a:lnTo>
                      <a:pt x="2850" y="4872"/>
                    </a:lnTo>
                    <a:lnTo>
                      <a:pt x="2850" y="5321"/>
                    </a:lnTo>
                    <a:lnTo>
                      <a:pt x="2095" y="6031"/>
                    </a:lnTo>
                    <a:lnTo>
                      <a:pt x="2095" y="5168"/>
                    </a:lnTo>
                    <a:lnTo>
                      <a:pt x="2140" y="5132"/>
                    </a:lnTo>
                    <a:cubicBezTo>
                      <a:pt x="2140" y="5096"/>
                      <a:pt x="2095" y="5060"/>
                      <a:pt x="2059" y="5060"/>
                    </a:cubicBezTo>
                    <a:cubicBezTo>
                      <a:pt x="2023" y="5060"/>
                      <a:pt x="1987" y="5096"/>
                      <a:pt x="1987" y="5132"/>
                    </a:cubicBezTo>
                    <a:cubicBezTo>
                      <a:pt x="1987" y="5132"/>
                      <a:pt x="1987" y="5168"/>
                      <a:pt x="2023" y="5168"/>
                    </a:cubicBezTo>
                    <a:lnTo>
                      <a:pt x="2023" y="8125"/>
                    </a:lnTo>
                    <a:lnTo>
                      <a:pt x="1502" y="8610"/>
                    </a:lnTo>
                    <a:lnTo>
                      <a:pt x="1502" y="5734"/>
                    </a:lnTo>
                    <a:lnTo>
                      <a:pt x="567" y="4872"/>
                    </a:lnTo>
                    <a:lnTo>
                      <a:pt x="567" y="3218"/>
                    </a:lnTo>
                    <a:lnTo>
                      <a:pt x="118" y="2814"/>
                    </a:lnTo>
                    <a:lnTo>
                      <a:pt x="118" y="153"/>
                    </a:lnTo>
                    <a:cubicBezTo>
                      <a:pt x="153" y="153"/>
                      <a:pt x="189" y="117"/>
                      <a:pt x="189" y="72"/>
                    </a:cubicBezTo>
                    <a:cubicBezTo>
                      <a:pt x="189" y="36"/>
                      <a:pt x="153" y="1"/>
                      <a:pt x="7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24"/>
              <p:cNvSpPr/>
              <p:nvPr/>
            </p:nvSpPr>
            <p:spPr>
              <a:xfrm>
                <a:off x="713356" y="3309128"/>
                <a:ext cx="129316" cy="1356245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10939" extrusionOk="0">
                    <a:moveTo>
                      <a:pt x="935" y="1"/>
                    </a:moveTo>
                    <a:cubicBezTo>
                      <a:pt x="899" y="1"/>
                      <a:pt x="854" y="37"/>
                      <a:pt x="854" y="73"/>
                    </a:cubicBezTo>
                    <a:cubicBezTo>
                      <a:pt x="854" y="118"/>
                      <a:pt x="899" y="118"/>
                      <a:pt x="935" y="154"/>
                    </a:cubicBezTo>
                    <a:lnTo>
                      <a:pt x="935" y="3488"/>
                    </a:lnTo>
                    <a:lnTo>
                      <a:pt x="0" y="4342"/>
                    </a:lnTo>
                    <a:lnTo>
                      <a:pt x="0" y="7451"/>
                    </a:lnTo>
                    <a:lnTo>
                      <a:pt x="935" y="8314"/>
                    </a:lnTo>
                    <a:lnTo>
                      <a:pt x="935" y="10938"/>
                    </a:lnTo>
                    <a:lnTo>
                      <a:pt x="971" y="10938"/>
                    </a:lnTo>
                    <a:lnTo>
                      <a:pt x="971" y="8314"/>
                    </a:lnTo>
                    <a:lnTo>
                      <a:pt x="36" y="7451"/>
                    </a:lnTo>
                    <a:lnTo>
                      <a:pt x="36" y="4387"/>
                    </a:lnTo>
                    <a:lnTo>
                      <a:pt x="971" y="3524"/>
                    </a:lnTo>
                    <a:lnTo>
                      <a:pt x="971" y="154"/>
                    </a:lnTo>
                    <a:cubicBezTo>
                      <a:pt x="1007" y="118"/>
                      <a:pt x="1043" y="118"/>
                      <a:pt x="1043" y="73"/>
                    </a:cubicBezTo>
                    <a:cubicBezTo>
                      <a:pt x="1043" y="37"/>
                      <a:pt x="1007" y="1"/>
                      <a:pt x="93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24"/>
              <p:cNvSpPr/>
              <p:nvPr/>
            </p:nvSpPr>
            <p:spPr>
              <a:xfrm>
                <a:off x="754519" y="4024507"/>
                <a:ext cx="135020" cy="640866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5169" extrusionOk="0">
                    <a:moveTo>
                      <a:pt x="73" y="1"/>
                    </a:moveTo>
                    <a:cubicBezTo>
                      <a:pt x="37" y="1"/>
                      <a:pt x="1" y="37"/>
                      <a:pt x="1" y="73"/>
                    </a:cubicBezTo>
                    <a:cubicBezTo>
                      <a:pt x="1" y="108"/>
                      <a:pt x="37" y="144"/>
                      <a:pt x="73" y="144"/>
                    </a:cubicBezTo>
                    <a:lnTo>
                      <a:pt x="117" y="108"/>
                    </a:lnTo>
                    <a:lnTo>
                      <a:pt x="1016" y="935"/>
                    </a:lnTo>
                    <a:lnTo>
                      <a:pt x="1016" y="5168"/>
                    </a:lnTo>
                    <a:lnTo>
                      <a:pt x="1088" y="5168"/>
                    </a:lnTo>
                    <a:lnTo>
                      <a:pt x="1088" y="935"/>
                    </a:lnTo>
                    <a:lnTo>
                      <a:pt x="153" y="73"/>
                    </a:lnTo>
                    <a:cubicBezTo>
                      <a:pt x="153" y="37"/>
                      <a:pt x="153" y="1"/>
                      <a:pt x="7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24"/>
              <p:cNvSpPr/>
              <p:nvPr/>
            </p:nvSpPr>
            <p:spPr>
              <a:xfrm>
                <a:off x="2412570" y="3253460"/>
                <a:ext cx="189573" cy="1411913"/>
              </a:xfrm>
              <a:custGeom>
                <a:avLst/>
                <a:gdLst/>
                <a:ahLst/>
                <a:cxnLst/>
                <a:rect l="l" t="t" r="r" b="b"/>
                <a:pathLst>
                  <a:path w="1529" h="11388" extrusionOk="0">
                    <a:moveTo>
                      <a:pt x="747" y="0"/>
                    </a:moveTo>
                    <a:cubicBezTo>
                      <a:pt x="711" y="0"/>
                      <a:pt x="675" y="36"/>
                      <a:pt x="675" y="72"/>
                    </a:cubicBezTo>
                    <a:cubicBezTo>
                      <a:pt x="675" y="72"/>
                      <a:pt x="711" y="117"/>
                      <a:pt x="711" y="153"/>
                    </a:cubicBezTo>
                    <a:lnTo>
                      <a:pt x="711" y="8988"/>
                    </a:lnTo>
                    <a:lnTo>
                      <a:pt x="1421" y="9590"/>
                    </a:lnTo>
                    <a:lnTo>
                      <a:pt x="1421" y="10408"/>
                    </a:lnTo>
                    <a:lnTo>
                      <a:pt x="109" y="9248"/>
                    </a:lnTo>
                    <a:lnTo>
                      <a:pt x="109" y="5653"/>
                    </a:lnTo>
                    <a:cubicBezTo>
                      <a:pt x="145" y="5653"/>
                      <a:pt x="145" y="5617"/>
                      <a:pt x="145" y="5582"/>
                    </a:cubicBezTo>
                    <a:cubicBezTo>
                      <a:pt x="145" y="5546"/>
                      <a:pt x="109" y="5510"/>
                      <a:pt x="73" y="5510"/>
                    </a:cubicBezTo>
                    <a:cubicBezTo>
                      <a:pt x="37" y="5510"/>
                      <a:pt x="1" y="5546"/>
                      <a:pt x="1" y="5582"/>
                    </a:cubicBezTo>
                    <a:cubicBezTo>
                      <a:pt x="1" y="5617"/>
                      <a:pt x="37" y="5653"/>
                      <a:pt x="37" y="5653"/>
                    </a:cubicBezTo>
                    <a:lnTo>
                      <a:pt x="37" y="9248"/>
                    </a:lnTo>
                    <a:lnTo>
                      <a:pt x="1421" y="10489"/>
                    </a:lnTo>
                    <a:lnTo>
                      <a:pt x="1421" y="11387"/>
                    </a:lnTo>
                    <a:lnTo>
                      <a:pt x="1457" y="11387"/>
                    </a:lnTo>
                    <a:lnTo>
                      <a:pt x="1457" y="2472"/>
                    </a:lnTo>
                    <a:cubicBezTo>
                      <a:pt x="1493" y="2472"/>
                      <a:pt x="1529" y="2436"/>
                      <a:pt x="1529" y="2400"/>
                    </a:cubicBezTo>
                    <a:cubicBezTo>
                      <a:pt x="1529" y="2364"/>
                      <a:pt x="1493" y="2319"/>
                      <a:pt x="1457" y="2319"/>
                    </a:cubicBezTo>
                    <a:cubicBezTo>
                      <a:pt x="1385" y="2319"/>
                      <a:pt x="1349" y="2364"/>
                      <a:pt x="1349" y="2400"/>
                    </a:cubicBezTo>
                    <a:cubicBezTo>
                      <a:pt x="1349" y="2436"/>
                      <a:pt x="1385" y="2472"/>
                      <a:pt x="1421" y="2472"/>
                    </a:cubicBezTo>
                    <a:lnTo>
                      <a:pt x="1421" y="9509"/>
                    </a:lnTo>
                    <a:lnTo>
                      <a:pt x="783" y="8952"/>
                    </a:lnTo>
                    <a:lnTo>
                      <a:pt x="783" y="153"/>
                    </a:lnTo>
                    <a:cubicBezTo>
                      <a:pt x="819" y="117"/>
                      <a:pt x="854" y="117"/>
                      <a:pt x="854" y="72"/>
                    </a:cubicBezTo>
                    <a:cubicBezTo>
                      <a:pt x="854" y="36"/>
                      <a:pt x="819" y="0"/>
                      <a:pt x="74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24"/>
              <p:cNvSpPr/>
              <p:nvPr/>
            </p:nvSpPr>
            <p:spPr>
              <a:xfrm>
                <a:off x="2667732" y="3471793"/>
                <a:ext cx="135020" cy="1193580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9627" extrusionOk="0">
                    <a:moveTo>
                      <a:pt x="1007" y="1"/>
                    </a:moveTo>
                    <a:cubicBezTo>
                      <a:pt x="971" y="1"/>
                      <a:pt x="935" y="1"/>
                      <a:pt x="935" y="73"/>
                    </a:cubicBezTo>
                    <a:cubicBezTo>
                      <a:pt x="935" y="73"/>
                      <a:pt x="935" y="109"/>
                      <a:pt x="971" y="109"/>
                    </a:cubicBezTo>
                    <a:lnTo>
                      <a:pt x="971" y="3407"/>
                    </a:lnTo>
                    <a:lnTo>
                      <a:pt x="1" y="4270"/>
                    </a:lnTo>
                    <a:lnTo>
                      <a:pt x="37" y="4306"/>
                    </a:lnTo>
                    <a:lnTo>
                      <a:pt x="1" y="4306"/>
                    </a:lnTo>
                    <a:lnTo>
                      <a:pt x="1" y="9626"/>
                    </a:lnTo>
                    <a:lnTo>
                      <a:pt x="73" y="9626"/>
                    </a:lnTo>
                    <a:lnTo>
                      <a:pt x="73" y="4306"/>
                    </a:lnTo>
                    <a:lnTo>
                      <a:pt x="1043" y="3407"/>
                    </a:lnTo>
                    <a:lnTo>
                      <a:pt x="1043" y="109"/>
                    </a:lnTo>
                    <a:cubicBezTo>
                      <a:pt x="1088" y="109"/>
                      <a:pt x="1088" y="73"/>
                      <a:pt x="1088" y="73"/>
                    </a:cubicBezTo>
                    <a:cubicBezTo>
                      <a:pt x="1088" y="1"/>
                      <a:pt x="1043" y="1"/>
                      <a:pt x="100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24"/>
              <p:cNvSpPr/>
              <p:nvPr/>
            </p:nvSpPr>
            <p:spPr>
              <a:xfrm>
                <a:off x="4571025" y="4024507"/>
                <a:ext cx="130432" cy="640866"/>
              </a:xfrm>
              <a:custGeom>
                <a:avLst/>
                <a:gdLst/>
                <a:ahLst/>
                <a:cxnLst/>
                <a:rect l="l" t="t" r="r" b="b"/>
                <a:pathLst>
                  <a:path w="1052" h="5169" extrusionOk="0">
                    <a:moveTo>
                      <a:pt x="971" y="1"/>
                    </a:moveTo>
                    <a:cubicBezTo>
                      <a:pt x="935" y="1"/>
                      <a:pt x="899" y="37"/>
                      <a:pt x="899" y="73"/>
                    </a:cubicBezTo>
                    <a:lnTo>
                      <a:pt x="0" y="935"/>
                    </a:lnTo>
                    <a:lnTo>
                      <a:pt x="0" y="5168"/>
                    </a:lnTo>
                    <a:lnTo>
                      <a:pt x="36" y="5168"/>
                    </a:lnTo>
                    <a:lnTo>
                      <a:pt x="36" y="935"/>
                    </a:lnTo>
                    <a:lnTo>
                      <a:pt x="935" y="108"/>
                    </a:lnTo>
                    <a:lnTo>
                      <a:pt x="971" y="144"/>
                    </a:lnTo>
                    <a:cubicBezTo>
                      <a:pt x="1016" y="144"/>
                      <a:pt x="1052" y="108"/>
                      <a:pt x="1052" y="73"/>
                    </a:cubicBezTo>
                    <a:cubicBezTo>
                      <a:pt x="1052" y="37"/>
                      <a:pt x="1016" y="1"/>
                      <a:pt x="97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24"/>
              <p:cNvSpPr/>
              <p:nvPr/>
            </p:nvSpPr>
            <p:spPr>
              <a:xfrm>
                <a:off x="1947999" y="3949869"/>
                <a:ext cx="180522" cy="715503"/>
              </a:xfrm>
              <a:custGeom>
                <a:avLst/>
                <a:gdLst/>
                <a:ahLst/>
                <a:cxnLst/>
                <a:rect l="l" t="t" r="r" b="b"/>
                <a:pathLst>
                  <a:path w="1456" h="5771" extrusionOk="0">
                    <a:moveTo>
                      <a:pt x="72" y="0"/>
                    </a:moveTo>
                    <a:cubicBezTo>
                      <a:pt x="36" y="0"/>
                      <a:pt x="0" y="36"/>
                      <a:pt x="0" y="72"/>
                    </a:cubicBezTo>
                    <a:cubicBezTo>
                      <a:pt x="0" y="117"/>
                      <a:pt x="0" y="117"/>
                      <a:pt x="36" y="117"/>
                    </a:cubicBezTo>
                    <a:lnTo>
                      <a:pt x="36" y="710"/>
                    </a:lnTo>
                    <a:lnTo>
                      <a:pt x="485" y="1124"/>
                    </a:lnTo>
                    <a:lnTo>
                      <a:pt x="485" y="4872"/>
                    </a:lnTo>
                    <a:lnTo>
                      <a:pt x="1420" y="5734"/>
                    </a:lnTo>
                    <a:lnTo>
                      <a:pt x="1420" y="5770"/>
                    </a:lnTo>
                    <a:lnTo>
                      <a:pt x="1456" y="5770"/>
                    </a:lnTo>
                    <a:lnTo>
                      <a:pt x="1456" y="5689"/>
                    </a:lnTo>
                    <a:lnTo>
                      <a:pt x="521" y="4872"/>
                    </a:lnTo>
                    <a:lnTo>
                      <a:pt x="521" y="1124"/>
                    </a:lnTo>
                    <a:lnTo>
                      <a:pt x="72" y="710"/>
                    </a:lnTo>
                    <a:lnTo>
                      <a:pt x="72" y="117"/>
                    </a:lnTo>
                    <a:cubicBezTo>
                      <a:pt x="108" y="117"/>
                      <a:pt x="153" y="117"/>
                      <a:pt x="153" y="72"/>
                    </a:cubicBezTo>
                    <a:cubicBezTo>
                      <a:pt x="153" y="36"/>
                      <a:pt x="108" y="0"/>
                      <a:pt x="7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24"/>
              <p:cNvSpPr/>
              <p:nvPr/>
            </p:nvSpPr>
            <p:spPr>
              <a:xfrm>
                <a:off x="2054874" y="3248996"/>
                <a:ext cx="129440" cy="1416376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1424" extrusionOk="0">
                    <a:moveTo>
                      <a:pt x="73" y="1"/>
                    </a:moveTo>
                    <a:cubicBezTo>
                      <a:pt x="37" y="1"/>
                      <a:pt x="1" y="36"/>
                      <a:pt x="1" y="72"/>
                    </a:cubicBezTo>
                    <a:cubicBezTo>
                      <a:pt x="1" y="108"/>
                      <a:pt x="1" y="153"/>
                      <a:pt x="37" y="153"/>
                    </a:cubicBezTo>
                    <a:lnTo>
                      <a:pt x="37" y="10336"/>
                    </a:lnTo>
                    <a:lnTo>
                      <a:pt x="971" y="11163"/>
                    </a:lnTo>
                    <a:lnTo>
                      <a:pt x="971" y="11423"/>
                    </a:lnTo>
                    <a:lnTo>
                      <a:pt x="1043" y="11423"/>
                    </a:lnTo>
                    <a:lnTo>
                      <a:pt x="1043" y="11163"/>
                    </a:lnTo>
                    <a:lnTo>
                      <a:pt x="109" y="10300"/>
                    </a:lnTo>
                    <a:lnTo>
                      <a:pt x="109" y="153"/>
                    </a:lnTo>
                    <a:cubicBezTo>
                      <a:pt x="145" y="153"/>
                      <a:pt x="145" y="108"/>
                      <a:pt x="145" y="72"/>
                    </a:cubicBezTo>
                    <a:cubicBezTo>
                      <a:pt x="145" y="36"/>
                      <a:pt x="109" y="1"/>
                      <a:pt x="7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24"/>
              <p:cNvSpPr/>
              <p:nvPr/>
            </p:nvSpPr>
            <p:spPr>
              <a:xfrm>
                <a:off x="1947999" y="4219531"/>
                <a:ext cx="18970" cy="445841"/>
              </a:xfrm>
              <a:custGeom>
                <a:avLst/>
                <a:gdLst/>
                <a:ahLst/>
                <a:cxnLst/>
                <a:rect l="l" t="t" r="r" b="b"/>
                <a:pathLst>
                  <a:path w="153" h="3596" extrusionOk="0">
                    <a:moveTo>
                      <a:pt x="72" y="0"/>
                    </a:moveTo>
                    <a:cubicBezTo>
                      <a:pt x="36" y="0"/>
                      <a:pt x="0" y="36"/>
                      <a:pt x="0" y="72"/>
                    </a:cubicBezTo>
                    <a:cubicBezTo>
                      <a:pt x="0" y="108"/>
                      <a:pt x="0" y="108"/>
                      <a:pt x="36" y="144"/>
                    </a:cubicBezTo>
                    <a:lnTo>
                      <a:pt x="36" y="3595"/>
                    </a:lnTo>
                    <a:lnTo>
                      <a:pt x="72" y="3595"/>
                    </a:lnTo>
                    <a:lnTo>
                      <a:pt x="72" y="144"/>
                    </a:lnTo>
                    <a:cubicBezTo>
                      <a:pt x="108" y="108"/>
                      <a:pt x="153" y="108"/>
                      <a:pt x="153" y="72"/>
                    </a:cubicBezTo>
                    <a:cubicBezTo>
                      <a:pt x="153" y="36"/>
                      <a:pt x="108" y="0"/>
                      <a:pt x="7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24"/>
              <p:cNvSpPr/>
              <p:nvPr/>
            </p:nvSpPr>
            <p:spPr>
              <a:xfrm>
                <a:off x="1887742" y="4391123"/>
                <a:ext cx="17978" cy="274249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212" extrusionOk="0">
                    <a:moveTo>
                      <a:pt x="73" y="0"/>
                    </a:moveTo>
                    <a:cubicBezTo>
                      <a:pt x="37" y="0"/>
                      <a:pt x="1" y="36"/>
                      <a:pt x="1" y="72"/>
                    </a:cubicBezTo>
                    <a:cubicBezTo>
                      <a:pt x="1" y="72"/>
                      <a:pt x="37" y="108"/>
                      <a:pt x="73" y="108"/>
                    </a:cubicBezTo>
                    <a:lnTo>
                      <a:pt x="73" y="2211"/>
                    </a:lnTo>
                    <a:lnTo>
                      <a:pt x="109" y="2211"/>
                    </a:lnTo>
                    <a:lnTo>
                      <a:pt x="109" y="108"/>
                    </a:lnTo>
                    <a:cubicBezTo>
                      <a:pt x="145" y="108"/>
                      <a:pt x="145" y="72"/>
                      <a:pt x="145" y="72"/>
                    </a:cubicBezTo>
                    <a:cubicBezTo>
                      <a:pt x="145" y="36"/>
                      <a:pt x="109" y="0"/>
                      <a:pt x="7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24"/>
              <p:cNvSpPr/>
              <p:nvPr/>
            </p:nvSpPr>
            <p:spPr>
              <a:xfrm>
                <a:off x="1576912" y="2859071"/>
                <a:ext cx="380014" cy="1806301"/>
              </a:xfrm>
              <a:custGeom>
                <a:avLst/>
                <a:gdLst/>
                <a:ahLst/>
                <a:cxnLst/>
                <a:rect l="l" t="t" r="r" b="b"/>
                <a:pathLst>
                  <a:path w="3065" h="14569" extrusionOk="0">
                    <a:moveTo>
                      <a:pt x="2130" y="0"/>
                    </a:moveTo>
                    <a:cubicBezTo>
                      <a:pt x="2094" y="0"/>
                      <a:pt x="2058" y="36"/>
                      <a:pt x="2058" y="72"/>
                    </a:cubicBezTo>
                    <a:cubicBezTo>
                      <a:pt x="2058" y="108"/>
                      <a:pt x="2058" y="108"/>
                      <a:pt x="2094" y="153"/>
                    </a:cubicBezTo>
                    <a:lnTo>
                      <a:pt x="2094" y="3523"/>
                    </a:lnTo>
                    <a:lnTo>
                      <a:pt x="3029" y="4377"/>
                    </a:lnTo>
                    <a:lnTo>
                      <a:pt x="3029" y="7450"/>
                    </a:lnTo>
                    <a:lnTo>
                      <a:pt x="2166" y="8241"/>
                    </a:lnTo>
                    <a:lnTo>
                      <a:pt x="2166" y="6327"/>
                    </a:lnTo>
                    <a:cubicBezTo>
                      <a:pt x="2166" y="6327"/>
                      <a:pt x="2202" y="6291"/>
                      <a:pt x="2202" y="6255"/>
                    </a:cubicBezTo>
                    <a:cubicBezTo>
                      <a:pt x="2202" y="6219"/>
                      <a:pt x="2166" y="6174"/>
                      <a:pt x="2130" y="6174"/>
                    </a:cubicBezTo>
                    <a:cubicBezTo>
                      <a:pt x="2094" y="6174"/>
                      <a:pt x="2058" y="6219"/>
                      <a:pt x="2058" y="6255"/>
                    </a:cubicBezTo>
                    <a:cubicBezTo>
                      <a:pt x="2058" y="6291"/>
                      <a:pt x="2058" y="6327"/>
                      <a:pt x="2094" y="6327"/>
                    </a:cubicBezTo>
                    <a:lnTo>
                      <a:pt x="2094" y="11755"/>
                    </a:lnTo>
                    <a:lnTo>
                      <a:pt x="1609" y="11306"/>
                    </a:lnTo>
                    <a:lnTo>
                      <a:pt x="1609" y="2849"/>
                    </a:lnTo>
                    <a:cubicBezTo>
                      <a:pt x="1645" y="2849"/>
                      <a:pt x="1645" y="2804"/>
                      <a:pt x="1645" y="2768"/>
                    </a:cubicBezTo>
                    <a:cubicBezTo>
                      <a:pt x="1645" y="2732"/>
                      <a:pt x="1609" y="2696"/>
                      <a:pt x="1573" y="2696"/>
                    </a:cubicBezTo>
                    <a:cubicBezTo>
                      <a:pt x="1528" y="2696"/>
                      <a:pt x="1492" y="2732"/>
                      <a:pt x="1492" y="2768"/>
                    </a:cubicBezTo>
                    <a:cubicBezTo>
                      <a:pt x="1492" y="2804"/>
                      <a:pt x="1528" y="2849"/>
                      <a:pt x="1573" y="2849"/>
                    </a:cubicBezTo>
                    <a:lnTo>
                      <a:pt x="1573" y="11342"/>
                    </a:lnTo>
                    <a:lnTo>
                      <a:pt x="2094" y="11836"/>
                    </a:lnTo>
                    <a:lnTo>
                      <a:pt x="2094" y="13031"/>
                    </a:lnTo>
                    <a:lnTo>
                      <a:pt x="1007" y="12016"/>
                    </a:lnTo>
                    <a:lnTo>
                      <a:pt x="1007" y="8574"/>
                    </a:lnTo>
                    <a:lnTo>
                      <a:pt x="72" y="7747"/>
                    </a:lnTo>
                    <a:lnTo>
                      <a:pt x="72" y="4646"/>
                    </a:lnTo>
                    <a:lnTo>
                      <a:pt x="1007" y="3820"/>
                    </a:lnTo>
                    <a:lnTo>
                      <a:pt x="1007" y="413"/>
                    </a:lnTo>
                    <a:cubicBezTo>
                      <a:pt x="1043" y="413"/>
                      <a:pt x="1043" y="377"/>
                      <a:pt x="1043" y="377"/>
                    </a:cubicBezTo>
                    <a:cubicBezTo>
                      <a:pt x="1043" y="333"/>
                      <a:pt x="1007" y="297"/>
                      <a:pt x="971" y="297"/>
                    </a:cubicBezTo>
                    <a:cubicBezTo>
                      <a:pt x="935" y="297"/>
                      <a:pt x="899" y="333"/>
                      <a:pt x="899" y="377"/>
                    </a:cubicBezTo>
                    <a:cubicBezTo>
                      <a:pt x="899" y="377"/>
                      <a:pt x="899" y="413"/>
                      <a:pt x="935" y="413"/>
                    </a:cubicBezTo>
                    <a:lnTo>
                      <a:pt x="935" y="3784"/>
                    </a:lnTo>
                    <a:lnTo>
                      <a:pt x="0" y="4646"/>
                    </a:lnTo>
                    <a:lnTo>
                      <a:pt x="0" y="7747"/>
                    </a:lnTo>
                    <a:lnTo>
                      <a:pt x="935" y="8610"/>
                    </a:lnTo>
                    <a:lnTo>
                      <a:pt x="935" y="12061"/>
                    </a:lnTo>
                    <a:lnTo>
                      <a:pt x="2094" y="13103"/>
                    </a:lnTo>
                    <a:lnTo>
                      <a:pt x="2094" y="14568"/>
                    </a:lnTo>
                    <a:lnTo>
                      <a:pt x="2166" y="14568"/>
                    </a:lnTo>
                    <a:lnTo>
                      <a:pt x="2166" y="8313"/>
                    </a:lnTo>
                    <a:lnTo>
                      <a:pt x="3065" y="7450"/>
                    </a:lnTo>
                    <a:lnTo>
                      <a:pt x="3065" y="4341"/>
                    </a:lnTo>
                    <a:lnTo>
                      <a:pt x="2166" y="3478"/>
                    </a:lnTo>
                    <a:lnTo>
                      <a:pt x="2166" y="153"/>
                    </a:lnTo>
                    <a:cubicBezTo>
                      <a:pt x="2166" y="108"/>
                      <a:pt x="2202" y="108"/>
                      <a:pt x="2202" y="72"/>
                    </a:cubicBezTo>
                    <a:cubicBezTo>
                      <a:pt x="2202" y="36"/>
                      <a:pt x="2166" y="0"/>
                      <a:pt x="21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24"/>
              <p:cNvSpPr/>
              <p:nvPr/>
            </p:nvSpPr>
            <p:spPr>
              <a:xfrm>
                <a:off x="1075392" y="3304664"/>
                <a:ext cx="278718" cy="1360708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10975" extrusionOk="0">
                    <a:moveTo>
                      <a:pt x="1574" y="1"/>
                    </a:moveTo>
                    <a:cubicBezTo>
                      <a:pt x="1529" y="1"/>
                      <a:pt x="1493" y="1"/>
                      <a:pt x="1493" y="37"/>
                    </a:cubicBezTo>
                    <a:lnTo>
                      <a:pt x="1493" y="73"/>
                    </a:lnTo>
                    <a:lnTo>
                      <a:pt x="594" y="936"/>
                    </a:lnTo>
                    <a:lnTo>
                      <a:pt x="594" y="8350"/>
                    </a:lnTo>
                    <a:lnTo>
                      <a:pt x="73" y="7901"/>
                    </a:lnTo>
                    <a:lnTo>
                      <a:pt x="73" y="5133"/>
                    </a:lnTo>
                    <a:cubicBezTo>
                      <a:pt x="109" y="5133"/>
                      <a:pt x="145" y="5097"/>
                      <a:pt x="145" y="5052"/>
                    </a:cubicBezTo>
                    <a:cubicBezTo>
                      <a:pt x="145" y="5016"/>
                      <a:pt x="109" y="5016"/>
                      <a:pt x="73" y="5016"/>
                    </a:cubicBezTo>
                    <a:cubicBezTo>
                      <a:pt x="37" y="5016"/>
                      <a:pt x="1" y="5016"/>
                      <a:pt x="1" y="5052"/>
                    </a:cubicBezTo>
                    <a:cubicBezTo>
                      <a:pt x="1" y="5097"/>
                      <a:pt x="1" y="5133"/>
                      <a:pt x="37" y="5133"/>
                    </a:cubicBezTo>
                    <a:lnTo>
                      <a:pt x="37" y="7937"/>
                    </a:lnTo>
                    <a:lnTo>
                      <a:pt x="2167" y="9887"/>
                    </a:lnTo>
                    <a:lnTo>
                      <a:pt x="2167" y="10974"/>
                    </a:lnTo>
                    <a:lnTo>
                      <a:pt x="2203" y="10974"/>
                    </a:lnTo>
                    <a:lnTo>
                      <a:pt x="2203" y="7523"/>
                    </a:lnTo>
                    <a:cubicBezTo>
                      <a:pt x="2248" y="7487"/>
                      <a:pt x="2248" y="7487"/>
                      <a:pt x="2248" y="7451"/>
                    </a:cubicBezTo>
                    <a:cubicBezTo>
                      <a:pt x="2248" y="7415"/>
                      <a:pt x="2203" y="7379"/>
                      <a:pt x="2167" y="7379"/>
                    </a:cubicBezTo>
                    <a:cubicBezTo>
                      <a:pt x="2131" y="7379"/>
                      <a:pt x="2095" y="7415"/>
                      <a:pt x="2095" y="7451"/>
                    </a:cubicBezTo>
                    <a:cubicBezTo>
                      <a:pt x="2095" y="7487"/>
                      <a:pt x="2131" y="7487"/>
                      <a:pt x="2167" y="7523"/>
                    </a:cubicBezTo>
                    <a:lnTo>
                      <a:pt x="2167" y="9249"/>
                    </a:lnTo>
                    <a:lnTo>
                      <a:pt x="1044" y="8242"/>
                    </a:lnTo>
                    <a:lnTo>
                      <a:pt x="1044" y="1277"/>
                    </a:lnTo>
                    <a:cubicBezTo>
                      <a:pt x="1079" y="1277"/>
                      <a:pt x="1079" y="1232"/>
                      <a:pt x="1079" y="1232"/>
                    </a:cubicBezTo>
                    <a:cubicBezTo>
                      <a:pt x="1079" y="1196"/>
                      <a:pt x="1044" y="1160"/>
                      <a:pt x="1008" y="1160"/>
                    </a:cubicBezTo>
                    <a:cubicBezTo>
                      <a:pt x="972" y="1160"/>
                      <a:pt x="936" y="1196"/>
                      <a:pt x="936" y="1232"/>
                    </a:cubicBezTo>
                    <a:lnTo>
                      <a:pt x="972" y="1277"/>
                    </a:lnTo>
                    <a:lnTo>
                      <a:pt x="972" y="8242"/>
                    </a:lnTo>
                    <a:lnTo>
                      <a:pt x="2167" y="9321"/>
                    </a:lnTo>
                    <a:lnTo>
                      <a:pt x="2167" y="9815"/>
                    </a:lnTo>
                    <a:lnTo>
                      <a:pt x="630" y="8422"/>
                    </a:lnTo>
                    <a:lnTo>
                      <a:pt x="630" y="936"/>
                    </a:lnTo>
                    <a:lnTo>
                      <a:pt x="1529" y="109"/>
                    </a:lnTo>
                    <a:lnTo>
                      <a:pt x="1574" y="109"/>
                    </a:lnTo>
                    <a:cubicBezTo>
                      <a:pt x="1610" y="109"/>
                      <a:pt x="1646" y="109"/>
                      <a:pt x="1646" y="37"/>
                    </a:cubicBezTo>
                    <a:cubicBezTo>
                      <a:pt x="1646" y="1"/>
                      <a:pt x="1610" y="1"/>
                      <a:pt x="157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24"/>
              <p:cNvSpPr/>
              <p:nvPr/>
            </p:nvSpPr>
            <p:spPr>
              <a:xfrm>
                <a:off x="1395274" y="3930900"/>
                <a:ext cx="19094" cy="734472"/>
              </a:xfrm>
              <a:custGeom>
                <a:avLst/>
                <a:gdLst/>
                <a:ahLst/>
                <a:cxnLst/>
                <a:rect l="l" t="t" r="r" b="b"/>
                <a:pathLst>
                  <a:path w="154" h="5924" extrusionOk="0">
                    <a:moveTo>
                      <a:pt x="72" y="1"/>
                    </a:moveTo>
                    <a:cubicBezTo>
                      <a:pt x="36" y="1"/>
                      <a:pt x="0" y="46"/>
                      <a:pt x="0" y="82"/>
                    </a:cubicBezTo>
                    <a:cubicBezTo>
                      <a:pt x="0" y="118"/>
                      <a:pt x="0" y="153"/>
                      <a:pt x="36" y="153"/>
                    </a:cubicBezTo>
                    <a:lnTo>
                      <a:pt x="36" y="5923"/>
                    </a:lnTo>
                    <a:lnTo>
                      <a:pt x="72" y="5923"/>
                    </a:lnTo>
                    <a:lnTo>
                      <a:pt x="72" y="153"/>
                    </a:lnTo>
                    <a:cubicBezTo>
                      <a:pt x="117" y="153"/>
                      <a:pt x="153" y="118"/>
                      <a:pt x="153" y="82"/>
                    </a:cubicBezTo>
                    <a:cubicBezTo>
                      <a:pt x="153" y="46"/>
                      <a:pt x="117" y="1"/>
                      <a:pt x="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24"/>
              <p:cNvSpPr/>
              <p:nvPr/>
            </p:nvSpPr>
            <p:spPr>
              <a:xfrm>
                <a:off x="2412570" y="4543745"/>
                <a:ext cx="17978" cy="121627"/>
              </a:xfrm>
              <a:custGeom>
                <a:avLst/>
                <a:gdLst/>
                <a:ahLst/>
                <a:cxnLst/>
                <a:rect l="l" t="t" r="r" b="b"/>
                <a:pathLst>
                  <a:path w="145" h="981" extrusionOk="0">
                    <a:moveTo>
                      <a:pt x="73" y="1"/>
                    </a:moveTo>
                    <a:cubicBezTo>
                      <a:pt x="37" y="1"/>
                      <a:pt x="1" y="46"/>
                      <a:pt x="1" y="82"/>
                    </a:cubicBezTo>
                    <a:cubicBezTo>
                      <a:pt x="1" y="117"/>
                      <a:pt x="37" y="153"/>
                      <a:pt x="37" y="153"/>
                    </a:cubicBezTo>
                    <a:lnTo>
                      <a:pt x="37" y="980"/>
                    </a:lnTo>
                    <a:lnTo>
                      <a:pt x="109" y="980"/>
                    </a:lnTo>
                    <a:lnTo>
                      <a:pt x="109" y="153"/>
                    </a:lnTo>
                    <a:cubicBezTo>
                      <a:pt x="145" y="153"/>
                      <a:pt x="145" y="117"/>
                      <a:pt x="145" y="82"/>
                    </a:cubicBezTo>
                    <a:cubicBezTo>
                      <a:pt x="145" y="46"/>
                      <a:pt x="109" y="1"/>
                      <a:pt x="7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24"/>
              <p:cNvSpPr/>
              <p:nvPr/>
            </p:nvSpPr>
            <p:spPr>
              <a:xfrm>
                <a:off x="2245439" y="3276892"/>
                <a:ext cx="116050" cy="1388480"/>
              </a:xfrm>
              <a:custGeom>
                <a:avLst/>
                <a:gdLst/>
                <a:ahLst/>
                <a:cxnLst/>
                <a:rect l="l" t="t" r="r" b="b"/>
                <a:pathLst>
                  <a:path w="936" h="11199" extrusionOk="0">
                    <a:moveTo>
                      <a:pt x="854" y="0"/>
                    </a:moveTo>
                    <a:cubicBezTo>
                      <a:pt x="818" y="0"/>
                      <a:pt x="783" y="36"/>
                      <a:pt x="783" y="72"/>
                    </a:cubicBezTo>
                    <a:lnTo>
                      <a:pt x="783" y="108"/>
                    </a:lnTo>
                    <a:lnTo>
                      <a:pt x="1" y="827"/>
                    </a:lnTo>
                    <a:lnTo>
                      <a:pt x="1" y="1348"/>
                    </a:lnTo>
                    <a:lnTo>
                      <a:pt x="854" y="2130"/>
                    </a:lnTo>
                    <a:lnTo>
                      <a:pt x="854" y="11198"/>
                    </a:lnTo>
                    <a:lnTo>
                      <a:pt x="899" y="11198"/>
                    </a:lnTo>
                    <a:lnTo>
                      <a:pt x="899" y="2094"/>
                    </a:lnTo>
                    <a:lnTo>
                      <a:pt x="73" y="1312"/>
                    </a:lnTo>
                    <a:lnTo>
                      <a:pt x="73" y="863"/>
                    </a:lnTo>
                    <a:lnTo>
                      <a:pt x="854" y="153"/>
                    </a:lnTo>
                    <a:cubicBezTo>
                      <a:pt x="899" y="153"/>
                      <a:pt x="935" y="108"/>
                      <a:pt x="935" y="72"/>
                    </a:cubicBezTo>
                    <a:cubicBezTo>
                      <a:pt x="935" y="36"/>
                      <a:pt x="899" y="0"/>
                      <a:pt x="85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24"/>
              <p:cNvSpPr/>
              <p:nvPr/>
            </p:nvSpPr>
            <p:spPr>
              <a:xfrm>
                <a:off x="2156293" y="3444021"/>
                <a:ext cx="130556" cy="1221352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9851" extrusionOk="0">
                    <a:moveTo>
                      <a:pt x="82" y="0"/>
                    </a:moveTo>
                    <a:cubicBezTo>
                      <a:pt x="46" y="0"/>
                      <a:pt x="1" y="36"/>
                      <a:pt x="1" y="72"/>
                    </a:cubicBezTo>
                    <a:cubicBezTo>
                      <a:pt x="1" y="108"/>
                      <a:pt x="46" y="153"/>
                      <a:pt x="82" y="153"/>
                    </a:cubicBezTo>
                    <a:lnTo>
                      <a:pt x="117" y="153"/>
                    </a:lnTo>
                    <a:lnTo>
                      <a:pt x="1016" y="935"/>
                    </a:lnTo>
                    <a:lnTo>
                      <a:pt x="1016" y="9850"/>
                    </a:lnTo>
                    <a:lnTo>
                      <a:pt x="1052" y="9850"/>
                    </a:lnTo>
                    <a:lnTo>
                      <a:pt x="1052" y="935"/>
                    </a:lnTo>
                    <a:lnTo>
                      <a:pt x="153" y="108"/>
                    </a:lnTo>
                    <a:lnTo>
                      <a:pt x="153" y="72"/>
                    </a:lnTo>
                    <a:cubicBezTo>
                      <a:pt x="153" y="36"/>
                      <a:pt x="117" y="0"/>
                      <a:pt x="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24"/>
              <p:cNvSpPr/>
              <p:nvPr/>
            </p:nvSpPr>
            <p:spPr>
              <a:xfrm>
                <a:off x="3786572" y="3304664"/>
                <a:ext cx="269667" cy="1360708"/>
              </a:xfrm>
              <a:custGeom>
                <a:avLst/>
                <a:gdLst/>
                <a:ahLst/>
                <a:cxnLst/>
                <a:rect l="l" t="t" r="r" b="b"/>
                <a:pathLst>
                  <a:path w="2175" h="10975" extrusionOk="0">
                    <a:moveTo>
                      <a:pt x="2094" y="1"/>
                    </a:moveTo>
                    <a:cubicBezTo>
                      <a:pt x="2058" y="1"/>
                      <a:pt x="2022" y="37"/>
                      <a:pt x="2022" y="73"/>
                    </a:cubicBezTo>
                    <a:cubicBezTo>
                      <a:pt x="2022" y="109"/>
                      <a:pt x="2022" y="109"/>
                      <a:pt x="2058" y="154"/>
                    </a:cubicBezTo>
                    <a:lnTo>
                      <a:pt x="2058" y="1457"/>
                    </a:lnTo>
                    <a:lnTo>
                      <a:pt x="1123" y="2320"/>
                    </a:lnTo>
                    <a:lnTo>
                      <a:pt x="1123" y="9923"/>
                    </a:lnTo>
                    <a:lnTo>
                      <a:pt x="0" y="10974"/>
                    </a:lnTo>
                    <a:lnTo>
                      <a:pt x="72" y="10974"/>
                    </a:lnTo>
                    <a:lnTo>
                      <a:pt x="1195" y="9923"/>
                    </a:lnTo>
                    <a:lnTo>
                      <a:pt x="1195" y="2320"/>
                    </a:lnTo>
                    <a:lnTo>
                      <a:pt x="2094" y="1457"/>
                    </a:lnTo>
                    <a:lnTo>
                      <a:pt x="2094" y="154"/>
                    </a:lnTo>
                    <a:cubicBezTo>
                      <a:pt x="2175" y="154"/>
                      <a:pt x="2175" y="109"/>
                      <a:pt x="2175" y="73"/>
                    </a:cubicBezTo>
                    <a:cubicBezTo>
                      <a:pt x="2175" y="37"/>
                      <a:pt x="2130" y="1"/>
                      <a:pt x="209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24"/>
              <p:cNvSpPr/>
              <p:nvPr/>
            </p:nvSpPr>
            <p:spPr>
              <a:xfrm>
                <a:off x="2106204" y="2728642"/>
                <a:ext cx="133780" cy="1936731"/>
              </a:xfrm>
              <a:custGeom>
                <a:avLst/>
                <a:gdLst/>
                <a:ahLst/>
                <a:cxnLst/>
                <a:rect l="l" t="t" r="r" b="b"/>
                <a:pathLst>
                  <a:path w="1079" h="15621" extrusionOk="0">
                    <a:moveTo>
                      <a:pt x="1007" y="1"/>
                    </a:moveTo>
                    <a:cubicBezTo>
                      <a:pt x="971" y="1"/>
                      <a:pt x="935" y="36"/>
                      <a:pt x="935" y="81"/>
                    </a:cubicBezTo>
                    <a:cubicBezTo>
                      <a:pt x="935" y="117"/>
                      <a:pt x="971" y="117"/>
                      <a:pt x="971" y="153"/>
                    </a:cubicBezTo>
                    <a:lnTo>
                      <a:pt x="971" y="3523"/>
                    </a:lnTo>
                    <a:lnTo>
                      <a:pt x="72" y="4350"/>
                    </a:lnTo>
                    <a:lnTo>
                      <a:pt x="72" y="12133"/>
                    </a:lnTo>
                    <a:lnTo>
                      <a:pt x="971" y="12996"/>
                    </a:lnTo>
                    <a:lnTo>
                      <a:pt x="971" y="15090"/>
                    </a:lnTo>
                    <a:lnTo>
                      <a:pt x="108" y="14308"/>
                    </a:lnTo>
                    <a:lnTo>
                      <a:pt x="108" y="13032"/>
                    </a:lnTo>
                    <a:cubicBezTo>
                      <a:pt x="144" y="13032"/>
                      <a:pt x="144" y="12996"/>
                      <a:pt x="144" y="12960"/>
                    </a:cubicBezTo>
                    <a:cubicBezTo>
                      <a:pt x="144" y="12924"/>
                      <a:pt x="144" y="12888"/>
                      <a:pt x="72" y="12888"/>
                    </a:cubicBezTo>
                    <a:cubicBezTo>
                      <a:pt x="36" y="12888"/>
                      <a:pt x="0" y="12924"/>
                      <a:pt x="0" y="12960"/>
                    </a:cubicBezTo>
                    <a:cubicBezTo>
                      <a:pt x="0" y="12996"/>
                      <a:pt x="36" y="13032"/>
                      <a:pt x="72" y="13032"/>
                    </a:cubicBezTo>
                    <a:lnTo>
                      <a:pt x="72" y="14308"/>
                    </a:lnTo>
                    <a:lnTo>
                      <a:pt x="971" y="15171"/>
                    </a:lnTo>
                    <a:lnTo>
                      <a:pt x="971" y="15620"/>
                    </a:lnTo>
                    <a:lnTo>
                      <a:pt x="1043" y="15620"/>
                    </a:lnTo>
                    <a:lnTo>
                      <a:pt x="1043" y="12996"/>
                    </a:lnTo>
                    <a:lnTo>
                      <a:pt x="108" y="12133"/>
                    </a:lnTo>
                    <a:lnTo>
                      <a:pt x="108" y="4386"/>
                    </a:lnTo>
                    <a:lnTo>
                      <a:pt x="1043" y="3523"/>
                    </a:lnTo>
                    <a:lnTo>
                      <a:pt x="1043" y="153"/>
                    </a:lnTo>
                    <a:cubicBezTo>
                      <a:pt x="1079" y="117"/>
                      <a:pt x="1079" y="117"/>
                      <a:pt x="1079" y="81"/>
                    </a:cubicBezTo>
                    <a:cubicBezTo>
                      <a:pt x="1079" y="36"/>
                      <a:pt x="1043" y="1"/>
                      <a:pt x="100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24"/>
              <p:cNvSpPr/>
              <p:nvPr/>
            </p:nvSpPr>
            <p:spPr>
              <a:xfrm>
                <a:off x="4260071" y="2640614"/>
                <a:ext cx="357821" cy="2024758"/>
              </a:xfrm>
              <a:custGeom>
                <a:avLst/>
                <a:gdLst/>
                <a:ahLst/>
                <a:cxnLst/>
                <a:rect l="l" t="t" r="r" b="b"/>
                <a:pathLst>
                  <a:path w="2886" h="16331" extrusionOk="0">
                    <a:moveTo>
                      <a:pt x="2805" y="1"/>
                    </a:moveTo>
                    <a:cubicBezTo>
                      <a:pt x="2769" y="1"/>
                      <a:pt x="2733" y="36"/>
                      <a:pt x="2733" y="72"/>
                    </a:cubicBezTo>
                    <a:cubicBezTo>
                      <a:pt x="2733" y="117"/>
                      <a:pt x="2769" y="153"/>
                      <a:pt x="2769" y="153"/>
                    </a:cubicBezTo>
                    <a:lnTo>
                      <a:pt x="2769" y="2814"/>
                    </a:lnTo>
                    <a:lnTo>
                      <a:pt x="2319" y="3218"/>
                    </a:lnTo>
                    <a:lnTo>
                      <a:pt x="2319" y="4872"/>
                    </a:lnTo>
                    <a:lnTo>
                      <a:pt x="1421" y="5734"/>
                    </a:lnTo>
                    <a:lnTo>
                      <a:pt x="1421" y="8610"/>
                    </a:lnTo>
                    <a:lnTo>
                      <a:pt x="899" y="8125"/>
                    </a:lnTo>
                    <a:lnTo>
                      <a:pt x="899" y="5168"/>
                    </a:lnTo>
                    <a:lnTo>
                      <a:pt x="935" y="5132"/>
                    </a:lnTo>
                    <a:cubicBezTo>
                      <a:pt x="935" y="5096"/>
                      <a:pt x="899" y="5060"/>
                      <a:pt x="863" y="5060"/>
                    </a:cubicBezTo>
                    <a:cubicBezTo>
                      <a:pt x="827" y="5060"/>
                      <a:pt x="782" y="5096"/>
                      <a:pt x="782" y="5132"/>
                    </a:cubicBezTo>
                    <a:cubicBezTo>
                      <a:pt x="782" y="5132"/>
                      <a:pt x="782" y="5168"/>
                      <a:pt x="827" y="5168"/>
                    </a:cubicBezTo>
                    <a:lnTo>
                      <a:pt x="827" y="6031"/>
                    </a:lnTo>
                    <a:lnTo>
                      <a:pt x="37" y="5321"/>
                    </a:lnTo>
                    <a:lnTo>
                      <a:pt x="37" y="4872"/>
                    </a:lnTo>
                    <a:lnTo>
                      <a:pt x="827" y="4117"/>
                    </a:lnTo>
                    <a:lnTo>
                      <a:pt x="863" y="4162"/>
                    </a:lnTo>
                    <a:cubicBezTo>
                      <a:pt x="899" y="4162"/>
                      <a:pt x="935" y="4117"/>
                      <a:pt x="935" y="4081"/>
                    </a:cubicBezTo>
                    <a:cubicBezTo>
                      <a:pt x="935" y="4045"/>
                      <a:pt x="899" y="4009"/>
                      <a:pt x="863" y="4009"/>
                    </a:cubicBezTo>
                    <a:cubicBezTo>
                      <a:pt x="827" y="4009"/>
                      <a:pt x="782" y="4045"/>
                      <a:pt x="782" y="4081"/>
                    </a:cubicBezTo>
                    <a:lnTo>
                      <a:pt x="1" y="4836"/>
                    </a:lnTo>
                    <a:lnTo>
                      <a:pt x="1" y="5357"/>
                    </a:lnTo>
                    <a:lnTo>
                      <a:pt x="827" y="6103"/>
                    </a:lnTo>
                    <a:lnTo>
                      <a:pt x="827" y="8125"/>
                    </a:lnTo>
                    <a:lnTo>
                      <a:pt x="1421" y="8691"/>
                    </a:lnTo>
                    <a:lnTo>
                      <a:pt x="1421" y="16330"/>
                    </a:lnTo>
                    <a:lnTo>
                      <a:pt x="1457" y="16330"/>
                    </a:lnTo>
                    <a:lnTo>
                      <a:pt x="1457" y="5734"/>
                    </a:lnTo>
                    <a:lnTo>
                      <a:pt x="2400" y="4872"/>
                    </a:lnTo>
                    <a:lnTo>
                      <a:pt x="2400" y="3263"/>
                    </a:lnTo>
                    <a:lnTo>
                      <a:pt x="2850" y="2849"/>
                    </a:lnTo>
                    <a:lnTo>
                      <a:pt x="2850" y="153"/>
                    </a:lnTo>
                    <a:cubicBezTo>
                      <a:pt x="2886" y="153"/>
                      <a:pt x="2886" y="117"/>
                      <a:pt x="2886" y="72"/>
                    </a:cubicBezTo>
                    <a:cubicBezTo>
                      <a:pt x="2886" y="36"/>
                      <a:pt x="2850" y="1"/>
                      <a:pt x="280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24"/>
              <p:cNvSpPr/>
              <p:nvPr/>
            </p:nvSpPr>
            <p:spPr>
              <a:xfrm>
                <a:off x="4496262" y="3857378"/>
                <a:ext cx="117166" cy="807994"/>
              </a:xfrm>
              <a:custGeom>
                <a:avLst/>
                <a:gdLst/>
                <a:ahLst/>
                <a:cxnLst/>
                <a:rect l="l" t="t" r="r" b="b"/>
                <a:pathLst>
                  <a:path w="945" h="6517" extrusionOk="0">
                    <a:moveTo>
                      <a:pt x="82" y="1"/>
                    </a:moveTo>
                    <a:cubicBezTo>
                      <a:pt x="46" y="1"/>
                      <a:pt x="1" y="36"/>
                      <a:pt x="1" y="72"/>
                    </a:cubicBezTo>
                    <a:cubicBezTo>
                      <a:pt x="1" y="108"/>
                      <a:pt x="46" y="144"/>
                      <a:pt x="82" y="144"/>
                    </a:cubicBezTo>
                    <a:lnTo>
                      <a:pt x="118" y="144"/>
                    </a:lnTo>
                    <a:lnTo>
                      <a:pt x="900" y="863"/>
                    </a:lnTo>
                    <a:lnTo>
                      <a:pt x="900" y="1313"/>
                    </a:lnTo>
                    <a:lnTo>
                      <a:pt x="118" y="2023"/>
                    </a:lnTo>
                    <a:lnTo>
                      <a:pt x="118" y="1160"/>
                    </a:lnTo>
                    <a:cubicBezTo>
                      <a:pt x="154" y="1160"/>
                      <a:pt x="154" y="1160"/>
                      <a:pt x="154" y="1124"/>
                    </a:cubicBezTo>
                    <a:cubicBezTo>
                      <a:pt x="154" y="1088"/>
                      <a:pt x="118" y="1043"/>
                      <a:pt x="82" y="1043"/>
                    </a:cubicBezTo>
                    <a:cubicBezTo>
                      <a:pt x="46" y="1043"/>
                      <a:pt x="1" y="1088"/>
                      <a:pt x="1" y="1124"/>
                    </a:cubicBezTo>
                    <a:cubicBezTo>
                      <a:pt x="1" y="1160"/>
                      <a:pt x="1" y="1160"/>
                      <a:pt x="46" y="1160"/>
                    </a:cubicBezTo>
                    <a:lnTo>
                      <a:pt x="46" y="6516"/>
                    </a:lnTo>
                    <a:lnTo>
                      <a:pt x="118" y="6516"/>
                    </a:lnTo>
                    <a:lnTo>
                      <a:pt x="118" y="2095"/>
                    </a:lnTo>
                    <a:lnTo>
                      <a:pt x="945" y="1349"/>
                    </a:lnTo>
                    <a:lnTo>
                      <a:pt x="945" y="818"/>
                    </a:lnTo>
                    <a:lnTo>
                      <a:pt x="154" y="108"/>
                    </a:lnTo>
                    <a:lnTo>
                      <a:pt x="154" y="72"/>
                    </a:lnTo>
                    <a:cubicBezTo>
                      <a:pt x="154" y="36"/>
                      <a:pt x="118" y="1"/>
                      <a:pt x="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24"/>
              <p:cNvSpPr/>
              <p:nvPr/>
            </p:nvSpPr>
            <p:spPr>
              <a:xfrm>
                <a:off x="3214877" y="2728642"/>
                <a:ext cx="134896" cy="1936731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15621" extrusionOk="0">
                    <a:moveTo>
                      <a:pt x="81" y="1"/>
                    </a:moveTo>
                    <a:cubicBezTo>
                      <a:pt x="45" y="1"/>
                      <a:pt x="1" y="36"/>
                      <a:pt x="1" y="81"/>
                    </a:cubicBezTo>
                    <a:cubicBezTo>
                      <a:pt x="1" y="117"/>
                      <a:pt x="45" y="117"/>
                      <a:pt x="81" y="153"/>
                    </a:cubicBezTo>
                    <a:lnTo>
                      <a:pt x="81" y="3523"/>
                    </a:lnTo>
                    <a:lnTo>
                      <a:pt x="980" y="4386"/>
                    </a:lnTo>
                    <a:lnTo>
                      <a:pt x="980" y="12133"/>
                    </a:lnTo>
                    <a:lnTo>
                      <a:pt x="81" y="12996"/>
                    </a:lnTo>
                    <a:lnTo>
                      <a:pt x="81" y="15620"/>
                    </a:lnTo>
                    <a:lnTo>
                      <a:pt x="117" y="15620"/>
                    </a:lnTo>
                    <a:lnTo>
                      <a:pt x="117" y="15171"/>
                    </a:lnTo>
                    <a:lnTo>
                      <a:pt x="1052" y="14308"/>
                    </a:lnTo>
                    <a:lnTo>
                      <a:pt x="1052" y="13032"/>
                    </a:lnTo>
                    <a:cubicBezTo>
                      <a:pt x="1088" y="13032"/>
                      <a:pt x="1088" y="12996"/>
                      <a:pt x="1088" y="12960"/>
                    </a:cubicBezTo>
                    <a:cubicBezTo>
                      <a:pt x="1088" y="12924"/>
                      <a:pt x="1052" y="12888"/>
                      <a:pt x="1016" y="12888"/>
                    </a:cubicBezTo>
                    <a:cubicBezTo>
                      <a:pt x="980" y="12888"/>
                      <a:pt x="944" y="12924"/>
                      <a:pt x="944" y="12960"/>
                    </a:cubicBezTo>
                    <a:cubicBezTo>
                      <a:pt x="944" y="12996"/>
                      <a:pt x="980" y="13032"/>
                      <a:pt x="980" y="13032"/>
                    </a:cubicBezTo>
                    <a:lnTo>
                      <a:pt x="980" y="14308"/>
                    </a:lnTo>
                    <a:lnTo>
                      <a:pt x="117" y="15090"/>
                    </a:lnTo>
                    <a:lnTo>
                      <a:pt x="117" y="12996"/>
                    </a:lnTo>
                    <a:lnTo>
                      <a:pt x="1052" y="12133"/>
                    </a:lnTo>
                    <a:lnTo>
                      <a:pt x="1052" y="4350"/>
                    </a:lnTo>
                    <a:lnTo>
                      <a:pt x="117" y="3523"/>
                    </a:lnTo>
                    <a:lnTo>
                      <a:pt x="117" y="153"/>
                    </a:lnTo>
                    <a:cubicBezTo>
                      <a:pt x="153" y="117"/>
                      <a:pt x="189" y="117"/>
                      <a:pt x="189" y="81"/>
                    </a:cubicBezTo>
                    <a:cubicBezTo>
                      <a:pt x="189" y="36"/>
                      <a:pt x="153" y="1"/>
                      <a:pt x="8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24"/>
              <p:cNvSpPr/>
              <p:nvPr/>
            </p:nvSpPr>
            <p:spPr>
              <a:xfrm>
                <a:off x="1399737" y="3304664"/>
                <a:ext cx="274255" cy="1360708"/>
              </a:xfrm>
              <a:custGeom>
                <a:avLst/>
                <a:gdLst/>
                <a:ahLst/>
                <a:cxnLst/>
                <a:rect l="l" t="t" r="r" b="b"/>
                <a:pathLst>
                  <a:path w="2212" h="10975" extrusionOk="0">
                    <a:moveTo>
                      <a:pt x="81" y="1"/>
                    </a:moveTo>
                    <a:cubicBezTo>
                      <a:pt x="36" y="1"/>
                      <a:pt x="0" y="37"/>
                      <a:pt x="0" y="73"/>
                    </a:cubicBezTo>
                    <a:cubicBezTo>
                      <a:pt x="0" y="109"/>
                      <a:pt x="36" y="154"/>
                      <a:pt x="81" y="154"/>
                    </a:cubicBezTo>
                    <a:lnTo>
                      <a:pt x="81" y="1457"/>
                    </a:lnTo>
                    <a:lnTo>
                      <a:pt x="1016" y="2320"/>
                    </a:lnTo>
                    <a:lnTo>
                      <a:pt x="1016" y="9923"/>
                    </a:lnTo>
                    <a:lnTo>
                      <a:pt x="2139" y="10974"/>
                    </a:lnTo>
                    <a:lnTo>
                      <a:pt x="2211" y="10974"/>
                    </a:lnTo>
                    <a:lnTo>
                      <a:pt x="1052" y="9923"/>
                    </a:lnTo>
                    <a:lnTo>
                      <a:pt x="1052" y="2320"/>
                    </a:lnTo>
                    <a:lnTo>
                      <a:pt x="153" y="1457"/>
                    </a:lnTo>
                    <a:lnTo>
                      <a:pt x="153" y="154"/>
                    </a:lnTo>
                    <a:lnTo>
                      <a:pt x="153" y="73"/>
                    </a:lnTo>
                    <a:cubicBezTo>
                      <a:pt x="153" y="37"/>
                      <a:pt x="153" y="1"/>
                      <a:pt x="8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24"/>
              <p:cNvSpPr/>
              <p:nvPr/>
            </p:nvSpPr>
            <p:spPr>
              <a:xfrm>
                <a:off x="4101866" y="3304664"/>
                <a:ext cx="283182" cy="1360708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10975" extrusionOk="0">
                    <a:moveTo>
                      <a:pt x="710" y="1"/>
                    </a:moveTo>
                    <a:cubicBezTo>
                      <a:pt x="638" y="1"/>
                      <a:pt x="638" y="1"/>
                      <a:pt x="638" y="37"/>
                    </a:cubicBezTo>
                    <a:cubicBezTo>
                      <a:pt x="638" y="109"/>
                      <a:pt x="638" y="109"/>
                      <a:pt x="710" y="109"/>
                    </a:cubicBezTo>
                    <a:lnTo>
                      <a:pt x="755" y="109"/>
                    </a:lnTo>
                    <a:lnTo>
                      <a:pt x="1609" y="936"/>
                    </a:lnTo>
                    <a:lnTo>
                      <a:pt x="1609" y="8422"/>
                    </a:lnTo>
                    <a:lnTo>
                      <a:pt x="117" y="9815"/>
                    </a:lnTo>
                    <a:lnTo>
                      <a:pt x="117" y="9321"/>
                    </a:lnTo>
                    <a:lnTo>
                      <a:pt x="1277" y="8242"/>
                    </a:lnTo>
                    <a:lnTo>
                      <a:pt x="1277" y="1277"/>
                    </a:lnTo>
                    <a:cubicBezTo>
                      <a:pt x="1313" y="1277"/>
                      <a:pt x="1348" y="1232"/>
                      <a:pt x="1348" y="1232"/>
                    </a:cubicBezTo>
                    <a:cubicBezTo>
                      <a:pt x="1348" y="1196"/>
                      <a:pt x="1313" y="1160"/>
                      <a:pt x="1277" y="1160"/>
                    </a:cubicBezTo>
                    <a:cubicBezTo>
                      <a:pt x="1205" y="1160"/>
                      <a:pt x="1160" y="1196"/>
                      <a:pt x="1160" y="1232"/>
                    </a:cubicBezTo>
                    <a:cubicBezTo>
                      <a:pt x="1160" y="1232"/>
                      <a:pt x="1205" y="1277"/>
                      <a:pt x="1241" y="1277"/>
                    </a:cubicBezTo>
                    <a:lnTo>
                      <a:pt x="1241" y="8242"/>
                    </a:lnTo>
                    <a:lnTo>
                      <a:pt x="117" y="9249"/>
                    </a:lnTo>
                    <a:lnTo>
                      <a:pt x="117" y="7523"/>
                    </a:lnTo>
                    <a:cubicBezTo>
                      <a:pt x="153" y="7487"/>
                      <a:pt x="153" y="7487"/>
                      <a:pt x="153" y="7451"/>
                    </a:cubicBezTo>
                    <a:cubicBezTo>
                      <a:pt x="153" y="7415"/>
                      <a:pt x="153" y="7379"/>
                      <a:pt x="81" y="7379"/>
                    </a:cubicBezTo>
                    <a:cubicBezTo>
                      <a:pt x="36" y="7379"/>
                      <a:pt x="0" y="7415"/>
                      <a:pt x="0" y="7451"/>
                    </a:cubicBezTo>
                    <a:cubicBezTo>
                      <a:pt x="0" y="7487"/>
                      <a:pt x="36" y="7487"/>
                      <a:pt x="81" y="7523"/>
                    </a:cubicBezTo>
                    <a:lnTo>
                      <a:pt x="81" y="10974"/>
                    </a:lnTo>
                    <a:lnTo>
                      <a:pt x="117" y="10974"/>
                    </a:lnTo>
                    <a:lnTo>
                      <a:pt x="117" y="9887"/>
                    </a:lnTo>
                    <a:lnTo>
                      <a:pt x="2247" y="7937"/>
                    </a:lnTo>
                    <a:lnTo>
                      <a:pt x="2247" y="5133"/>
                    </a:lnTo>
                    <a:cubicBezTo>
                      <a:pt x="2247" y="5133"/>
                      <a:pt x="2283" y="5097"/>
                      <a:pt x="2283" y="5052"/>
                    </a:cubicBezTo>
                    <a:cubicBezTo>
                      <a:pt x="2283" y="5016"/>
                      <a:pt x="2247" y="5016"/>
                      <a:pt x="2211" y="5016"/>
                    </a:cubicBezTo>
                    <a:cubicBezTo>
                      <a:pt x="2175" y="5016"/>
                      <a:pt x="2139" y="5016"/>
                      <a:pt x="2139" y="5052"/>
                    </a:cubicBezTo>
                    <a:cubicBezTo>
                      <a:pt x="2139" y="5097"/>
                      <a:pt x="2139" y="5133"/>
                      <a:pt x="2175" y="5133"/>
                    </a:cubicBezTo>
                    <a:lnTo>
                      <a:pt x="2175" y="7901"/>
                    </a:lnTo>
                    <a:lnTo>
                      <a:pt x="1690" y="8350"/>
                    </a:lnTo>
                    <a:lnTo>
                      <a:pt x="1690" y="936"/>
                    </a:lnTo>
                    <a:lnTo>
                      <a:pt x="791" y="73"/>
                    </a:lnTo>
                    <a:lnTo>
                      <a:pt x="791" y="37"/>
                    </a:lnTo>
                    <a:cubicBezTo>
                      <a:pt x="791" y="1"/>
                      <a:pt x="755" y="1"/>
                      <a:pt x="71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24"/>
              <p:cNvSpPr/>
              <p:nvPr/>
            </p:nvSpPr>
            <p:spPr>
              <a:xfrm>
                <a:off x="4046197" y="3930900"/>
                <a:ext cx="18970" cy="734472"/>
              </a:xfrm>
              <a:custGeom>
                <a:avLst/>
                <a:gdLst/>
                <a:ahLst/>
                <a:cxnLst/>
                <a:rect l="l" t="t" r="r" b="b"/>
                <a:pathLst>
                  <a:path w="153" h="5924" extrusionOk="0">
                    <a:moveTo>
                      <a:pt x="81" y="1"/>
                    </a:moveTo>
                    <a:cubicBezTo>
                      <a:pt x="36" y="1"/>
                      <a:pt x="0" y="46"/>
                      <a:pt x="0" y="82"/>
                    </a:cubicBezTo>
                    <a:cubicBezTo>
                      <a:pt x="0" y="118"/>
                      <a:pt x="0" y="153"/>
                      <a:pt x="36" y="153"/>
                    </a:cubicBezTo>
                    <a:lnTo>
                      <a:pt x="36" y="5923"/>
                    </a:lnTo>
                    <a:lnTo>
                      <a:pt x="117" y="5923"/>
                    </a:lnTo>
                    <a:lnTo>
                      <a:pt x="117" y="153"/>
                    </a:lnTo>
                    <a:cubicBezTo>
                      <a:pt x="117" y="153"/>
                      <a:pt x="153" y="118"/>
                      <a:pt x="153" y="82"/>
                    </a:cubicBezTo>
                    <a:cubicBezTo>
                      <a:pt x="153" y="46"/>
                      <a:pt x="117" y="1"/>
                      <a:pt x="8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24"/>
              <p:cNvSpPr/>
              <p:nvPr/>
            </p:nvSpPr>
            <p:spPr>
              <a:xfrm>
                <a:off x="2788121" y="3109764"/>
                <a:ext cx="134896" cy="1555608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12547" extrusionOk="0">
                    <a:moveTo>
                      <a:pt x="1016" y="0"/>
                    </a:moveTo>
                    <a:cubicBezTo>
                      <a:pt x="971" y="0"/>
                      <a:pt x="935" y="36"/>
                      <a:pt x="935" y="72"/>
                    </a:cubicBezTo>
                    <a:cubicBezTo>
                      <a:pt x="935" y="108"/>
                      <a:pt x="935" y="153"/>
                      <a:pt x="971" y="153"/>
                    </a:cubicBezTo>
                    <a:lnTo>
                      <a:pt x="971" y="6669"/>
                    </a:lnTo>
                    <a:lnTo>
                      <a:pt x="0" y="7567"/>
                    </a:lnTo>
                    <a:lnTo>
                      <a:pt x="0" y="12546"/>
                    </a:lnTo>
                    <a:lnTo>
                      <a:pt x="72" y="12546"/>
                    </a:lnTo>
                    <a:lnTo>
                      <a:pt x="72" y="7603"/>
                    </a:lnTo>
                    <a:lnTo>
                      <a:pt x="1052" y="6705"/>
                    </a:lnTo>
                    <a:lnTo>
                      <a:pt x="1052" y="153"/>
                    </a:lnTo>
                    <a:cubicBezTo>
                      <a:pt x="1088" y="153"/>
                      <a:pt x="1088" y="108"/>
                      <a:pt x="1088" y="72"/>
                    </a:cubicBezTo>
                    <a:cubicBezTo>
                      <a:pt x="1088" y="36"/>
                      <a:pt x="1052" y="0"/>
                      <a:pt x="101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24"/>
              <p:cNvSpPr/>
              <p:nvPr/>
            </p:nvSpPr>
            <p:spPr>
              <a:xfrm>
                <a:off x="1348407" y="2812206"/>
                <a:ext cx="269791" cy="1853166"/>
              </a:xfrm>
              <a:custGeom>
                <a:avLst/>
                <a:gdLst/>
                <a:ahLst/>
                <a:cxnLst/>
                <a:rect l="l" t="t" r="r" b="b"/>
                <a:pathLst>
                  <a:path w="2176" h="14947" extrusionOk="0">
                    <a:moveTo>
                      <a:pt x="82" y="1"/>
                    </a:moveTo>
                    <a:cubicBezTo>
                      <a:pt x="46" y="1"/>
                      <a:pt x="1" y="37"/>
                      <a:pt x="1" y="81"/>
                    </a:cubicBezTo>
                    <a:cubicBezTo>
                      <a:pt x="1" y="117"/>
                      <a:pt x="1" y="153"/>
                      <a:pt x="46" y="153"/>
                    </a:cubicBezTo>
                    <a:lnTo>
                      <a:pt x="46" y="5653"/>
                    </a:lnTo>
                    <a:lnTo>
                      <a:pt x="980" y="6480"/>
                    </a:lnTo>
                    <a:lnTo>
                      <a:pt x="980" y="13895"/>
                    </a:lnTo>
                    <a:lnTo>
                      <a:pt x="2104" y="14946"/>
                    </a:lnTo>
                    <a:lnTo>
                      <a:pt x="2176" y="14946"/>
                    </a:lnTo>
                    <a:lnTo>
                      <a:pt x="1052" y="13859"/>
                    </a:lnTo>
                    <a:lnTo>
                      <a:pt x="1052" y="6480"/>
                    </a:lnTo>
                    <a:lnTo>
                      <a:pt x="118" y="5618"/>
                    </a:lnTo>
                    <a:lnTo>
                      <a:pt x="118" y="153"/>
                    </a:lnTo>
                    <a:cubicBezTo>
                      <a:pt x="154" y="153"/>
                      <a:pt x="154" y="117"/>
                      <a:pt x="154" y="81"/>
                    </a:cubicBezTo>
                    <a:cubicBezTo>
                      <a:pt x="154" y="37"/>
                      <a:pt x="118" y="1"/>
                      <a:pt x="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24"/>
              <p:cNvSpPr/>
              <p:nvPr/>
            </p:nvSpPr>
            <p:spPr>
              <a:xfrm>
                <a:off x="4617768" y="3309128"/>
                <a:ext cx="129440" cy="1356245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0939" extrusionOk="0">
                    <a:moveTo>
                      <a:pt x="72" y="1"/>
                    </a:moveTo>
                    <a:cubicBezTo>
                      <a:pt x="36" y="1"/>
                      <a:pt x="1" y="37"/>
                      <a:pt x="1" y="73"/>
                    </a:cubicBezTo>
                    <a:cubicBezTo>
                      <a:pt x="1" y="118"/>
                      <a:pt x="36" y="118"/>
                      <a:pt x="36" y="154"/>
                    </a:cubicBezTo>
                    <a:lnTo>
                      <a:pt x="36" y="3524"/>
                    </a:lnTo>
                    <a:lnTo>
                      <a:pt x="971" y="4387"/>
                    </a:lnTo>
                    <a:lnTo>
                      <a:pt x="971" y="7451"/>
                    </a:lnTo>
                    <a:lnTo>
                      <a:pt x="36" y="8314"/>
                    </a:lnTo>
                    <a:lnTo>
                      <a:pt x="36" y="10938"/>
                    </a:lnTo>
                    <a:lnTo>
                      <a:pt x="108" y="10938"/>
                    </a:lnTo>
                    <a:lnTo>
                      <a:pt x="108" y="8314"/>
                    </a:lnTo>
                    <a:lnTo>
                      <a:pt x="1043" y="7451"/>
                    </a:lnTo>
                    <a:lnTo>
                      <a:pt x="1043" y="4342"/>
                    </a:lnTo>
                    <a:lnTo>
                      <a:pt x="108" y="3488"/>
                    </a:lnTo>
                    <a:lnTo>
                      <a:pt x="108" y="154"/>
                    </a:lnTo>
                    <a:cubicBezTo>
                      <a:pt x="144" y="118"/>
                      <a:pt x="144" y="118"/>
                      <a:pt x="144" y="73"/>
                    </a:cubicBezTo>
                    <a:cubicBezTo>
                      <a:pt x="144" y="37"/>
                      <a:pt x="108" y="1"/>
                      <a:pt x="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24"/>
              <p:cNvSpPr/>
              <p:nvPr/>
            </p:nvSpPr>
            <p:spPr>
              <a:xfrm>
                <a:off x="5323862" y="3444021"/>
                <a:ext cx="134896" cy="1221352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9851" extrusionOk="0">
                    <a:moveTo>
                      <a:pt x="1007" y="0"/>
                    </a:moveTo>
                    <a:cubicBezTo>
                      <a:pt x="935" y="0"/>
                      <a:pt x="899" y="36"/>
                      <a:pt x="899" y="72"/>
                    </a:cubicBezTo>
                    <a:lnTo>
                      <a:pt x="935" y="108"/>
                    </a:lnTo>
                    <a:lnTo>
                      <a:pt x="0" y="935"/>
                    </a:lnTo>
                    <a:lnTo>
                      <a:pt x="0" y="9850"/>
                    </a:lnTo>
                    <a:lnTo>
                      <a:pt x="72" y="9850"/>
                    </a:lnTo>
                    <a:lnTo>
                      <a:pt x="72" y="935"/>
                    </a:lnTo>
                    <a:lnTo>
                      <a:pt x="971" y="153"/>
                    </a:lnTo>
                    <a:lnTo>
                      <a:pt x="1007" y="153"/>
                    </a:lnTo>
                    <a:cubicBezTo>
                      <a:pt x="1043" y="153"/>
                      <a:pt x="1088" y="108"/>
                      <a:pt x="1088" y="72"/>
                    </a:cubicBezTo>
                    <a:cubicBezTo>
                      <a:pt x="1088" y="36"/>
                      <a:pt x="1043" y="0"/>
                      <a:pt x="100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24"/>
              <p:cNvSpPr/>
              <p:nvPr/>
            </p:nvSpPr>
            <p:spPr>
              <a:xfrm>
                <a:off x="5002865" y="3230027"/>
                <a:ext cx="135020" cy="1435345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11577" extrusionOk="0">
                    <a:moveTo>
                      <a:pt x="1016" y="1"/>
                    </a:moveTo>
                    <a:cubicBezTo>
                      <a:pt x="980" y="1"/>
                      <a:pt x="935" y="37"/>
                      <a:pt x="935" y="82"/>
                    </a:cubicBezTo>
                    <a:cubicBezTo>
                      <a:pt x="935" y="118"/>
                      <a:pt x="935" y="154"/>
                      <a:pt x="980" y="154"/>
                    </a:cubicBezTo>
                    <a:lnTo>
                      <a:pt x="980" y="5878"/>
                    </a:lnTo>
                    <a:lnTo>
                      <a:pt x="1" y="6777"/>
                    </a:lnTo>
                    <a:lnTo>
                      <a:pt x="1" y="11576"/>
                    </a:lnTo>
                    <a:lnTo>
                      <a:pt x="82" y="11576"/>
                    </a:lnTo>
                    <a:lnTo>
                      <a:pt x="82" y="6822"/>
                    </a:lnTo>
                    <a:lnTo>
                      <a:pt x="1052" y="5923"/>
                    </a:lnTo>
                    <a:lnTo>
                      <a:pt x="1052" y="154"/>
                    </a:lnTo>
                    <a:cubicBezTo>
                      <a:pt x="1088" y="154"/>
                      <a:pt x="1088" y="118"/>
                      <a:pt x="1088" y="82"/>
                    </a:cubicBezTo>
                    <a:cubicBezTo>
                      <a:pt x="1088" y="37"/>
                      <a:pt x="1052" y="1"/>
                      <a:pt x="101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24"/>
              <p:cNvSpPr/>
              <p:nvPr/>
            </p:nvSpPr>
            <p:spPr>
              <a:xfrm>
                <a:off x="5114328" y="4391123"/>
                <a:ext cx="111586" cy="274249"/>
              </a:xfrm>
              <a:custGeom>
                <a:avLst/>
                <a:gdLst/>
                <a:ahLst/>
                <a:cxnLst/>
                <a:rect l="l" t="t" r="r" b="b"/>
                <a:pathLst>
                  <a:path w="900" h="2212" extrusionOk="0">
                    <a:moveTo>
                      <a:pt x="81" y="0"/>
                    </a:moveTo>
                    <a:cubicBezTo>
                      <a:pt x="36" y="0"/>
                      <a:pt x="0" y="36"/>
                      <a:pt x="0" y="72"/>
                    </a:cubicBezTo>
                    <a:cubicBezTo>
                      <a:pt x="0" y="108"/>
                      <a:pt x="36" y="153"/>
                      <a:pt x="81" y="153"/>
                    </a:cubicBezTo>
                    <a:lnTo>
                      <a:pt x="81" y="1537"/>
                    </a:lnTo>
                    <a:lnTo>
                      <a:pt x="791" y="2211"/>
                    </a:lnTo>
                    <a:lnTo>
                      <a:pt x="899" y="2211"/>
                    </a:lnTo>
                    <a:lnTo>
                      <a:pt x="153" y="1501"/>
                    </a:lnTo>
                    <a:lnTo>
                      <a:pt x="153" y="108"/>
                    </a:lnTo>
                    <a:lnTo>
                      <a:pt x="153" y="72"/>
                    </a:lnTo>
                    <a:cubicBezTo>
                      <a:pt x="153" y="36"/>
                      <a:pt x="153" y="0"/>
                      <a:pt x="8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24"/>
              <p:cNvSpPr/>
              <p:nvPr/>
            </p:nvSpPr>
            <p:spPr>
              <a:xfrm>
                <a:off x="5648083" y="4219531"/>
                <a:ext cx="19094" cy="445841"/>
              </a:xfrm>
              <a:custGeom>
                <a:avLst/>
                <a:gdLst/>
                <a:ahLst/>
                <a:cxnLst/>
                <a:rect l="l" t="t" r="r" b="b"/>
                <a:pathLst>
                  <a:path w="154" h="3596" extrusionOk="0">
                    <a:moveTo>
                      <a:pt x="81" y="0"/>
                    </a:moveTo>
                    <a:cubicBezTo>
                      <a:pt x="45" y="0"/>
                      <a:pt x="0" y="36"/>
                      <a:pt x="0" y="72"/>
                    </a:cubicBezTo>
                    <a:cubicBezTo>
                      <a:pt x="0" y="108"/>
                      <a:pt x="0" y="108"/>
                      <a:pt x="45" y="144"/>
                    </a:cubicBezTo>
                    <a:lnTo>
                      <a:pt x="45" y="3595"/>
                    </a:lnTo>
                    <a:lnTo>
                      <a:pt x="117" y="3595"/>
                    </a:lnTo>
                    <a:lnTo>
                      <a:pt x="117" y="144"/>
                    </a:lnTo>
                    <a:cubicBezTo>
                      <a:pt x="117" y="108"/>
                      <a:pt x="153" y="108"/>
                      <a:pt x="153" y="72"/>
                    </a:cubicBezTo>
                    <a:cubicBezTo>
                      <a:pt x="153" y="36"/>
                      <a:pt x="117" y="0"/>
                      <a:pt x="8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24"/>
              <p:cNvSpPr/>
              <p:nvPr/>
            </p:nvSpPr>
            <p:spPr>
              <a:xfrm>
                <a:off x="5992389" y="2812206"/>
                <a:ext cx="274255" cy="1853166"/>
              </a:xfrm>
              <a:custGeom>
                <a:avLst/>
                <a:gdLst/>
                <a:ahLst/>
                <a:cxnLst/>
                <a:rect l="l" t="t" r="r" b="b"/>
                <a:pathLst>
                  <a:path w="2212" h="14947" extrusionOk="0">
                    <a:moveTo>
                      <a:pt x="2130" y="1"/>
                    </a:moveTo>
                    <a:cubicBezTo>
                      <a:pt x="2058" y="1"/>
                      <a:pt x="2023" y="37"/>
                      <a:pt x="2023" y="81"/>
                    </a:cubicBezTo>
                    <a:cubicBezTo>
                      <a:pt x="2023" y="117"/>
                      <a:pt x="2058" y="153"/>
                      <a:pt x="2094" y="153"/>
                    </a:cubicBezTo>
                    <a:lnTo>
                      <a:pt x="2094" y="5618"/>
                    </a:lnTo>
                    <a:lnTo>
                      <a:pt x="1160" y="6480"/>
                    </a:lnTo>
                    <a:lnTo>
                      <a:pt x="1160" y="13859"/>
                    </a:lnTo>
                    <a:lnTo>
                      <a:pt x="0" y="14946"/>
                    </a:lnTo>
                    <a:lnTo>
                      <a:pt x="72" y="14946"/>
                    </a:lnTo>
                    <a:lnTo>
                      <a:pt x="1232" y="13895"/>
                    </a:lnTo>
                    <a:lnTo>
                      <a:pt x="1232" y="6480"/>
                    </a:lnTo>
                    <a:lnTo>
                      <a:pt x="2130" y="5653"/>
                    </a:lnTo>
                    <a:lnTo>
                      <a:pt x="2130" y="153"/>
                    </a:lnTo>
                    <a:cubicBezTo>
                      <a:pt x="2166" y="153"/>
                      <a:pt x="2211" y="117"/>
                      <a:pt x="2211" y="81"/>
                    </a:cubicBezTo>
                    <a:cubicBezTo>
                      <a:pt x="2211" y="37"/>
                      <a:pt x="2166" y="1"/>
                      <a:pt x="21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24"/>
              <p:cNvSpPr/>
              <p:nvPr/>
            </p:nvSpPr>
            <p:spPr>
              <a:xfrm>
                <a:off x="5653662" y="2859071"/>
                <a:ext cx="380014" cy="1806301"/>
              </a:xfrm>
              <a:custGeom>
                <a:avLst/>
                <a:gdLst/>
                <a:ahLst/>
                <a:cxnLst/>
                <a:rect l="l" t="t" r="r" b="b"/>
                <a:pathLst>
                  <a:path w="3065" h="14569" extrusionOk="0">
                    <a:moveTo>
                      <a:pt x="971" y="0"/>
                    </a:moveTo>
                    <a:cubicBezTo>
                      <a:pt x="935" y="0"/>
                      <a:pt x="899" y="36"/>
                      <a:pt x="899" y="72"/>
                    </a:cubicBezTo>
                    <a:cubicBezTo>
                      <a:pt x="899" y="108"/>
                      <a:pt x="899" y="108"/>
                      <a:pt x="935" y="153"/>
                    </a:cubicBezTo>
                    <a:lnTo>
                      <a:pt x="935" y="3478"/>
                    </a:lnTo>
                    <a:lnTo>
                      <a:pt x="0" y="4341"/>
                    </a:lnTo>
                    <a:lnTo>
                      <a:pt x="0" y="7450"/>
                    </a:lnTo>
                    <a:lnTo>
                      <a:pt x="935" y="8313"/>
                    </a:lnTo>
                    <a:lnTo>
                      <a:pt x="935" y="14568"/>
                    </a:lnTo>
                    <a:lnTo>
                      <a:pt x="971" y="14568"/>
                    </a:lnTo>
                    <a:lnTo>
                      <a:pt x="971" y="13103"/>
                    </a:lnTo>
                    <a:lnTo>
                      <a:pt x="2130" y="12061"/>
                    </a:lnTo>
                    <a:lnTo>
                      <a:pt x="2130" y="8610"/>
                    </a:lnTo>
                    <a:lnTo>
                      <a:pt x="3065" y="7747"/>
                    </a:lnTo>
                    <a:lnTo>
                      <a:pt x="3065" y="4646"/>
                    </a:lnTo>
                    <a:lnTo>
                      <a:pt x="2130" y="3784"/>
                    </a:lnTo>
                    <a:lnTo>
                      <a:pt x="2130" y="413"/>
                    </a:lnTo>
                    <a:cubicBezTo>
                      <a:pt x="2166" y="413"/>
                      <a:pt x="2202" y="377"/>
                      <a:pt x="2202" y="377"/>
                    </a:cubicBezTo>
                    <a:cubicBezTo>
                      <a:pt x="2202" y="333"/>
                      <a:pt x="2166" y="297"/>
                      <a:pt x="2130" y="297"/>
                    </a:cubicBezTo>
                    <a:cubicBezTo>
                      <a:pt x="2058" y="297"/>
                      <a:pt x="2022" y="333"/>
                      <a:pt x="2022" y="377"/>
                    </a:cubicBezTo>
                    <a:cubicBezTo>
                      <a:pt x="2022" y="377"/>
                      <a:pt x="2058" y="413"/>
                      <a:pt x="2094" y="413"/>
                    </a:cubicBezTo>
                    <a:lnTo>
                      <a:pt x="2094" y="3820"/>
                    </a:lnTo>
                    <a:lnTo>
                      <a:pt x="3029" y="4646"/>
                    </a:lnTo>
                    <a:lnTo>
                      <a:pt x="3029" y="7747"/>
                    </a:lnTo>
                    <a:lnTo>
                      <a:pt x="2094" y="8574"/>
                    </a:lnTo>
                    <a:lnTo>
                      <a:pt x="2094" y="12016"/>
                    </a:lnTo>
                    <a:lnTo>
                      <a:pt x="971" y="13031"/>
                    </a:lnTo>
                    <a:lnTo>
                      <a:pt x="971" y="11836"/>
                    </a:lnTo>
                    <a:lnTo>
                      <a:pt x="1528" y="11342"/>
                    </a:lnTo>
                    <a:lnTo>
                      <a:pt x="1528" y="2849"/>
                    </a:lnTo>
                    <a:cubicBezTo>
                      <a:pt x="1573" y="2849"/>
                      <a:pt x="1573" y="2804"/>
                      <a:pt x="1573" y="2768"/>
                    </a:cubicBezTo>
                    <a:cubicBezTo>
                      <a:pt x="1573" y="2732"/>
                      <a:pt x="1573" y="2696"/>
                      <a:pt x="1492" y="2696"/>
                    </a:cubicBezTo>
                    <a:cubicBezTo>
                      <a:pt x="1456" y="2696"/>
                      <a:pt x="1420" y="2732"/>
                      <a:pt x="1420" y="2768"/>
                    </a:cubicBezTo>
                    <a:cubicBezTo>
                      <a:pt x="1420" y="2804"/>
                      <a:pt x="1456" y="2849"/>
                      <a:pt x="1492" y="2849"/>
                    </a:cubicBezTo>
                    <a:lnTo>
                      <a:pt x="1492" y="11306"/>
                    </a:lnTo>
                    <a:lnTo>
                      <a:pt x="971" y="11755"/>
                    </a:lnTo>
                    <a:lnTo>
                      <a:pt x="971" y="6327"/>
                    </a:lnTo>
                    <a:cubicBezTo>
                      <a:pt x="1007" y="6327"/>
                      <a:pt x="1043" y="6291"/>
                      <a:pt x="1043" y="6255"/>
                    </a:cubicBezTo>
                    <a:cubicBezTo>
                      <a:pt x="1043" y="6219"/>
                      <a:pt x="1007" y="6174"/>
                      <a:pt x="971" y="6174"/>
                    </a:cubicBezTo>
                    <a:cubicBezTo>
                      <a:pt x="935" y="6174"/>
                      <a:pt x="899" y="6219"/>
                      <a:pt x="899" y="6255"/>
                    </a:cubicBezTo>
                    <a:cubicBezTo>
                      <a:pt x="899" y="6291"/>
                      <a:pt x="899" y="6327"/>
                      <a:pt x="935" y="6327"/>
                    </a:cubicBezTo>
                    <a:lnTo>
                      <a:pt x="935" y="8241"/>
                    </a:lnTo>
                    <a:lnTo>
                      <a:pt x="72" y="7450"/>
                    </a:lnTo>
                    <a:lnTo>
                      <a:pt x="72" y="4377"/>
                    </a:lnTo>
                    <a:lnTo>
                      <a:pt x="971" y="3523"/>
                    </a:lnTo>
                    <a:lnTo>
                      <a:pt x="971" y="153"/>
                    </a:lnTo>
                    <a:cubicBezTo>
                      <a:pt x="1007" y="108"/>
                      <a:pt x="1043" y="108"/>
                      <a:pt x="1043" y="72"/>
                    </a:cubicBezTo>
                    <a:cubicBezTo>
                      <a:pt x="1043" y="36"/>
                      <a:pt x="1007" y="0"/>
                      <a:pt x="97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24"/>
              <p:cNvSpPr/>
              <p:nvPr/>
            </p:nvSpPr>
            <p:spPr>
              <a:xfrm>
                <a:off x="5480951" y="3949869"/>
                <a:ext cx="186225" cy="715503"/>
              </a:xfrm>
              <a:custGeom>
                <a:avLst/>
                <a:gdLst/>
                <a:ahLst/>
                <a:cxnLst/>
                <a:rect l="l" t="t" r="r" b="b"/>
                <a:pathLst>
                  <a:path w="1502" h="5771" extrusionOk="0">
                    <a:moveTo>
                      <a:pt x="1429" y="0"/>
                    </a:moveTo>
                    <a:cubicBezTo>
                      <a:pt x="1393" y="0"/>
                      <a:pt x="1348" y="36"/>
                      <a:pt x="1348" y="72"/>
                    </a:cubicBezTo>
                    <a:cubicBezTo>
                      <a:pt x="1348" y="117"/>
                      <a:pt x="1348" y="117"/>
                      <a:pt x="1393" y="117"/>
                    </a:cubicBezTo>
                    <a:lnTo>
                      <a:pt x="1393" y="710"/>
                    </a:lnTo>
                    <a:lnTo>
                      <a:pt x="944" y="1124"/>
                    </a:lnTo>
                    <a:lnTo>
                      <a:pt x="944" y="4872"/>
                    </a:lnTo>
                    <a:lnTo>
                      <a:pt x="0" y="5689"/>
                    </a:lnTo>
                    <a:lnTo>
                      <a:pt x="0" y="5770"/>
                    </a:lnTo>
                    <a:lnTo>
                      <a:pt x="81" y="5770"/>
                    </a:lnTo>
                    <a:lnTo>
                      <a:pt x="81" y="5734"/>
                    </a:lnTo>
                    <a:lnTo>
                      <a:pt x="1016" y="4872"/>
                    </a:lnTo>
                    <a:lnTo>
                      <a:pt x="1016" y="1124"/>
                    </a:lnTo>
                    <a:lnTo>
                      <a:pt x="1465" y="710"/>
                    </a:lnTo>
                    <a:lnTo>
                      <a:pt x="1465" y="117"/>
                    </a:lnTo>
                    <a:cubicBezTo>
                      <a:pt x="1465" y="117"/>
                      <a:pt x="1501" y="117"/>
                      <a:pt x="1501" y="72"/>
                    </a:cubicBezTo>
                    <a:cubicBezTo>
                      <a:pt x="1501" y="36"/>
                      <a:pt x="1465" y="0"/>
                      <a:pt x="14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24"/>
              <p:cNvSpPr/>
              <p:nvPr/>
            </p:nvSpPr>
            <p:spPr>
              <a:xfrm>
                <a:off x="5430737" y="3248996"/>
                <a:ext cx="129440" cy="1416376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1424" extrusionOk="0">
                    <a:moveTo>
                      <a:pt x="971" y="1"/>
                    </a:moveTo>
                    <a:cubicBezTo>
                      <a:pt x="900" y="1"/>
                      <a:pt x="855" y="36"/>
                      <a:pt x="855" y="72"/>
                    </a:cubicBezTo>
                    <a:cubicBezTo>
                      <a:pt x="855" y="108"/>
                      <a:pt x="900" y="153"/>
                      <a:pt x="936" y="153"/>
                    </a:cubicBezTo>
                    <a:lnTo>
                      <a:pt x="936" y="10300"/>
                    </a:lnTo>
                    <a:lnTo>
                      <a:pt x="1" y="11163"/>
                    </a:lnTo>
                    <a:lnTo>
                      <a:pt x="1" y="11423"/>
                    </a:lnTo>
                    <a:lnTo>
                      <a:pt x="73" y="11423"/>
                    </a:lnTo>
                    <a:lnTo>
                      <a:pt x="73" y="11163"/>
                    </a:lnTo>
                    <a:lnTo>
                      <a:pt x="971" y="10336"/>
                    </a:lnTo>
                    <a:lnTo>
                      <a:pt x="971" y="153"/>
                    </a:lnTo>
                    <a:cubicBezTo>
                      <a:pt x="1007" y="153"/>
                      <a:pt x="1043" y="108"/>
                      <a:pt x="1043" y="72"/>
                    </a:cubicBezTo>
                    <a:cubicBezTo>
                      <a:pt x="1043" y="36"/>
                      <a:pt x="1007" y="1"/>
                      <a:pt x="97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24"/>
              <p:cNvSpPr/>
              <p:nvPr/>
            </p:nvSpPr>
            <p:spPr>
              <a:xfrm>
                <a:off x="5703752" y="4391123"/>
                <a:ext cx="19094" cy="274249"/>
              </a:xfrm>
              <a:custGeom>
                <a:avLst/>
                <a:gdLst/>
                <a:ahLst/>
                <a:cxnLst/>
                <a:rect l="l" t="t" r="r" b="b"/>
                <a:pathLst>
                  <a:path w="154" h="2212" extrusionOk="0">
                    <a:moveTo>
                      <a:pt x="82" y="0"/>
                    </a:moveTo>
                    <a:cubicBezTo>
                      <a:pt x="46" y="0"/>
                      <a:pt x="1" y="36"/>
                      <a:pt x="1" y="72"/>
                    </a:cubicBezTo>
                    <a:cubicBezTo>
                      <a:pt x="1" y="72"/>
                      <a:pt x="46" y="108"/>
                      <a:pt x="82" y="108"/>
                    </a:cubicBezTo>
                    <a:lnTo>
                      <a:pt x="82" y="2211"/>
                    </a:lnTo>
                    <a:lnTo>
                      <a:pt x="118" y="2211"/>
                    </a:lnTo>
                    <a:lnTo>
                      <a:pt x="118" y="108"/>
                    </a:lnTo>
                    <a:cubicBezTo>
                      <a:pt x="153" y="108"/>
                      <a:pt x="153" y="72"/>
                      <a:pt x="153" y="72"/>
                    </a:cubicBezTo>
                    <a:cubicBezTo>
                      <a:pt x="153" y="36"/>
                      <a:pt x="118" y="0"/>
                      <a:pt x="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24"/>
              <p:cNvSpPr/>
              <p:nvPr/>
            </p:nvSpPr>
            <p:spPr>
              <a:xfrm>
                <a:off x="4882600" y="3666817"/>
                <a:ext cx="134896" cy="998555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8054" extrusionOk="0">
                    <a:moveTo>
                      <a:pt x="1007" y="1"/>
                    </a:moveTo>
                    <a:cubicBezTo>
                      <a:pt x="971" y="1"/>
                      <a:pt x="935" y="37"/>
                      <a:pt x="935" y="73"/>
                    </a:cubicBezTo>
                    <a:cubicBezTo>
                      <a:pt x="935" y="109"/>
                      <a:pt x="935" y="109"/>
                      <a:pt x="971" y="154"/>
                    </a:cubicBezTo>
                    <a:lnTo>
                      <a:pt x="971" y="2023"/>
                    </a:lnTo>
                    <a:lnTo>
                      <a:pt x="0" y="2886"/>
                    </a:lnTo>
                    <a:lnTo>
                      <a:pt x="0" y="8053"/>
                    </a:lnTo>
                    <a:lnTo>
                      <a:pt x="72" y="8053"/>
                    </a:lnTo>
                    <a:lnTo>
                      <a:pt x="72" y="2922"/>
                    </a:lnTo>
                    <a:lnTo>
                      <a:pt x="1052" y="2023"/>
                    </a:lnTo>
                    <a:lnTo>
                      <a:pt x="1052" y="154"/>
                    </a:lnTo>
                    <a:cubicBezTo>
                      <a:pt x="1088" y="109"/>
                      <a:pt x="1088" y="109"/>
                      <a:pt x="1088" y="73"/>
                    </a:cubicBezTo>
                    <a:cubicBezTo>
                      <a:pt x="1088" y="37"/>
                      <a:pt x="1052" y="1"/>
                      <a:pt x="100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24"/>
              <p:cNvSpPr/>
              <p:nvPr/>
            </p:nvSpPr>
            <p:spPr>
              <a:xfrm>
                <a:off x="4822343" y="3471793"/>
                <a:ext cx="135020" cy="1193580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9627" extrusionOk="0">
                    <a:moveTo>
                      <a:pt x="1007" y="1"/>
                    </a:moveTo>
                    <a:cubicBezTo>
                      <a:pt x="971" y="1"/>
                      <a:pt x="935" y="1"/>
                      <a:pt x="935" y="73"/>
                    </a:cubicBezTo>
                    <a:cubicBezTo>
                      <a:pt x="935" y="73"/>
                      <a:pt x="935" y="109"/>
                      <a:pt x="971" y="109"/>
                    </a:cubicBezTo>
                    <a:lnTo>
                      <a:pt x="971" y="3407"/>
                    </a:lnTo>
                    <a:lnTo>
                      <a:pt x="1" y="4270"/>
                    </a:lnTo>
                    <a:lnTo>
                      <a:pt x="37" y="4306"/>
                    </a:lnTo>
                    <a:lnTo>
                      <a:pt x="1" y="4306"/>
                    </a:lnTo>
                    <a:lnTo>
                      <a:pt x="1" y="9626"/>
                    </a:lnTo>
                    <a:lnTo>
                      <a:pt x="73" y="9626"/>
                    </a:lnTo>
                    <a:lnTo>
                      <a:pt x="73" y="4306"/>
                    </a:lnTo>
                    <a:lnTo>
                      <a:pt x="1043" y="3407"/>
                    </a:lnTo>
                    <a:lnTo>
                      <a:pt x="1043" y="109"/>
                    </a:lnTo>
                    <a:cubicBezTo>
                      <a:pt x="1088" y="109"/>
                      <a:pt x="1088" y="73"/>
                      <a:pt x="1088" y="73"/>
                    </a:cubicBezTo>
                    <a:cubicBezTo>
                      <a:pt x="1088" y="1"/>
                      <a:pt x="1043" y="1"/>
                      <a:pt x="100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24"/>
              <p:cNvSpPr/>
              <p:nvPr/>
            </p:nvSpPr>
            <p:spPr>
              <a:xfrm>
                <a:off x="6725637" y="4024507"/>
                <a:ext cx="130432" cy="640866"/>
              </a:xfrm>
              <a:custGeom>
                <a:avLst/>
                <a:gdLst/>
                <a:ahLst/>
                <a:cxnLst/>
                <a:rect l="l" t="t" r="r" b="b"/>
                <a:pathLst>
                  <a:path w="1052" h="5169" extrusionOk="0">
                    <a:moveTo>
                      <a:pt x="971" y="1"/>
                    </a:moveTo>
                    <a:cubicBezTo>
                      <a:pt x="935" y="1"/>
                      <a:pt x="899" y="37"/>
                      <a:pt x="899" y="73"/>
                    </a:cubicBezTo>
                    <a:lnTo>
                      <a:pt x="0" y="935"/>
                    </a:lnTo>
                    <a:lnTo>
                      <a:pt x="0" y="5168"/>
                    </a:lnTo>
                    <a:lnTo>
                      <a:pt x="36" y="5168"/>
                    </a:lnTo>
                    <a:lnTo>
                      <a:pt x="36" y="935"/>
                    </a:lnTo>
                    <a:lnTo>
                      <a:pt x="935" y="108"/>
                    </a:lnTo>
                    <a:lnTo>
                      <a:pt x="971" y="144"/>
                    </a:lnTo>
                    <a:cubicBezTo>
                      <a:pt x="1016" y="144"/>
                      <a:pt x="1052" y="108"/>
                      <a:pt x="1052" y="73"/>
                    </a:cubicBezTo>
                    <a:cubicBezTo>
                      <a:pt x="1052" y="37"/>
                      <a:pt x="1016" y="1"/>
                      <a:pt x="97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24"/>
              <p:cNvSpPr/>
              <p:nvPr/>
            </p:nvSpPr>
            <p:spPr>
              <a:xfrm>
                <a:off x="5941183" y="3304664"/>
                <a:ext cx="269667" cy="1360708"/>
              </a:xfrm>
              <a:custGeom>
                <a:avLst/>
                <a:gdLst/>
                <a:ahLst/>
                <a:cxnLst/>
                <a:rect l="l" t="t" r="r" b="b"/>
                <a:pathLst>
                  <a:path w="2175" h="10975" extrusionOk="0">
                    <a:moveTo>
                      <a:pt x="2094" y="1"/>
                    </a:moveTo>
                    <a:cubicBezTo>
                      <a:pt x="2058" y="1"/>
                      <a:pt x="2022" y="37"/>
                      <a:pt x="2022" y="73"/>
                    </a:cubicBezTo>
                    <a:cubicBezTo>
                      <a:pt x="2022" y="109"/>
                      <a:pt x="2022" y="109"/>
                      <a:pt x="2058" y="154"/>
                    </a:cubicBezTo>
                    <a:lnTo>
                      <a:pt x="2058" y="1457"/>
                    </a:lnTo>
                    <a:lnTo>
                      <a:pt x="1123" y="2320"/>
                    </a:lnTo>
                    <a:lnTo>
                      <a:pt x="1123" y="9923"/>
                    </a:lnTo>
                    <a:lnTo>
                      <a:pt x="0" y="10974"/>
                    </a:lnTo>
                    <a:lnTo>
                      <a:pt x="72" y="10974"/>
                    </a:lnTo>
                    <a:lnTo>
                      <a:pt x="1195" y="9923"/>
                    </a:lnTo>
                    <a:lnTo>
                      <a:pt x="1195" y="2320"/>
                    </a:lnTo>
                    <a:lnTo>
                      <a:pt x="2094" y="1457"/>
                    </a:lnTo>
                    <a:lnTo>
                      <a:pt x="2094" y="154"/>
                    </a:lnTo>
                    <a:cubicBezTo>
                      <a:pt x="2175" y="154"/>
                      <a:pt x="2175" y="109"/>
                      <a:pt x="2175" y="73"/>
                    </a:cubicBezTo>
                    <a:cubicBezTo>
                      <a:pt x="2175" y="37"/>
                      <a:pt x="2130" y="1"/>
                      <a:pt x="209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24"/>
              <p:cNvSpPr/>
              <p:nvPr/>
            </p:nvSpPr>
            <p:spPr>
              <a:xfrm>
                <a:off x="6414682" y="2640614"/>
                <a:ext cx="357821" cy="2024758"/>
              </a:xfrm>
              <a:custGeom>
                <a:avLst/>
                <a:gdLst/>
                <a:ahLst/>
                <a:cxnLst/>
                <a:rect l="l" t="t" r="r" b="b"/>
                <a:pathLst>
                  <a:path w="2886" h="16331" extrusionOk="0">
                    <a:moveTo>
                      <a:pt x="2805" y="1"/>
                    </a:moveTo>
                    <a:cubicBezTo>
                      <a:pt x="2769" y="1"/>
                      <a:pt x="2733" y="36"/>
                      <a:pt x="2733" y="72"/>
                    </a:cubicBezTo>
                    <a:cubicBezTo>
                      <a:pt x="2733" y="117"/>
                      <a:pt x="2769" y="153"/>
                      <a:pt x="2769" y="153"/>
                    </a:cubicBezTo>
                    <a:lnTo>
                      <a:pt x="2769" y="2814"/>
                    </a:lnTo>
                    <a:lnTo>
                      <a:pt x="2319" y="3218"/>
                    </a:lnTo>
                    <a:lnTo>
                      <a:pt x="2319" y="4872"/>
                    </a:lnTo>
                    <a:lnTo>
                      <a:pt x="1421" y="5734"/>
                    </a:lnTo>
                    <a:lnTo>
                      <a:pt x="1421" y="8610"/>
                    </a:lnTo>
                    <a:lnTo>
                      <a:pt x="899" y="8125"/>
                    </a:lnTo>
                    <a:lnTo>
                      <a:pt x="899" y="5168"/>
                    </a:lnTo>
                    <a:lnTo>
                      <a:pt x="935" y="5132"/>
                    </a:lnTo>
                    <a:cubicBezTo>
                      <a:pt x="935" y="5096"/>
                      <a:pt x="899" y="5060"/>
                      <a:pt x="863" y="5060"/>
                    </a:cubicBezTo>
                    <a:cubicBezTo>
                      <a:pt x="827" y="5060"/>
                      <a:pt x="782" y="5096"/>
                      <a:pt x="782" y="5132"/>
                    </a:cubicBezTo>
                    <a:cubicBezTo>
                      <a:pt x="782" y="5132"/>
                      <a:pt x="782" y="5168"/>
                      <a:pt x="827" y="5168"/>
                    </a:cubicBezTo>
                    <a:lnTo>
                      <a:pt x="827" y="6031"/>
                    </a:lnTo>
                    <a:lnTo>
                      <a:pt x="37" y="5321"/>
                    </a:lnTo>
                    <a:lnTo>
                      <a:pt x="37" y="4872"/>
                    </a:lnTo>
                    <a:lnTo>
                      <a:pt x="827" y="4117"/>
                    </a:lnTo>
                    <a:lnTo>
                      <a:pt x="863" y="4162"/>
                    </a:lnTo>
                    <a:cubicBezTo>
                      <a:pt x="899" y="4162"/>
                      <a:pt x="935" y="4117"/>
                      <a:pt x="935" y="4081"/>
                    </a:cubicBezTo>
                    <a:cubicBezTo>
                      <a:pt x="935" y="4045"/>
                      <a:pt x="899" y="4009"/>
                      <a:pt x="863" y="4009"/>
                    </a:cubicBezTo>
                    <a:cubicBezTo>
                      <a:pt x="827" y="4009"/>
                      <a:pt x="782" y="4045"/>
                      <a:pt x="782" y="4081"/>
                    </a:cubicBezTo>
                    <a:lnTo>
                      <a:pt x="1" y="4836"/>
                    </a:lnTo>
                    <a:lnTo>
                      <a:pt x="1" y="5357"/>
                    </a:lnTo>
                    <a:lnTo>
                      <a:pt x="827" y="6103"/>
                    </a:lnTo>
                    <a:lnTo>
                      <a:pt x="827" y="8125"/>
                    </a:lnTo>
                    <a:lnTo>
                      <a:pt x="1421" y="8691"/>
                    </a:lnTo>
                    <a:lnTo>
                      <a:pt x="1421" y="16330"/>
                    </a:lnTo>
                    <a:lnTo>
                      <a:pt x="1457" y="16330"/>
                    </a:lnTo>
                    <a:lnTo>
                      <a:pt x="1457" y="5734"/>
                    </a:lnTo>
                    <a:lnTo>
                      <a:pt x="2400" y="4872"/>
                    </a:lnTo>
                    <a:lnTo>
                      <a:pt x="2400" y="3263"/>
                    </a:lnTo>
                    <a:lnTo>
                      <a:pt x="2850" y="2849"/>
                    </a:lnTo>
                    <a:lnTo>
                      <a:pt x="2850" y="153"/>
                    </a:lnTo>
                    <a:cubicBezTo>
                      <a:pt x="2886" y="153"/>
                      <a:pt x="2886" y="117"/>
                      <a:pt x="2886" y="72"/>
                    </a:cubicBezTo>
                    <a:cubicBezTo>
                      <a:pt x="2886" y="36"/>
                      <a:pt x="2850" y="1"/>
                      <a:pt x="280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24"/>
              <p:cNvSpPr/>
              <p:nvPr/>
            </p:nvSpPr>
            <p:spPr>
              <a:xfrm>
                <a:off x="6650874" y="3857378"/>
                <a:ext cx="117166" cy="807994"/>
              </a:xfrm>
              <a:custGeom>
                <a:avLst/>
                <a:gdLst/>
                <a:ahLst/>
                <a:cxnLst/>
                <a:rect l="l" t="t" r="r" b="b"/>
                <a:pathLst>
                  <a:path w="945" h="6517" extrusionOk="0">
                    <a:moveTo>
                      <a:pt x="82" y="1"/>
                    </a:moveTo>
                    <a:cubicBezTo>
                      <a:pt x="46" y="1"/>
                      <a:pt x="1" y="36"/>
                      <a:pt x="1" y="72"/>
                    </a:cubicBezTo>
                    <a:cubicBezTo>
                      <a:pt x="1" y="108"/>
                      <a:pt x="46" y="144"/>
                      <a:pt x="82" y="144"/>
                    </a:cubicBezTo>
                    <a:lnTo>
                      <a:pt x="118" y="144"/>
                    </a:lnTo>
                    <a:lnTo>
                      <a:pt x="900" y="863"/>
                    </a:lnTo>
                    <a:lnTo>
                      <a:pt x="900" y="1313"/>
                    </a:lnTo>
                    <a:lnTo>
                      <a:pt x="118" y="2023"/>
                    </a:lnTo>
                    <a:lnTo>
                      <a:pt x="118" y="1160"/>
                    </a:lnTo>
                    <a:cubicBezTo>
                      <a:pt x="154" y="1160"/>
                      <a:pt x="154" y="1160"/>
                      <a:pt x="154" y="1124"/>
                    </a:cubicBezTo>
                    <a:cubicBezTo>
                      <a:pt x="154" y="1088"/>
                      <a:pt x="118" y="1043"/>
                      <a:pt x="82" y="1043"/>
                    </a:cubicBezTo>
                    <a:cubicBezTo>
                      <a:pt x="46" y="1043"/>
                      <a:pt x="1" y="1088"/>
                      <a:pt x="1" y="1124"/>
                    </a:cubicBezTo>
                    <a:cubicBezTo>
                      <a:pt x="1" y="1160"/>
                      <a:pt x="1" y="1160"/>
                      <a:pt x="46" y="1160"/>
                    </a:cubicBezTo>
                    <a:lnTo>
                      <a:pt x="46" y="6516"/>
                    </a:lnTo>
                    <a:lnTo>
                      <a:pt x="118" y="6516"/>
                    </a:lnTo>
                    <a:lnTo>
                      <a:pt x="118" y="2095"/>
                    </a:lnTo>
                    <a:lnTo>
                      <a:pt x="945" y="1349"/>
                    </a:lnTo>
                    <a:lnTo>
                      <a:pt x="945" y="818"/>
                    </a:lnTo>
                    <a:lnTo>
                      <a:pt x="154" y="108"/>
                    </a:lnTo>
                    <a:lnTo>
                      <a:pt x="154" y="72"/>
                    </a:lnTo>
                    <a:cubicBezTo>
                      <a:pt x="154" y="36"/>
                      <a:pt x="118" y="1"/>
                      <a:pt x="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24"/>
              <p:cNvSpPr/>
              <p:nvPr/>
            </p:nvSpPr>
            <p:spPr>
              <a:xfrm>
                <a:off x="5369489" y="2728642"/>
                <a:ext cx="134896" cy="1936731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15621" extrusionOk="0">
                    <a:moveTo>
                      <a:pt x="81" y="1"/>
                    </a:moveTo>
                    <a:cubicBezTo>
                      <a:pt x="45" y="1"/>
                      <a:pt x="1" y="36"/>
                      <a:pt x="1" y="81"/>
                    </a:cubicBezTo>
                    <a:cubicBezTo>
                      <a:pt x="1" y="117"/>
                      <a:pt x="45" y="117"/>
                      <a:pt x="81" y="153"/>
                    </a:cubicBezTo>
                    <a:lnTo>
                      <a:pt x="81" y="3523"/>
                    </a:lnTo>
                    <a:lnTo>
                      <a:pt x="980" y="4386"/>
                    </a:lnTo>
                    <a:lnTo>
                      <a:pt x="980" y="12133"/>
                    </a:lnTo>
                    <a:lnTo>
                      <a:pt x="81" y="12996"/>
                    </a:lnTo>
                    <a:lnTo>
                      <a:pt x="81" y="15620"/>
                    </a:lnTo>
                    <a:lnTo>
                      <a:pt x="117" y="15620"/>
                    </a:lnTo>
                    <a:lnTo>
                      <a:pt x="117" y="15171"/>
                    </a:lnTo>
                    <a:lnTo>
                      <a:pt x="1052" y="14308"/>
                    </a:lnTo>
                    <a:lnTo>
                      <a:pt x="1052" y="13032"/>
                    </a:lnTo>
                    <a:cubicBezTo>
                      <a:pt x="1088" y="13032"/>
                      <a:pt x="1088" y="12996"/>
                      <a:pt x="1088" y="12960"/>
                    </a:cubicBezTo>
                    <a:cubicBezTo>
                      <a:pt x="1088" y="12924"/>
                      <a:pt x="1052" y="12888"/>
                      <a:pt x="1016" y="12888"/>
                    </a:cubicBezTo>
                    <a:cubicBezTo>
                      <a:pt x="980" y="12888"/>
                      <a:pt x="944" y="12924"/>
                      <a:pt x="944" y="12960"/>
                    </a:cubicBezTo>
                    <a:cubicBezTo>
                      <a:pt x="944" y="12996"/>
                      <a:pt x="980" y="13032"/>
                      <a:pt x="980" y="13032"/>
                    </a:cubicBezTo>
                    <a:lnTo>
                      <a:pt x="980" y="14308"/>
                    </a:lnTo>
                    <a:lnTo>
                      <a:pt x="117" y="15090"/>
                    </a:lnTo>
                    <a:lnTo>
                      <a:pt x="117" y="12996"/>
                    </a:lnTo>
                    <a:lnTo>
                      <a:pt x="1052" y="12133"/>
                    </a:lnTo>
                    <a:lnTo>
                      <a:pt x="1052" y="4350"/>
                    </a:lnTo>
                    <a:lnTo>
                      <a:pt x="117" y="3523"/>
                    </a:lnTo>
                    <a:lnTo>
                      <a:pt x="117" y="153"/>
                    </a:lnTo>
                    <a:cubicBezTo>
                      <a:pt x="153" y="117"/>
                      <a:pt x="189" y="117"/>
                      <a:pt x="189" y="81"/>
                    </a:cubicBezTo>
                    <a:cubicBezTo>
                      <a:pt x="189" y="36"/>
                      <a:pt x="153" y="1"/>
                      <a:pt x="8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24"/>
              <p:cNvSpPr/>
              <p:nvPr/>
            </p:nvSpPr>
            <p:spPr>
              <a:xfrm>
                <a:off x="6256477" y="3304664"/>
                <a:ext cx="283182" cy="1360708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10975" extrusionOk="0">
                    <a:moveTo>
                      <a:pt x="710" y="1"/>
                    </a:moveTo>
                    <a:cubicBezTo>
                      <a:pt x="638" y="1"/>
                      <a:pt x="638" y="1"/>
                      <a:pt x="638" y="37"/>
                    </a:cubicBezTo>
                    <a:cubicBezTo>
                      <a:pt x="638" y="109"/>
                      <a:pt x="638" y="109"/>
                      <a:pt x="710" y="109"/>
                    </a:cubicBezTo>
                    <a:lnTo>
                      <a:pt x="755" y="109"/>
                    </a:lnTo>
                    <a:lnTo>
                      <a:pt x="1609" y="936"/>
                    </a:lnTo>
                    <a:lnTo>
                      <a:pt x="1609" y="8422"/>
                    </a:lnTo>
                    <a:lnTo>
                      <a:pt x="117" y="9815"/>
                    </a:lnTo>
                    <a:lnTo>
                      <a:pt x="117" y="9321"/>
                    </a:lnTo>
                    <a:lnTo>
                      <a:pt x="1277" y="8242"/>
                    </a:lnTo>
                    <a:lnTo>
                      <a:pt x="1277" y="1277"/>
                    </a:lnTo>
                    <a:cubicBezTo>
                      <a:pt x="1313" y="1277"/>
                      <a:pt x="1348" y="1232"/>
                      <a:pt x="1348" y="1232"/>
                    </a:cubicBezTo>
                    <a:cubicBezTo>
                      <a:pt x="1348" y="1196"/>
                      <a:pt x="1313" y="1160"/>
                      <a:pt x="1277" y="1160"/>
                    </a:cubicBezTo>
                    <a:cubicBezTo>
                      <a:pt x="1205" y="1160"/>
                      <a:pt x="1160" y="1196"/>
                      <a:pt x="1160" y="1232"/>
                    </a:cubicBezTo>
                    <a:cubicBezTo>
                      <a:pt x="1160" y="1232"/>
                      <a:pt x="1205" y="1277"/>
                      <a:pt x="1241" y="1277"/>
                    </a:cubicBezTo>
                    <a:lnTo>
                      <a:pt x="1241" y="8242"/>
                    </a:lnTo>
                    <a:lnTo>
                      <a:pt x="117" y="9249"/>
                    </a:lnTo>
                    <a:lnTo>
                      <a:pt x="117" y="7523"/>
                    </a:lnTo>
                    <a:cubicBezTo>
                      <a:pt x="153" y="7487"/>
                      <a:pt x="153" y="7487"/>
                      <a:pt x="153" y="7451"/>
                    </a:cubicBezTo>
                    <a:cubicBezTo>
                      <a:pt x="153" y="7415"/>
                      <a:pt x="153" y="7379"/>
                      <a:pt x="81" y="7379"/>
                    </a:cubicBezTo>
                    <a:cubicBezTo>
                      <a:pt x="36" y="7379"/>
                      <a:pt x="0" y="7415"/>
                      <a:pt x="0" y="7451"/>
                    </a:cubicBezTo>
                    <a:cubicBezTo>
                      <a:pt x="0" y="7487"/>
                      <a:pt x="36" y="7487"/>
                      <a:pt x="81" y="7523"/>
                    </a:cubicBezTo>
                    <a:lnTo>
                      <a:pt x="81" y="10974"/>
                    </a:lnTo>
                    <a:lnTo>
                      <a:pt x="117" y="10974"/>
                    </a:lnTo>
                    <a:lnTo>
                      <a:pt x="117" y="9887"/>
                    </a:lnTo>
                    <a:lnTo>
                      <a:pt x="2247" y="7937"/>
                    </a:lnTo>
                    <a:lnTo>
                      <a:pt x="2247" y="5133"/>
                    </a:lnTo>
                    <a:cubicBezTo>
                      <a:pt x="2247" y="5133"/>
                      <a:pt x="2283" y="5097"/>
                      <a:pt x="2283" y="5052"/>
                    </a:cubicBezTo>
                    <a:cubicBezTo>
                      <a:pt x="2283" y="5016"/>
                      <a:pt x="2247" y="5016"/>
                      <a:pt x="2211" y="5016"/>
                    </a:cubicBezTo>
                    <a:cubicBezTo>
                      <a:pt x="2175" y="5016"/>
                      <a:pt x="2139" y="5016"/>
                      <a:pt x="2139" y="5052"/>
                    </a:cubicBezTo>
                    <a:cubicBezTo>
                      <a:pt x="2139" y="5097"/>
                      <a:pt x="2139" y="5133"/>
                      <a:pt x="2175" y="5133"/>
                    </a:cubicBezTo>
                    <a:lnTo>
                      <a:pt x="2175" y="7901"/>
                    </a:lnTo>
                    <a:lnTo>
                      <a:pt x="1690" y="8350"/>
                    </a:lnTo>
                    <a:lnTo>
                      <a:pt x="1690" y="936"/>
                    </a:lnTo>
                    <a:lnTo>
                      <a:pt x="791" y="73"/>
                    </a:lnTo>
                    <a:lnTo>
                      <a:pt x="791" y="37"/>
                    </a:lnTo>
                    <a:cubicBezTo>
                      <a:pt x="791" y="1"/>
                      <a:pt x="755" y="1"/>
                      <a:pt x="71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24"/>
              <p:cNvSpPr/>
              <p:nvPr/>
            </p:nvSpPr>
            <p:spPr>
              <a:xfrm>
                <a:off x="6200808" y="3930900"/>
                <a:ext cx="18970" cy="734472"/>
              </a:xfrm>
              <a:custGeom>
                <a:avLst/>
                <a:gdLst/>
                <a:ahLst/>
                <a:cxnLst/>
                <a:rect l="l" t="t" r="r" b="b"/>
                <a:pathLst>
                  <a:path w="153" h="5924" extrusionOk="0">
                    <a:moveTo>
                      <a:pt x="81" y="1"/>
                    </a:moveTo>
                    <a:cubicBezTo>
                      <a:pt x="36" y="1"/>
                      <a:pt x="0" y="46"/>
                      <a:pt x="0" y="82"/>
                    </a:cubicBezTo>
                    <a:cubicBezTo>
                      <a:pt x="0" y="118"/>
                      <a:pt x="0" y="153"/>
                      <a:pt x="36" y="153"/>
                    </a:cubicBezTo>
                    <a:lnTo>
                      <a:pt x="36" y="5923"/>
                    </a:lnTo>
                    <a:lnTo>
                      <a:pt x="117" y="5923"/>
                    </a:lnTo>
                    <a:lnTo>
                      <a:pt x="117" y="153"/>
                    </a:lnTo>
                    <a:cubicBezTo>
                      <a:pt x="117" y="153"/>
                      <a:pt x="153" y="118"/>
                      <a:pt x="153" y="82"/>
                    </a:cubicBezTo>
                    <a:cubicBezTo>
                      <a:pt x="153" y="46"/>
                      <a:pt x="117" y="1"/>
                      <a:pt x="8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24"/>
              <p:cNvSpPr/>
              <p:nvPr/>
            </p:nvSpPr>
            <p:spPr>
              <a:xfrm>
                <a:off x="4942732" y="3109764"/>
                <a:ext cx="134896" cy="1555608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12547" extrusionOk="0">
                    <a:moveTo>
                      <a:pt x="1016" y="0"/>
                    </a:moveTo>
                    <a:cubicBezTo>
                      <a:pt x="971" y="0"/>
                      <a:pt x="935" y="36"/>
                      <a:pt x="935" y="72"/>
                    </a:cubicBezTo>
                    <a:cubicBezTo>
                      <a:pt x="935" y="108"/>
                      <a:pt x="935" y="153"/>
                      <a:pt x="971" y="153"/>
                    </a:cubicBezTo>
                    <a:lnTo>
                      <a:pt x="971" y="6669"/>
                    </a:lnTo>
                    <a:lnTo>
                      <a:pt x="0" y="7567"/>
                    </a:lnTo>
                    <a:lnTo>
                      <a:pt x="0" y="12546"/>
                    </a:lnTo>
                    <a:lnTo>
                      <a:pt x="72" y="12546"/>
                    </a:lnTo>
                    <a:lnTo>
                      <a:pt x="72" y="7603"/>
                    </a:lnTo>
                    <a:lnTo>
                      <a:pt x="1052" y="6705"/>
                    </a:lnTo>
                    <a:lnTo>
                      <a:pt x="1052" y="153"/>
                    </a:lnTo>
                    <a:cubicBezTo>
                      <a:pt x="1088" y="153"/>
                      <a:pt x="1088" y="108"/>
                      <a:pt x="1088" y="72"/>
                    </a:cubicBezTo>
                    <a:cubicBezTo>
                      <a:pt x="1088" y="36"/>
                      <a:pt x="1052" y="0"/>
                      <a:pt x="101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24"/>
              <p:cNvSpPr/>
              <p:nvPr/>
            </p:nvSpPr>
            <p:spPr>
              <a:xfrm>
                <a:off x="6772379" y="3309128"/>
                <a:ext cx="129440" cy="1356245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0939" extrusionOk="0">
                    <a:moveTo>
                      <a:pt x="72" y="1"/>
                    </a:moveTo>
                    <a:cubicBezTo>
                      <a:pt x="36" y="1"/>
                      <a:pt x="1" y="37"/>
                      <a:pt x="1" y="73"/>
                    </a:cubicBezTo>
                    <a:cubicBezTo>
                      <a:pt x="1" y="118"/>
                      <a:pt x="36" y="118"/>
                      <a:pt x="36" y="154"/>
                    </a:cubicBezTo>
                    <a:lnTo>
                      <a:pt x="36" y="3524"/>
                    </a:lnTo>
                    <a:lnTo>
                      <a:pt x="971" y="4387"/>
                    </a:lnTo>
                    <a:lnTo>
                      <a:pt x="971" y="7451"/>
                    </a:lnTo>
                    <a:lnTo>
                      <a:pt x="36" y="8314"/>
                    </a:lnTo>
                    <a:lnTo>
                      <a:pt x="36" y="10938"/>
                    </a:lnTo>
                    <a:lnTo>
                      <a:pt x="108" y="10938"/>
                    </a:lnTo>
                    <a:lnTo>
                      <a:pt x="108" y="8314"/>
                    </a:lnTo>
                    <a:lnTo>
                      <a:pt x="1043" y="7451"/>
                    </a:lnTo>
                    <a:lnTo>
                      <a:pt x="1043" y="4342"/>
                    </a:lnTo>
                    <a:lnTo>
                      <a:pt x="108" y="3488"/>
                    </a:lnTo>
                    <a:lnTo>
                      <a:pt x="108" y="154"/>
                    </a:lnTo>
                    <a:cubicBezTo>
                      <a:pt x="144" y="118"/>
                      <a:pt x="144" y="118"/>
                      <a:pt x="144" y="73"/>
                    </a:cubicBezTo>
                    <a:cubicBezTo>
                      <a:pt x="144" y="37"/>
                      <a:pt x="108" y="1"/>
                      <a:pt x="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79" name="Google Shape;1279;p24"/>
            <p:cNvGrpSpPr/>
            <p:nvPr/>
          </p:nvGrpSpPr>
          <p:grpSpPr>
            <a:xfrm>
              <a:off x="7512277" y="198770"/>
              <a:ext cx="1333992" cy="4753836"/>
              <a:chOff x="7512277" y="198770"/>
              <a:chExt cx="1333992" cy="4753836"/>
            </a:xfrm>
          </p:grpSpPr>
          <p:grpSp>
            <p:nvGrpSpPr>
              <p:cNvPr id="1280" name="Google Shape;1280;p24"/>
              <p:cNvGrpSpPr/>
              <p:nvPr/>
            </p:nvGrpSpPr>
            <p:grpSpPr>
              <a:xfrm>
                <a:off x="8713358" y="1337670"/>
                <a:ext cx="132911" cy="199379"/>
                <a:chOff x="2778349" y="5640986"/>
                <a:chExt cx="508847" cy="763610"/>
              </a:xfrm>
            </p:grpSpPr>
            <p:sp>
              <p:nvSpPr>
                <p:cNvPr id="1281" name="Google Shape;1281;p24"/>
                <p:cNvSpPr/>
                <p:nvPr/>
              </p:nvSpPr>
              <p:spPr>
                <a:xfrm>
                  <a:off x="2832095" y="5640986"/>
                  <a:ext cx="401355" cy="310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59" h="12424" extrusionOk="0">
                      <a:moveTo>
                        <a:pt x="8075" y="1"/>
                      </a:moveTo>
                      <a:cubicBezTo>
                        <a:pt x="7989" y="1"/>
                        <a:pt x="7902" y="2"/>
                        <a:pt x="7816" y="5"/>
                      </a:cubicBezTo>
                      <a:cubicBezTo>
                        <a:pt x="3426" y="165"/>
                        <a:pt x="1" y="3805"/>
                        <a:pt x="1" y="8194"/>
                      </a:cubicBezTo>
                      <a:lnTo>
                        <a:pt x="1" y="12423"/>
                      </a:lnTo>
                      <a:lnTo>
                        <a:pt x="2980" y="12423"/>
                      </a:lnTo>
                      <a:lnTo>
                        <a:pt x="2980" y="8194"/>
                      </a:lnTo>
                      <a:cubicBezTo>
                        <a:pt x="2980" y="5398"/>
                        <a:pt x="5217" y="2983"/>
                        <a:pt x="7981" y="2983"/>
                      </a:cubicBezTo>
                      <a:cubicBezTo>
                        <a:pt x="8021" y="2983"/>
                        <a:pt x="8061" y="2983"/>
                        <a:pt x="8101" y="2984"/>
                      </a:cubicBezTo>
                      <a:cubicBezTo>
                        <a:pt x="10777" y="3056"/>
                        <a:pt x="12936" y="5143"/>
                        <a:pt x="13097" y="7748"/>
                      </a:cubicBezTo>
                      <a:cubicBezTo>
                        <a:pt x="13097" y="7891"/>
                        <a:pt x="13168" y="8034"/>
                        <a:pt x="13311" y="8034"/>
                      </a:cubicBezTo>
                      <a:lnTo>
                        <a:pt x="15773" y="8034"/>
                      </a:lnTo>
                      <a:cubicBezTo>
                        <a:pt x="15916" y="8034"/>
                        <a:pt x="16059" y="7891"/>
                        <a:pt x="16059" y="7748"/>
                      </a:cubicBezTo>
                      <a:cubicBezTo>
                        <a:pt x="15919" y="3446"/>
                        <a:pt x="12350" y="1"/>
                        <a:pt x="8075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2" name="Google Shape;1282;p24"/>
                <p:cNvSpPr/>
                <p:nvPr/>
              </p:nvSpPr>
              <p:spPr>
                <a:xfrm>
                  <a:off x="2778349" y="5951507"/>
                  <a:ext cx="508847" cy="453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60" h="18129" extrusionOk="0">
                      <a:moveTo>
                        <a:pt x="10171" y="5353"/>
                      </a:moveTo>
                      <a:cubicBezTo>
                        <a:pt x="11367" y="5353"/>
                        <a:pt x="12330" y="6316"/>
                        <a:pt x="12330" y="7423"/>
                      </a:cubicBezTo>
                      <a:cubicBezTo>
                        <a:pt x="12330" y="8243"/>
                        <a:pt x="11884" y="8921"/>
                        <a:pt x="11295" y="9296"/>
                      </a:cubicBezTo>
                      <a:lnTo>
                        <a:pt x="11295" y="11741"/>
                      </a:lnTo>
                      <a:cubicBezTo>
                        <a:pt x="11295" y="12329"/>
                        <a:pt x="10778" y="12775"/>
                        <a:pt x="10171" y="12775"/>
                      </a:cubicBezTo>
                      <a:cubicBezTo>
                        <a:pt x="9582" y="12775"/>
                        <a:pt x="9136" y="12329"/>
                        <a:pt x="9136" y="11741"/>
                      </a:cubicBezTo>
                      <a:lnTo>
                        <a:pt x="9136" y="9296"/>
                      </a:lnTo>
                      <a:cubicBezTo>
                        <a:pt x="8476" y="8921"/>
                        <a:pt x="8101" y="8243"/>
                        <a:pt x="8101" y="7423"/>
                      </a:cubicBezTo>
                      <a:cubicBezTo>
                        <a:pt x="8101" y="6316"/>
                        <a:pt x="8993" y="5353"/>
                        <a:pt x="10171" y="5353"/>
                      </a:cubicBezTo>
                      <a:close/>
                      <a:moveTo>
                        <a:pt x="1410" y="0"/>
                      </a:moveTo>
                      <a:cubicBezTo>
                        <a:pt x="590" y="0"/>
                        <a:pt x="1" y="589"/>
                        <a:pt x="1" y="1338"/>
                      </a:cubicBezTo>
                      <a:lnTo>
                        <a:pt x="1" y="16790"/>
                      </a:lnTo>
                      <a:cubicBezTo>
                        <a:pt x="1" y="17539"/>
                        <a:pt x="590" y="18128"/>
                        <a:pt x="1410" y="18128"/>
                      </a:cubicBezTo>
                      <a:lnTo>
                        <a:pt x="18950" y="18128"/>
                      </a:lnTo>
                      <a:cubicBezTo>
                        <a:pt x="19770" y="18128"/>
                        <a:pt x="20359" y="17539"/>
                        <a:pt x="20359" y="16790"/>
                      </a:cubicBezTo>
                      <a:lnTo>
                        <a:pt x="20359" y="1338"/>
                      </a:lnTo>
                      <a:cubicBezTo>
                        <a:pt x="20359" y="589"/>
                        <a:pt x="19770" y="0"/>
                        <a:pt x="1895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83" name="Google Shape;1283;p24"/>
              <p:cNvGrpSpPr/>
              <p:nvPr/>
            </p:nvGrpSpPr>
            <p:grpSpPr>
              <a:xfrm>
                <a:off x="7512277" y="4676943"/>
                <a:ext cx="183745" cy="275663"/>
                <a:chOff x="2778349" y="5640986"/>
                <a:chExt cx="508847" cy="763610"/>
              </a:xfrm>
            </p:grpSpPr>
            <p:sp>
              <p:nvSpPr>
                <p:cNvPr id="1284" name="Google Shape;1284;p24"/>
                <p:cNvSpPr/>
                <p:nvPr/>
              </p:nvSpPr>
              <p:spPr>
                <a:xfrm>
                  <a:off x="2832095" y="5640986"/>
                  <a:ext cx="401355" cy="310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59" h="12424" extrusionOk="0">
                      <a:moveTo>
                        <a:pt x="8075" y="1"/>
                      </a:moveTo>
                      <a:cubicBezTo>
                        <a:pt x="7989" y="1"/>
                        <a:pt x="7902" y="2"/>
                        <a:pt x="7816" y="5"/>
                      </a:cubicBezTo>
                      <a:cubicBezTo>
                        <a:pt x="3426" y="165"/>
                        <a:pt x="1" y="3805"/>
                        <a:pt x="1" y="8194"/>
                      </a:cubicBezTo>
                      <a:lnTo>
                        <a:pt x="1" y="12423"/>
                      </a:lnTo>
                      <a:lnTo>
                        <a:pt x="2980" y="12423"/>
                      </a:lnTo>
                      <a:lnTo>
                        <a:pt x="2980" y="8194"/>
                      </a:lnTo>
                      <a:cubicBezTo>
                        <a:pt x="2980" y="5398"/>
                        <a:pt x="5217" y="2983"/>
                        <a:pt x="7981" y="2983"/>
                      </a:cubicBezTo>
                      <a:cubicBezTo>
                        <a:pt x="8021" y="2983"/>
                        <a:pt x="8061" y="2983"/>
                        <a:pt x="8101" y="2984"/>
                      </a:cubicBezTo>
                      <a:cubicBezTo>
                        <a:pt x="10777" y="3056"/>
                        <a:pt x="12936" y="5143"/>
                        <a:pt x="13097" y="7748"/>
                      </a:cubicBezTo>
                      <a:cubicBezTo>
                        <a:pt x="13097" y="7891"/>
                        <a:pt x="13168" y="8034"/>
                        <a:pt x="13311" y="8034"/>
                      </a:cubicBezTo>
                      <a:lnTo>
                        <a:pt x="15773" y="8034"/>
                      </a:lnTo>
                      <a:cubicBezTo>
                        <a:pt x="15916" y="8034"/>
                        <a:pt x="16059" y="7891"/>
                        <a:pt x="16059" y="7748"/>
                      </a:cubicBezTo>
                      <a:cubicBezTo>
                        <a:pt x="15919" y="3446"/>
                        <a:pt x="12350" y="1"/>
                        <a:pt x="8075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5" name="Google Shape;1285;p24"/>
                <p:cNvSpPr/>
                <p:nvPr/>
              </p:nvSpPr>
              <p:spPr>
                <a:xfrm>
                  <a:off x="2778349" y="5951507"/>
                  <a:ext cx="508847" cy="453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60" h="18129" extrusionOk="0">
                      <a:moveTo>
                        <a:pt x="10171" y="5353"/>
                      </a:moveTo>
                      <a:cubicBezTo>
                        <a:pt x="11367" y="5353"/>
                        <a:pt x="12330" y="6316"/>
                        <a:pt x="12330" y="7423"/>
                      </a:cubicBezTo>
                      <a:cubicBezTo>
                        <a:pt x="12330" y="8243"/>
                        <a:pt x="11884" y="8921"/>
                        <a:pt x="11295" y="9296"/>
                      </a:cubicBezTo>
                      <a:lnTo>
                        <a:pt x="11295" y="11741"/>
                      </a:lnTo>
                      <a:cubicBezTo>
                        <a:pt x="11295" y="12329"/>
                        <a:pt x="10778" y="12775"/>
                        <a:pt x="10171" y="12775"/>
                      </a:cubicBezTo>
                      <a:cubicBezTo>
                        <a:pt x="9582" y="12775"/>
                        <a:pt x="9136" y="12329"/>
                        <a:pt x="9136" y="11741"/>
                      </a:cubicBezTo>
                      <a:lnTo>
                        <a:pt x="9136" y="9296"/>
                      </a:lnTo>
                      <a:cubicBezTo>
                        <a:pt x="8476" y="8921"/>
                        <a:pt x="8101" y="8243"/>
                        <a:pt x="8101" y="7423"/>
                      </a:cubicBezTo>
                      <a:cubicBezTo>
                        <a:pt x="8101" y="6316"/>
                        <a:pt x="8993" y="5353"/>
                        <a:pt x="10171" y="5353"/>
                      </a:cubicBezTo>
                      <a:close/>
                      <a:moveTo>
                        <a:pt x="1410" y="0"/>
                      </a:moveTo>
                      <a:cubicBezTo>
                        <a:pt x="590" y="0"/>
                        <a:pt x="1" y="589"/>
                        <a:pt x="1" y="1338"/>
                      </a:cubicBezTo>
                      <a:lnTo>
                        <a:pt x="1" y="16790"/>
                      </a:lnTo>
                      <a:cubicBezTo>
                        <a:pt x="1" y="17539"/>
                        <a:pt x="590" y="18128"/>
                        <a:pt x="1410" y="18128"/>
                      </a:cubicBezTo>
                      <a:lnTo>
                        <a:pt x="18950" y="18128"/>
                      </a:lnTo>
                      <a:cubicBezTo>
                        <a:pt x="19770" y="18128"/>
                        <a:pt x="20359" y="17539"/>
                        <a:pt x="20359" y="16790"/>
                      </a:cubicBezTo>
                      <a:lnTo>
                        <a:pt x="20359" y="1338"/>
                      </a:lnTo>
                      <a:cubicBezTo>
                        <a:pt x="20359" y="589"/>
                        <a:pt x="19770" y="0"/>
                        <a:pt x="1895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86" name="Google Shape;1286;p24"/>
              <p:cNvGrpSpPr/>
              <p:nvPr/>
            </p:nvGrpSpPr>
            <p:grpSpPr>
              <a:xfrm>
                <a:off x="7518171" y="198770"/>
                <a:ext cx="132911" cy="199379"/>
                <a:chOff x="2778349" y="5640986"/>
                <a:chExt cx="508847" cy="763610"/>
              </a:xfrm>
            </p:grpSpPr>
            <p:sp>
              <p:nvSpPr>
                <p:cNvPr id="1287" name="Google Shape;1287;p24"/>
                <p:cNvSpPr/>
                <p:nvPr/>
              </p:nvSpPr>
              <p:spPr>
                <a:xfrm>
                  <a:off x="2832095" y="5640986"/>
                  <a:ext cx="401355" cy="310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59" h="12424" extrusionOk="0">
                      <a:moveTo>
                        <a:pt x="8075" y="1"/>
                      </a:moveTo>
                      <a:cubicBezTo>
                        <a:pt x="7989" y="1"/>
                        <a:pt x="7902" y="2"/>
                        <a:pt x="7816" y="5"/>
                      </a:cubicBezTo>
                      <a:cubicBezTo>
                        <a:pt x="3426" y="165"/>
                        <a:pt x="1" y="3805"/>
                        <a:pt x="1" y="8194"/>
                      </a:cubicBezTo>
                      <a:lnTo>
                        <a:pt x="1" y="12423"/>
                      </a:lnTo>
                      <a:lnTo>
                        <a:pt x="2980" y="12423"/>
                      </a:lnTo>
                      <a:lnTo>
                        <a:pt x="2980" y="8194"/>
                      </a:lnTo>
                      <a:cubicBezTo>
                        <a:pt x="2980" y="5398"/>
                        <a:pt x="5217" y="2983"/>
                        <a:pt x="7981" y="2983"/>
                      </a:cubicBezTo>
                      <a:cubicBezTo>
                        <a:pt x="8021" y="2983"/>
                        <a:pt x="8061" y="2983"/>
                        <a:pt x="8101" y="2984"/>
                      </a:cubicBezTo>
                      <a:cubicBezTo>
                        <a:pt x="10777" y="3056"/>
                        <a:pt x="12936" y="5143"/>
                        <a:pt x="13097" y="7748"/>
                      </a:cubicBezTo>
                      <a:cubicBezTo>
                        <a:pt x="13097" y="7891"/>
                        <a:pt x="13168" y="8034"/>
                        <a:pt x="13311" y="8034"/>
                      </a:cubicBezTo>
                      <a:lnTo>
                        <a:pt x="15773" y="8034"/>
                      </a:lnTo>
                      <a:cubicBezTo>
                        <a:pt x="15916" y="8034"/>
                        <a:pt x="16059" y="7891"/>
                        <a:pt x="16059" y="7748"/>
                      </a:cubicBezTo>
                      <a:cubicBezTo>
                        <a:pt x="15919" y="3446"/>
                        <a:pt x="12350" y="1"/>
                        <a:pt x="8075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8" name="Google Shape;1288;p24"/>
                <p:cNvSpPr/>
                <p:nvPr/>
              </p:nvSpPr>
              <p:spPr>
                <a:xfrm>
                  <a:off x="2778349" y="5951507"/>
                  <a:ext cx="508847" cy="453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60" h="18129" extrusionOk="0">
                      <a:moveTo>
                        <a:pt x="10171" y="5353"/>
                      </a:moveTo>
                      <a:cubicBezTo>
                        <a:pt x="11367" y="5353"/>
                        <a:pt x="12330" y="6316"/>
                        <a:pt x="12330" y="7423"/>
                      </a:cubicBezTo>
                      <a:cubicBezTo>
                        <a:pt x="12330" y="8243"/>
                        <a:pt x="11884" y="8921"/>
                        <a:pt x="11295" y="9296"/>
                      </a:cubicBezTo>
                      <a:lnTo>
                        <a:pt x="11295" y="11741"/>
                      </a:lnTo>
                      <a:cubicBezTo>
                        <a:pt x="11295" y="12329"/>
                        <a:pt x="10778" y="12775"/>
                        <a:pt x="10171" y="12775"/>
                      </a:cubicBezTo>
                      <a:cubicBezTo>
                        <a:pt x="9582" y="12775"/>
                        <a:pt x="9136" y="12329"/>
                        <a:pt x="9136" y="11741"/>
                      </a:cubicBezTo>
                      <a:lnTo>
                        <a:pt x="9136" y="9296"/>
                      </a:lnTo>
                      <a:cubicBezTo>
                        <a:pt x="8476" y="8921"/>
                        <a:pt x="8101" y="8243"/>
                        <a:pt x="8101" y="7423"/>
                      </a:cubicBezTo>
                      <a:cubicBezTo>
                        <a:pt x="8101" y="6316"/>
                        <a:pt x="8993" y="5353"/>
                        <a:pt x="10171" y="5353"/>
                      </a:cubicBezTo>
                      <a:close/>
                      <a:moveTo>
                        <a:pt x="1410" y="0"/>
                      </a:moveTo>
                      <a:cubicBezTo>
                        <a:pt x="590" y="0"/>
                        <a:pt x="1" y="589"/>
                        <a:pt x="1" y="1338"/>
                      </a:cubicBezTo>
                      <a:lnTo>
                        <a:pt x="1" y="16790"/>
                      </a:lnTo>
                      <a:cubicBezTo>
                        <a:pt x="1" y="17539"/>
                        <a:pt x="590" y="18128"/>
                        <a:pt x="1410" y="18128"/>
                      </a:cubicBezTo>
                      <a:lnTo>
                        <a:pt x="18950" y="18128"/>
                      </a:lnTo>
                      <a:cubicBezTo>
                        <a:pt x="19770" y="18128"/>
                        <a:pt x="20359" y="17539"/>
                        <a:pt x="20359" y="16790"/>
                      </a:cubicBezTo>
                      <a:lnTo>
                        <a:pt x="20359" y="1338"/>
                      </a:lnTo>
                      <a:cubicBezTo>
                        <a:pt x="20359" y="589"/>
                        <a:pt x="19770" y="0"/>
                        <a:pt x="1895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289" name="Google Shape;1289;p24"/>
          <p:cNvSpPr txBox="1">
            <a:spLocks noGrp="1"/>
          </p:cNvSpPr>
          <p:nvPr>
            <p:ph type="ctrTitle"/>
          </p:nvPr>
        </p:nvSpPr>
        <p:spPr>
          <a:xfrm>
            <a:off x="335257" y="2906037"/>
            <a:ext cx="3201088" cy="154215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 err="1">
                <a:latin typeface="Century" panose="02040604050505020304" pitchFamily="18" charset="0"/>
              </a:rPr>
              <a:t>FakeNews</a:t>
            </a:r>
            <a:r>
              <a:rPr lang="en" sz="4000" dirty="0">
                <a:latin typeface="Century" panose="02040604050505020304" pitchFamily="18" charset="0"/>
              </a:rPr>
              <a:t> Checker</a:t>
            </a:r>
            <a:endParaRPr sz="4000" dirty="0">
              <a:solidFill>
                <a:schemeClr val="accent1"/>
              </a:solidFill>
              <a:latin typeface="Century" panose="02040604050505020304" pitchFamily="18" charset="0"/>
            </a:endParaRPr>
          </a:p>
        </p:txBody>
      </p:sp>
      <p:grpSp>
        <p:nvGrpSpPr>
          <p:cNvPr id="1292" name="Google Shape;1292;p24"/>
          <p:cNvGrpSpPr/>
          <p:nvPr/>
        </p:nvGrpSpPr>
        <p:grpSpPr>
          <a:xfrm>
            <a:off x="6515177" y="1066643"/>
            <a:ext cx="183745" cy="275663"/>
            <a:chOff x="2778349" y="5640986"/>
            <a:chExt cx="508847" cy="763610"/>
          </a:xfrm>
        </p:grpSpPr>
        <p:sp>
          <p:nvSpPr>
            <p:cNvPr id="1293" name="Google Shape;1293;p24"/>
            <p:cNvSpPr/>
            <p:nvPr/>
          </p:nvSpPr>
          <p:spPr>
            <a:xfrm>
              <a:off x="2832095" y="5640986"/>
              <a:ext cx="401355" cy="310507"/>
            </a:xfrm>
            <a:custGeom>
              <a:avLst/>
              <a:gdLst/>
              <a:ahLst/>
              <a:cxnLst/>
              <a:rect l="l" t="t" r="r" b="b"/>
              <a:pathLst>
                <a:path w="16059" h="12424" extrusionOk="0">
                  <a:moveTo>
                    <a:pt x="8075" y="1"/>
                  </a:moveTo>
                  <a:cubicBezTo>
                    <a:pt x="7989" y="1"/>
                    <a:pt x="7902" y="2"/>
                    <a:pt x="7816" y="5"/>
                  </a:cubicBezTo>
                  <a:cubicBezTo>
                    <a:pt x="3426" y="165"/>
                    <a:pt x="1" y="3805"/>
                    <a:pt x="1" y="8194"/>
                  </a:cubicBezTo>
                  <a:lnTo>
                    <a:pt x="1" y="12423"/>
                  </a:lnTo>
                  <a:lnTo>
                    <a:pt x="2980" y="12423"/>
                  </a:lnTo>
                  <a:lnTo>
                    <a:pt x="2980" y="8194"/>
                  </a:lnTo>
                  <a:cubicBezTo>
                    <a:pt x="2980" y="5398"/>
                    <a:pt x="5217" y="2983"/>
                    <a:pt x="7981" y="2983"/>
                  </a:cubicBezTo>
                  <a:cubicBezTo>
                    <a:pt x="8021" y="2983"/>
                    <a:pt x="8061" y="2983"/>
                    <a:pt x="8101" y="2984"/>
                  </a:cubicBezTo>
                  <a:cubicBezTo>
                    <a:pt x="10777" y="3056"/>
                    <a:pt x="12936" y="5143"/>
                    <a:pt x="13097" y="7748"/>
                  </a:cubicBezTo>
                  <a:cubicBezTo>
                    <a:pt x="13097" y="7891"/>
                    <a:pt x="13168" y="8034"/>
                    <a:pt x="13311" y="8034"/>
                  </a:cubicBezTo>
                  <a:lnTo>
                    <a:pt x="15773" y="8034"/>
                  </a:lnTo>
                  <a:cubicBezTo>
                    <a:pt x="15916" y="8034"/>
                    <a:pt x="16059" y="7891"/>
                    <a:pt x="16059" y="7748"/>
                  </a:cubicBezTo>
                  <a:cubicBezTo>
                    <a:pt x="15919" y="3446"/>
                    <a:pt x="12350" y="1"/>
                    <a:pt x="807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4"/>
            <p:cNvSpPr/>
            <p:nvPr/>
          </p:nvSpPr>
          <p:spPr>
            <a:xfrm>
              <a:off x="2778349" y="5951507"/>
              <a:ext cx="508847" cy="453089"/>
            </a:xfrm>
            <a:custGeom>
              <a:avLst/>
              <a:gdLst/>
              <a:ahLst/>
              <a:cxnLst/>
              <a:rect l="l" t="t" r="r" b="b"/>
              <a:pathLst>
                <a:path w="20360" h="18129" extrusionOk="0">
                  <a:moveTo>
                    <a:pt x="10171" y="5353"/>
                  </a:moveTo>
                  <a:cubicBezTo>
                    <a:pt x="11367" y="5353"/>
                    <a:pt x="12330" y="6316"/>
                    <a:pt x="12330" y="7423"/>
                  </a:cubicBezTo>
                  <a:cubicBezTo>
                    <a:pt x="12330" y="8243"/>
                    <a:pt x="11884" y="8921"/>
                    <a:pt x="11295" y="9296"/>
                  </a:cubicBezTo>
                  <a:lnTo>
                    <a:pt x="11295" y="11741"/>
                  </a:lnTo>
                  <a:cubicBezTo>
                    <a:pt x="11295" y="12329"/>
                    <a:pt x="10778" y="12775"/>
                    <a:pt x="10171" y="12775"/>
                  </a:cubicBezTo>
                  <a:cubicBezTo>
                    <a:pt x="9582" y="12775"/>
                    <a:pt x="9136" y="12329"/>
                    <a:pt x="9136" y="11741"/>
                  </a:cubicBezTo>
                  <a:lnTo>
                    <a:pt x="9136" y="9296"/>
                  </a:lnTo>
                  <a:cubicBezTo>
                    <a:pt x="8476" y="8921"/>
                    <a:pt x="8101" y="8243"/>
                    <a:pt x="8101" y="7423"/>
                  </a:cubicBezTo>
                  <a:cubicBezTo>
                    <a:pt x="8101" y="6316"/>
                    <a:pt x="8993" y="5353"/>
                    <a:pt x="10171" y="5353"/>
                  </a:cubicBezTo>
                  <a:close/>
                  <a:moveTo>
                    <a:pt x="1410" y="0"/>
                  </a:moveTo>
                  <a:cubicBezTo>
                    <a:pt x="590" y="0"/>
                    <a:pt x="1" y="589"/>
                    <a:pt x="1" y="1338"/>
                  </a:cubicBezTo>
                  <a:lnTo>
                    <a:pt x="1" y="16790"/>
                  </a:lnTo>
                  <a:cubicBezTo>
                    <a:pt x="1" y="17539"/>
                    <a:pt x="590" y="18128"/>
                    <a:pt x="1410" y="18128"/>
                  </a:cubicBezTo>
                  <a:lnTo>
                    <a:pt x="18950" y="18128"/>
                  </a:lnTo>
                  <a:cubicBezTo>
                    <a:pt x="19770" y="18128"/>
                    <a:pt x="20359" y="17539"/>
                    <a:pt x="20359" y="16790"/>
                  </a:cubicBezTo>
                  <a:lnTo>
                    <a:pt x="20359" y="1338"/>
                  </a:lnTo>
                  <a:cubicBezTo>
                    <a:pt x="20359" y="589"/>
                    <a:pt x="19770" y="0"/>
                    <a:pt x="1895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3" name="Immagine 12" descr="Immagine che contiene Elementi grafici, simbolo, logo, Carattere&#10;&#10;Il contenuto generato dall'IA potrebbe non essere corretto.">
            <a:extLst>
              <a:ext uri="{FF2B5EF4-FFF2-40B4-BE49-F238E27FC236}">
                <a16:creationId xmlns:a16="http://schemas.microsoft.com/office/drawing/2014/main" id="{039AB00D-0224-5F8E-6210-5AD0FA49D2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782" b="18089"/>
          <a:stretch>
            <a:fillRect/>
          </a:stretch>
        </p:blipFill>
        <p:spPr>
          <a:xfrm>
            <a:off x="3209882" y="756129"/>
            <a:ext cx="4381022" cy="2005852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B5018AE6-BD75-1525-ADC0-ACE685FC2370}"/>
              </a:ext>
            </a:extLst>
          </p:cNvPr>
          <p:cNvSpPr txBox="1"/>
          <p:nvPr/>
        </p:nvSpPr>
        <p:spPr>
          <a:xfrm>
            <a:off x="5092847" y="3044046"/>
            <a:ext cx="14868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2"/>
                </a:solidFill>
              </a:rPr>
              <a:t>Swami Falasca 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E85E106-58C2-7CC4-9551-FFEC09B16B95}"/>
              </a:ext>
            </a:extLst>
          </p:cNvPr>
          <p:cNvSpPr txBox="1"/>
          <p:nvPr/>
        </p:nvSpPr>
        <p:spPr>
          <a:xfrm>
            <a:off x="5054557" y="3511933"/>
            <a:ext cx="18437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2"/>
                </a:solidFill>
              </a:rPr>
              <a:t>Federica De Simone</a:t>
            </a:r>
          </a:p>
        </p:txBody>
      </p:sp>
      <p:grpSp>
        <p:nvGrpSpPr>
          <p:cNvPr id="8" name="Gruppo 7">
            <a:extLst>
              <a:ext uri="{FF2B5EF4-FFF2-40B4-BE49-F238E27FC236}">
                <a16:creationId xmlns:a16="http://schemas.microsoft.com/office/drawing/2014/main" id="{6DDDD07B-6936-A002-905D-E587FCBB4DD9}"/>
              </a:ext>
            </a:extLst>
          </p:cNvPr>
          <p:cNvGrpSpPr/>
          <p:nvPr/>
        </p:nvGrpSpPr>
        <p:grpSpPr>
          <a:xfrm>
            <a:off x="4763392" y="3044046"/>
            <a:ext cx="282859" cy="750746"/>
            <a:chOff x="7435939" y="3892952"/>
            <a:chExt cx="282859" cy="750746"/>
          </a:xfrm>
        </p:grpSpPr>
        <p:pic>
          <p:nvPicPr>
            <p:cNvPr id="9" name="Immagine 8">
              <a:extLst>
                <a:ext uri="{FF2B5EF4-FFF2-40B4-BE49-F238E27FC236}">
                  <a16:creationId xmlns:a16="http://schemas.microsoft.com/office/drawing/2014/main" id="{599DA580-4496-AE16-4EEB-9747EAF7D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35939" y="3892952"/>
              <a:ext cx="282859" cy="282859"/>
            </a:xfrm>
            <a:prstGeom prst="rect">
              <a:avLst/>
            </a:prstGeom>
          </p:spPr>
        </p:pic>
        <p:pic>
          <p:nvPicPr>
            <p:cNvPr id="10" name="Immagine 9">
              <a:extLst>
                <a:ext uri="{FF2B5EF4-FFF2-40B4-BE49-F238E27FC236}">
                  <a16:creationId xmlns:a16="http://schemas.microsoft.com/office/drawing/2014/main" id="{EEE2052E-43C8-8224-87ED-7438023F7F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35939" y="4360839"/>
              <a:ext cx="282859" cy="282859"/>
            </a:xfrm>
            <a:prstGeom prst="rect">
              <a:avLst/>
            </a:prstGeom>
          </p:spPr>
        </p:pic>
      </p:grpSp>
      <p:pic>
        <p:nvPicPr>
          <p:cNvPr id="12" name="Immagine 11">
            <a:extLst>
              <a:ext uri="{FF2B5EF4-FFF2-40B4-BE49-F238E27FC236}">
                <a16:creationId xmlns:a16="http://schemas.microsoft.com/office/drawing/2014/main" id="{04194104-C586-8AA9-BD2A-F679730A2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6415" y="3929121"/>
            <a:ext cx="282859" cy="282859"/>
          </a:xfrm>
          <a:prstGeom prst="rect">
            <a:avLst/>
          </a:prstGeo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69C0480C-B04D-0ECE-55A1-8BDC8B2F017A}"/>
              </a:ext>
            </a:extLst>
          </p:cNvPr>
          <p:cNvSpPr txBox="1"/>
          <p:nvPr/>
        </p:nvSpPr>
        <p:spPr>
          <a:xfrm>
            <a:off x="5089229" y="3944309"/>
            <a:ext cx="18437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2"/>
                </a:solidFill>
              </a:rPr>
              <a:t>Giuseppe Tirelli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8921E8B4-EDB0-02EE-25F8-F3B43BFA3AEB}"/>
              </a:ext>
            </a:extLst>
          </p:cNvPr>
          <p:cNvSpPr txBox="1"/>
          <p:nvPr/>
        </p:nvSpPr>
        <p:spPr>
          <a:xfrm>
            <a:off x="2052924" y="1460769"/>
            <a:ext cx="2710939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5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FakeNews</a:t>
            </a:r>
            <a:r>
              <a:rPr lang="it-IT" sz="25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Checker </a:t>
            </a:r>
          </a:p>
          <a:p>
            <a:endParaRPr lang="it-IT" dirty="0">
              <a:solidFill>
                <a:schemeClr val="accent2"/>
              </a:solidFill>
              <a:latin typeface="Century" panose="02040604050505020304" pitchFamily="18" charset="0"/>
            </a:endParaRPr>
          </a:p>
        </p:txBody>
      </p:sp>
      <p:pic>
        <p:nvPicPr>
          <p:cNvPr id="1026" name="Picture 2" descr="Fake news: Cosa sono, da dove provengono come riconoscerle. - DOGMA">
            <a:extLst>
              <a:ext uri="{FF2B5EF4-FFF2-40B4-BE49-F238E27FC236}">
                <a16:creationId xmlns:a16="http://schemas.microsoft.com/office/drawing/2014/main" id="{3770E52E-6E45-7BFC-EB56-3805238D1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9175" y="217464"/>
            <a:ext cx="2465295" cy="184897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DDA7973-B46E-F66C-080B-DA42F577097B}"/>
              </a:ext>
            </a:extLst>
          </p:cNvPr>
          <p:cNvSpPr txBox="1"/>
          <p:nvPr/>
        </p:nvSpPr>
        <p:spPr>
          <a:xfrm>
            <a:off x="1611853" y="2042251"/>
            <a:ext cx="47979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Sistema per contrastare la disinformazione online      </a:t>
            </a:r>
          </a:p>
        </p:txBody>
      </p:sp>
      <p:cxnSp>
        <p:nvCxnSpPr>
          <p:cNvPr id="5" name="Connettore diritto 9">
            <a:extLst>
              <a:ext uri="{FF2B5EF4-FFF2-40B4-BE49-F238E27FC236}">
                <a16:creationId xmlns:a16="http://schemas.microsoft.com/office/drawing/2014/main" id="{84FB65EA-1C36-10ED-2470-DD4349664673}"/>
              </a:ext>
            </a:extLst>
          </p:cNvPr>
          <p:cNvCxnSpPr/>
          <p:nvPr/>
        </p:nvCxnSpPr>
        <p:spPr>
          <a:xfrm>
            <a:off x="1752679" y="1925723"/>
            <a:ext cx="35062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magine 2">
            <a:extLst>
              <a:ext uri="{FF2B5EF4-FFF2-40B4-BE49-F238E27FC236}">
                <a16:creationId xmlns:a16="http://schemas.microsoft.com/office/drawing/2014/main" id="{E80EE25E-F4C1-83C5-6E1D-B98224B19C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363" y="2528110"/>
            <a:ext cx="5334001" cy="23979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B9DFA69C-A9DB-07A2-C00A-4BBA2B0F1ACA}"/>
              </a:ext>
            </a:extLst>
          </p:cNvPr>
          <p:cNvSpPr/>
          <p:nvPr/>
        </p:nvSpPr>
        <p:spPr>
          <a:xfrm>
            <a:off x="769382" y="1742671"/>
            <a:ext cx="1249441" cy="1452831"/>
          </a:xfrm>
          <a:prstGeom prst="roundRect">
            <a:avLst/>
          </a:prstGeom>
          <a:solidFill>
            <a:schemeClr val="tx1">
              <a:alpha val="3294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5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195082E-598D-2C4A-A95D-F907066E3AA4}"/>
              </a:ext>
            </a:extLst>
          </p:cNvPr>
          <p:cNvSpPr txBox="1"/>
          <p:nvPr/>
        </p:nvSpPr>
        <p:spPr>
          <a:xfrm>
            <a:off x="664747" y="2535170"/>
            <a:ext cx="148104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50" dirty="0">
                <a:solidFill>
                  <a:schemeClr val="accent2"/>
                </a:solidFill>
              </a:rPr>
              <a:t>Facilità</a:t>
            </a:r>
            <a:r>
              <a:rPr lang="it-IT" sz="1050" dirty="0"/>
              <a:t> </a:t>
            </a:r>
            <a:r>
              <a:rPr lang="it-IT" sz="1050" dirty="0">
                <a:solidFill>
                  <a:schemeClr val="accent2"/>
                </a:solidFill>
              </a:rPr>
              <a:t>d’uso</a:t>
            </a:r>
          </a:p>
        </p:txBody>
      </p:sp>
      <p:pic>
        <p:nvPicPr>
          <p:cNvPr id="6" name="Graphic 19" descr="Bullseye">
            <a:extLst>
              <a:ext uri="{FF2B5EF4-FFF2-40B4-BE49-F238E27FC236}">
                <a16:creationId xmlns:a16="http://schemas.microsoft.com/office/drawing/2014/main" id="{451565AB-3ABB-54E0-021C-57275EDC9C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735" y="1756696"/>
            <a:ext cx="730733" cy="730733"/>
          </a:xfrm>
          <a:prstGeom prst="rect">
            <a:avLst/>
          </a:prstGeom>
        </p:spPr>
      </p:pic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0576DB21-3B8F-694B-4CD4-4D9E18EAA61A}"/>
              </a:ext>
            </a:extLst>
          </p:cNvPr>
          <p:cNvSpPr/>
          <p:nvPr/>
        </p:nvSpPr>
        <p:spPr>
          <a:xfrm>
            <a:off x="2780804" y="1761013"/>
            <a:ext cx="1249441" cy="1452831"/>
          </a:xfrm>
          <a:prstGeom prst="roundRect">
            <a:avLst/>
          </a:prstGeom>
          <a:solidFill>
            <a:schemeClr val="tx1">
              <a:alpha val="3294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50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E7FF894C-24A6-4147-2A80-A2A53AF2D99B}"/>
              </a:ext>
            </a:extLst>
          </p:cNvPr>
          <p:cNvSpPr txBox="1"/>
          <p:nvPr/>
        </p:nvSpPr>
        <p:spPr>
          <a:xfrm>
            <a:off x="2676169" y="2553512"/>
            <a:ext cx="148104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50" dirty="0">
                <a:solidFill>
                  <a:schemeClr val="accent2"/>
                </a:solidFill>
              </a:rPr>
              <a:t>Fonte affidabile</a:t>
            </a:r>
          </a:p>
        </p:txBody>
      </p:sp>
      <p:pic>
        <p:nvPicPr>
          <p:cNvPr id="13" name="Graphic 19" descr="Bullseye">
            <a:extLst>
              <a:ext uri="{FF2B5EF4-FFF2-40B4-BE49-F238E27FC236}">
                <a16:creationId xmlns:a16="http://schemas.microsoft.com/office/drawing/2014/main" id="{3BF65636-4141-1F18-743D-6523907114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0157" y="1775038"/>
            <a:ext cx="730733" cy="730733"/>
          </a:xfrm>
          <a:prstGeom prst="rect">
            <a:avLst/>
          </a:prstGeom>
        </p:spPr>
      </p:pic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B13FBAF8-0C35-80E9-8024-8D370A3C67D3}"/>
              </a:ext>
            </a:extLst>
          </p:cNvPr>
          <p:cNvSpPr/>
          <p:nvPr/>
        </p:nvSpPr>
        <p:spPr>
          <a:xfrm>
            <a:off x="4887730" y="1742671"/>
            <a:ext cx="1249441" cy="1452831"/>
          </a:xfrm>
          <a:prstGeom prst="roundRect">
            <a:avLst/>
          </a:prstGeom>
          <a:solidFill>
            <a:schemeClr val="tx1">
              <a:alpha val="3294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50" dirty="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54E3FA8C-8C81-C31D-C745-F80B4CAC3357}"/>
              </a:ext>
            </a:extLst>
          </p:cNvPr>
          <p:cNvSpPr txBox="1"/>
          <p:nvPr/>
        </p:nvSpPr>
        <p:spPr>
          <a:xfrm>
            <a:off x="4783095" y="2535170"/>
            <a:ext cx="14810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50" dirty="0">
                <a:solidFill>
                  <a:schemeClr val="accent2"/>
                </a:solidFill>
              </a:rPr>
              <a:t>Consapevolezza digitale</a:t>
            </a:r>
          </a:p>
        </p:txBody>
      </p:sp>
      <p:pic>
        <p:nvPicPr>
          <p:cNvPr id="19" name="Graphic 19" descr="Bullseye">
            <a:extLst>
              <a:ext uri="{FF2B5EF4-FFF2-40B4-BE49-F238E27FC236}">
                <a16:creationId xmlns:a16="http://schemas.microsoft.com/office/drawing/2014/main" id="{3DE586F8-CA55-DB23-65C1-2B8FD44EE4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47083" y="1756696"/>
            <a:ext cx="730733" cy="730733"/>
          </a:xfrm>
          <a:prstGeom prst="rect">
            <a:avLst/>
          </a:prstGeom>
        </p:spPr>
      </p:pic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8D334499-9079-D0C3-F1F7-1318956C1C0D}"/>
              </a:ext>
            </a:extLst>
          </p:cNvPr>
          <p:cNvSpPr/>
          <p:nvPr/>
        </p:nvSpPr>
        <p:spPr>
          <a:xfrm>
            <a:off x="7141278" y="1742671"/>
            <a:ext cx="1249441" cy="1452831"/>
          </a:xfrm>
          <a:prstGeom prst="roundRect">
            <a:avLst/>
          </a:prstGeom>
          <a:solidFill>
            <a:schemeClr val="tx1">
              <a:alpha val="3294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50" dirty="0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6B3017CE-CB63-8AAA-A4F6-6D57385EB54E}"/>
              </a:ext>
            </a:extLst>
          </p:cNvPr>
          <p:cNvSpPr txBox="1"/>
          <p:nvPr/>
        </p:nvSpPr>
        <p:spPr>
          <a:xfrm>
            <a:off x="7036643" y="2535170"/>
            <a:ext cx="148104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50" dirty="0">
                <a:solidFill>
                  <a:schemeClr val="accent2"/>
                </a:solidFill>
              </a:rPr>
              <a:t>Storico segnalazioni</a:t>
            </a:r>
          </a:p>
        </p:txBody>
      </p:sp>
      <p:pic>
        <p:nvPicPr>
          <p:cNvPr id="29" name="Graphic 19" descr="Bullseye">
            <a:extLst>
              <a:ext uri="{FF2B5EF4-FFF2-40B4-BE49-F238E27FC236}">
                <a16:creationId xmlns:a16="http://schemas.microsoft.com/office/drawing/2014/main" id="{F5117BB8-0DF7-0273-A321-05E71C4C8B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00631" y="1756696"/>
            <a:ext cx="730733" cy="730733"/>
          </a:xfrm>
          <a:prstGeom prst="rect">
            <a:avLst/>
          </a:prstGeom>
        </p:spPr>
      </p:pic>
      <p:sp>
        <p:nvSpPr>
          <p:cNvPr id="31" name="Terminatore 30">
            <a:extLst>
              <a:ext uri="{FF2B5EF4-FFF2-40B4-BE49-F238E27FC236}">
                <a16:creationId xmlns:a16="http://schemas.microsoft.com/office/drawing/2014/main" id="{EAF979FE-2759-2233-C51F-71DBDCD20EB5}"/>
              </a:ext>
            </a:extLst>
          </p:cNvPr>
          <p:cNvSpPr/>
          <p:nvPr/>
        </p:nvSpPr>
        <p:spPr>
          <a:xfrm>
            <a:off x="2974109" y="299445"/>
            <a:ext cx="2826327" cy="790446"/>
          </a:xfrm>
          <a:prstGeom prst="flowChartTerminator">
            <a:avLst/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 b="1" dirty="0">
                <a:ln/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Obiettivi</a:t>
            </a:r>
            <a:endParaRPr lang="it-IT" sz="4000" dirty="0"/>
          </a:p>
        </p:txBody>
      </p:sp>
    </p:spTree>
    <p:extLst>
      <p:ext uri="{BB962C8B-B14F-4D97-AF65-F5344CB8AC3E}">
        <p14:creationId xmlns:p14="http://schemas.microsoft.com/office/powerpoint/2010/main" val="593828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diagramma, schermata, design, astronomia&#10;&#10;Il contenuto generato dall'IA potrebbe non essere corretto.">
            <a:extLst>
              <a:ext uri="{FF2B5EF4-FFF2-40B4-BE49-F238E27FC236}">
                <a16:creationId xmlns:a16="http://schemas.microsoft.com/office/drawing/2014/main" id="{7B7C694E-53B1-42F1-5C5B-5B0103582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5807" y="1062355"/>
            <a:ext cx="2542499" cy="3330000"/>
          </a:xfrm>
          <a:prstGeom prst="rect">
            <a:avLst/>
          </a:prstGeom>
        </p:spPr>
      </p:pic>
      <p:pic>
        <p:nvPicPr>
          <p:cNvPr id="8" name="Immagine 7" descr="Immagine che contiene schermata, testo, diagramma, design&#10;&#10;Il contenuto generato dall'IA potrebbe non essere corretto.">
            <a:extLst>
              <a:ext uri="{FF2B5EF4-FFF2-40B4-BE49-F238E27FC236}">
                <a16:creationId xmlns:a16="http://schemas.microsoft.com/office/drawing/2014/main" id="{2E64AC99-E7A1-E8FF-5302-82967A2A0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6099" y="1062355"/>
            <a:ext cx="2783435" cy="3190767"/>
          </a:xfrm>
          <a:prstGeom prst="rect">
            <a:avLst/>
          </a:prstGeom>
        </p:spPr>
      </p:pic>
      <p:sp>
        <p:nvSpPr>
          <p:cNvPr id="2" name="Terminatore 1">
            <a:extLst>
              <a:ext uri="{FF2B5EF4-FFF2-40B4-BE49-F238E27FC236}">
                <a16:creationId xmlns:a16="http://schemas.microsoft.com/office/drawing/2014/main" id="{AC697C98-C482-4A21-1E53-DB39C3FF9871}"/>
              </a:ext>
            </a:extLst>
          </p:cNvPr>
          <p:cNvSpPr/>
          <p:nvPr/>
        </p:nvSpPr>
        <p:spPr>
          <a:xfrm>
            <a:off x="3074275" y="180930"/>
            <a:ext cx="3216166" cy="709448"/>
          </a:xfrm>
          <a:prstGeom prst="flowChartTerminator">
            <a:avLst/>
          </a:prstGeom>
          <a:noFill/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Attori </a:t>
            </a:r>
            <a:r>
              <a:rPr lang="it-IT" sz="20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FakeNews</a:t>
            </a:r>
            <a:r>
              <a:rPr lang="it-IT" sz="20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Checker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E457B9-A527-A412-2041-E010E6DA4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2151"/>
            <a:ext cx="7886700" cy="735607"/>
          </a:xfrm>
        </p:spPr>
        <p:txBody>
          <a:bodyPr>
            <a:noAutofit/>
          </a:bodyPr>
          <a:lstStyle/>
          <a:p>
            <a:pPr algn="ctr"/>
            <a:r>
              <a:rPr lang="it-IT" sz="4500" dirty="0">
                <a:ln/>
                <a:solidFill>
                  <a:schemeClr val="accent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Requisiti</a:t>
            </a:r>
            <a:r>
              <a:rPr lang="it-IT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500" dirty="0">
                <a:ln/>
                <a:solidFill>
                  <a:schemeClr val="accent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funzionali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AB07897B-3976-6E61-1392-4B1BCE99D71B}"/>
              </a:ext>
            </a:extLst>
          </p:cNvPr>
          <p:cNvSpPr/>
          <p:nvPr/>
        </p:nvSpPr>
        <p:spPr>
          <a:xfrm>
            <a:off x="753441" y="1683085"/>
            <a:ext cx="1584435" cy="413814"/>
          </a:xfrm>
          <a:prstGeom prst="roundRect">
            <a:avLst/>
          </a:prstGeom>
          <a:solidFill>
            <a:srgbClr val="A1C9E6">
              <a:alpha val="3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chemeClr val="tx1"/>
                </a:solidFill>
              </a:rPr>
              <a:t>Registrazione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6D6A6E16-7EFB-BBBB-1420-5A0DAE3F1951}"/>
              </a:ext>
            </a:extLst>
          </p:cNvPr>
          <p:cNvSpPr/>
          <p:nvPr/>
        </p:nvSpPr>
        <p:spPr>
          <a:xfrm>
            <a:off x="790844" y="3886243"/>
            <a:ext cx="1584435" cy="413814"/>
          </a:xfrm>
          <a:prstGeom prst="roundRect">
            <a:avLst/>
          </a:prstGeom>
          <a:solidFill>
            <a:srgbClr val="A1C9E6">
              <a:alpha val="3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chemeClr val="tx1"/>
                </a:solidFill>
              </a:rPr>
              <a:t>Visualizzare storico segnalazioni</a:t>
            </a: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541E7372-2510-D2E8-AE00-3E19712889B9}"/>
              </a:ext>
            </a:extLst>
          </p:cNvPr>
          <p:cNvSpPr/>
          <p:nvPr/>
        </p:nvSpPr>
        <p:spPr>
          <a:xfrm>
            <a:off x="778371" y="3133652"/>
            <a:ext cx="1584435" cy="413814"/>
          </a:xfrm>
          <a:prstGeom prst="roundRect">
            <a:avLst/>
          </a:prstGeom>
          <a:solidFill>
            <a:srgbClr val="A1C9E6">
              <a:alpha val="3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chemeClr val="tx1"/>
                </a:solidFill>
              </a:rPr>
              <a:t>Segnalazione Notizie Sospette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BE52AE0C-B0F1-9ED9-701E-B321C13FFF93}"/>
              </a:ext>
            </a:extLst>
          </p:cNvPr>
          <p:cNvSpPr/>
          <p:nvPr/>
        </p:nvSpPr>
        <p:spPr>
          <a:xfrm>
            <a:off x="765908" y="2429368"/>
            <a:ext cx="1584435" cy="413814"/>
          </a:xfrm>
          <a:prstGeom prst="roundRect">
            <a:avLst/>
          </a:prstGeom>
          <a:solidFill>
            <a:srgbClr val="A1C9E6">
              <a:alpha val="3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chemeClr val="tx1"/>
                </a:solidFill>
              </a:rPr>
              <a:t>Consultare le notizie pubblicate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D7B48E68-7048-3346-4172-1AD49AAA5570}"/>
              </a:ext>
            </a:extLst>
          </p:cNvPr>
          <p:cNvSpPr/>
          <p:nvPr/>
        </p:nvSpPr>
        <p:spPr>
          <a:xfrm>
            <a:off x="2766845" y="1667258"/>
            <a:ext cx="1584435" cy="413814"/>
          </a:xfrm>
          <a:prstGeom prst="roundRect">
            <a:avLst/>
          </a:prstGeom>
          <a:solidFill>
            <a:srgbClr val="A1C9E6">
              <a:alpha val="3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chemeClr val="tx1"/>
                </a:solidFill>
              </a:rPr>
              <a:t>Autenticazione</a:t>
            </a: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EDB45EE2-C36A-E17F-4F3B-3AC9CFB68A60}"/>
              </a:ext>
            </a:extLst>
          </p:cNvPr>
          <p:cNvSpPr/>
          <p:nvPr/>
        </p:nvSpPr>
        <p:spPr>
          <a:xfrm>
            <a:off x="2766845" y="3133652"/>
            <a:ext cx="1584435" cy="413814"/>
          </a:xfrm>
          <a:prstGeom prst="roundRect">
            <a:avLst/>
          </a:prstGeom>
          <a:solidFill>
            <a:srgbClr val="A1C9E6">
              <a:alpha val="3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chemeClr val="tx1"/>
                </a:solidFill>
              </a:rPr>
              <a:t>Modificare i propri dati</a:t>
            </a: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F3C6D76C-66BA-C97D-4E0F-0394401C326D}"/>
              </a:ext>
            </a:extLst>
          </p:cNvPr>
          <p:cNvSpPr/>
          <p:nvPr/>
        </p:nvSpPr>
        <p:spPr>
          <a:xfrm>
            <a:off x="2779312" y="2417516"/>
            <a:ext cx="1584435" cy="413814"/>
          </a:xfrm>
          <a:prstGeom prst="roundRect">
            <a:avLst/>
          </a:prstGeom>
          <a:solidFill>
            <a:srgbClr val="A1C9E6">
              <a:alpha val="3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chemeClr val="tx1"/>
                </a:solidFill>
              </a:rPr>
              <a:t>Visualizzare i propri dati</a:t>
            </a:r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F2B13022-6C0E-D4D1-1878-80D92DD55BE7}"/>
              </a:ext>
            </a:extLst>
          </p:cNvPr>
          <p:cNvSpPr/>
          <p:nvPr/>
        </p:nvSpPr>
        <p:spPr>
          <a:xfrm>
            <a:off x="2766845" y="3849788"/>
            <a:ext cx="1584435" cy="413814"/>
          </a:xfrm>
          <a:prstGeom prst="roundRect">
            <a:avLst/>
          </a:prstGeom>
          <a:solidFill>
            <a:srgbClr val="A1C9E6">
              <a:alpha val="3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chemeClr val="tx1"/>
                </a:solidFill>
              </a:rPr>
              <a:t>Log out</a:t>
            </a:r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18FE72BF-9629-5F84-46CE-F26A64EE019D}"/>
              </a:ext>
            </a:extLst>
          </p:cNvPr>
          <p:cNvSpPr/>
          <p:nvPr/>
        </p:nvSpPr>
        <p:spPr>
          <a:xfrm>
            <a:off x="4792716" y="2790572"/>
            <a:ext cx="1584435" cy="413814"/>
          </a:xfrm>
          <a:prstGeom prst="roundRect">
            <a:avLst/>
          </a:prstGeom>
          <a:solidFill>
            <a:srgbClr val="A1C9E6">
              <a:alpha val="3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chemeClr val="tx1"/>
                </a:solidFill>
              </a:rPr>
              <a:t>Inserimento nuova notizia</a:t>
            </a:r>
          </a:p>
        </p:txBody>
      </p:sp>
      <p:sp>
        <p:nvSpPr>
          <p:cNvPr id="27" name="Rettangolo con angoli arrotondati 26">
            <a:extLst>
              <a:ext uri="{FF2B5EF4-FFF2-40B4-BE49-F238E27FC236}">
                <a16:creationId xmlns:a16="http://schemas.microsoft.com/office/drawing/2014/main" id="{8D37893C-D941-F811-88C6-21DB10D88EE5}"/>
              </a:ext>
            </a:extLst>
          </p:cNvPr>
          <p:cNvSpPr/>
          <p:nvPr/>
        </p:nvSpPr>
        <p:spPr>
          <a:xfrm>
            <a:off x="4767783" y="1801279"/>
            <a:ext cx="1584435" cy="413814"/>
          </a:xfrm>
          <a:prstGeom prst="roundRect">
            <a:avLst/>
          </a:prstGeom>
          <a:solidFill>
            <a:srgbClr val="A1C9E6">
              <a:alpha val="3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chemeClr val="tx1"/>
                </a:solidFill>
              </a:rPr>
              <a:t>Registrazione nuovo gestore</a:t>
            </a:r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A6DB538C-E9A7-28E0-6DC8-ED0CD36715ED}"/>
              </a:ext>
            </a:extLst>
          </p:cNvPr>
          <p:cNvSpPr/>
          <p:nvPr/>
        </p:nvSpPr>
        <p:spPr>
          <a:xfrm>
            <a:off x="6768722" y="2790572"/>
            <a:ext cx="1584435" cy="413814"/>
          </a:xfrm>
          <a:prstGeom prst="roundRect">
            <a:avLst/>
          </a:prstGeom>
          <a:solidFill>
            <a:srgbClr val="A1C9E6">
              <a:alpha val="3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chemeClr val="tx1"/>
                </a:solidFill>
              </a:rPr>
              <a:t>Gestione stato articolo</a:t>
            </a:r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C5350AD7-C466-B7AC-9309-1BF6B673B943}"/>
              </a:ext>
            </a:extLst>
          </p:cNvPr>
          <p:cNvSpPr/>
          <p:nvPr/>
        </p:nvSpPr>
        <p:spPr>
          <a:xfrm>
            <a:off x="6768722" y="1802942"/>
            <a:ext cx="1584435" cy="413814"/>
          </a:xfrm>
          <a:prstGeom prst="roundRect">
            <a:avLst/>
          </a:prstGeom>
          <a:solidFill>
            <a:srgbClr val="A1C9E6">
              <a:alpha val="3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chemeClr val="tx1"/>
                </a:solidFill>
              </a:rPr>
              <a:t>Impostare stato articolo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E3713E93-4D28-9018-9EAD-9C8A670785B0}"/>
              </a:ext>
            </a:extLst>
          </p:cNvPr>
          <p:cNvSpPr/>
          <p:nvPr/>
        </p:nvSpPr>
        <p:spPr>
          <a:xfrm>
            <a:off x="5844895" y="3547466"/>
            <a:ext cx="1584435" cy="413814"/>
          </a:xfrm>
          <a:prstGeom prst="roundRect">
            <a:avLst/>
          </a:prstGeom>
          <a:solidFill>
            <a:srgbClr val="A1C9E6">
              <a:alpha val="3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chemeClr val="tx1"/>
                </a:solidFill>
              </a:rPr>
              <a:t>Eliminazione notizia</a:t>
            </a:r>
          </a:p>
        </p:txBody>
      </p:sp>
      <p:sp>
        <p:nvSpPr>
          <p:cNvPr id="5" name="Terminatore 4">
            <a:extLst>
              <a:ext uri="{FF2B5EF4-FFF2-40B4-BE49-F238E27FC236}">
                <a16:creationId xmlns:a16="http://schemas.microsoft.com/office/drawing/2014/main" id="{02CE1370-0656-6672-7A07-52C9912A5DA0}"/>
              </a:ext>
            </a:extLst>
          </p:cNvPr>
          <p:cNvSpPr/>
          <p:nvPr/>
        </p:nvSpPr>
        <p:spPr>
          <a:xfrm>
            <a:off x="856832" y="1073943"/>
            <a:ext cx="1207638" cy="409129"/>
          </a:xfrm>
          <a:prstGeom prst="flowChartTerminator">
            <a:avLst/>
          </a:prstGeom>
          <a:noFill/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6"/>
                </a:solidFill>
              </a:rPr>
              <a:t>Utente non registrato</a:t>
            </a:r>
          </a:p>
        </p:txBody>
      </p:sp>
      <p:sp>
        <p:nvSpPr>
          <p:cNvPr id="6" name="Terminatore 5">
            <a:extLst>
              <a:ext uri="{FF2B5EF4-FFF2-40B4-BE49-F238E27FC236}">
                <a16:creationId xmlns:a16="http://schemas.microsoft.com/office/drawing/2014/main" id="{BE29608A-9570-12C7-1F90-9B9181EB7B30}"/>
              </a:ext>
            </a:extLst>
          </p:cNvPr>
          <p:cNvSpPr/>
          <p:nvPr/>
        </p:nvSpPr>
        <p:spPr>
          <a:xfrm>
            <a:off x="2875738" y="1077437"/>
            <a:ext cx="1207638" cy="409129"/>
          </a:xfrm>
          <a:prstGeom prst="flowChartTerminator">
            <a:avLst/>
          </a:prstGeom>
          <a:noFill/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6"/>
                </a:solidFill>
              </a:rPr>
              <a:t>Utente registrato</a:t>
            </a:r>
          </a:p>
        </p:txBody>
      </p:sp>
      <p:sp>
        <p:nvSpPr>
          <p:cNvPr id="7" name="Terminatore 6">
            <a:extLst>
              <a:ext uri="{FF2B5EF4-FFF2-40B4-BE49-F238E27FC236}">
                <a16:creationId xmlns:a16="http://schemas.microsoft.com/office/drawing/2014/main" id="{C978837D-D181-D0FC-5B0F-79BC714A04C5}"/>
              </a:ext>
            </a:extLst>
          </p:cNvPr>
          <p:cNvSpPr/>
          <p:nvPr/>
        </p:nvSpPr>
        <p:spPr>
          <a:xfrm>
            <a:off x="5844895" y="1107943"/>
            <a:ext cx="1207638" cy="409129"/>
          </a:xfrm>
          <a:prstGeom prst="flowChartTerminator">
            <a:avLst/>
          </a:prstGeom>
          <a:noFill/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6"/>
                </a:solidFill>
              </a:rPr>
              <a:t>Gestori</a:t>
            </a:r>
          </a:p>
        </p:txBody>
      </p:sp>
    </p:spTree>
    <p:extLst>
      <p:ext uri="{BB962C8B-B14F-4D97-AF65-F5344CB8AC3E}">
        <p14:creationId xmlns:p14="http://schemas.microsoft.com/office/powerpoint/2010/main" val="168175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8344D-5880-DFAC-AD13-F0946AA16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A5D1E889-EF00-4657-26C9-D1841AFC0527}"/>
              </a:ext>
            </a:extLst>
          </p:cNvPr>
          <p:cNvSpPr txBox="1">
            <a:spLocks/>
          </p:cNvSpPr>
          <p:nvPr/>
        </p:nvSpPr>
        <p:spPr>
          <a:xfrm>
            <a:off x="661248" y="65394"/>
            <a:ext cx="7886700" cy="513747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3000" b="1" dirty="0">
                <a:ln/>
                <a:solidFill>
                  <a:schemeClr val="accent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Requisiti</a:t>
            </a:r>
            <a:r>
              <a:rPr lang="it-IT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000" b="1" dirty="0">
                <a:ln/>
                <a:solidFill>
                  <a:schemeClr val="accent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non funzionali</a:t>
            </a:r>
          </a:p>
        </p:txBody>
      </p:sp>
      <p:pic>
        <p:nvPicPr>
          <p:cNvPr id="21" name="Picture 2" descr="Usability icon monochrome simple project – Royalty-Free Vector | VectorStock">
            <a:extLst>
              <a:ext uri="{FF2B5EF4-FFF2-40B4-BE49-F238E27FC236}">
                <a16:creationId xmlns:a16="http://schemas.microsoft.com/office/drawing/2014/main" id="{7FD87ABD-8CDC-157C-1D9A-A245C434BC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4" t="28775" r="33373" b="36402"/>
          <a:stretch>
            <a:fillRect/>
          </a:stretch>
        </p:blipFill>
        <p:spPr bwMode="auto">
          <a:xfrm>
            <a:off x="1031558" y="888982"/>
            <a:ext cx="567161" cy="622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Reliability - Free security icons">
            <a:extLst>
              <a:ext uri="{FF2B5EF4-FFF2-40B4-BE49-F238E27FC236}">
                <a16:creationId xmlns:a16="http://schemas.microsoft.com/office/drawing/2014/main" id="{4414A1D9-3397-0B9C-C259-7E8B383C79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5" t="2749" r="2715" b="3231"/>
          <a:stretch>
            <a:fillRect/>
          </a:stretch>
        </p:blipFill>
        <p:spPr bwMode="auto">
          <a:xfrm>
            <a:off x="3061809" y="850311"/>
            <a:ext cx="669303" cy="661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cona delle impostazioni vettore: immagine vettoriale stock (royalty free)  197842592 | Shutterstock">
            <a:extLst>
              <a:ext uri="{FF2B5EF4-FFF2-40B4-BE49-F238E27FC236}">
                <a16:creationId xmlns:a16="http://schemas.microsoft.com/office/drawing/2014/main" id="{2B574A0A-88FE-1A84-87BD-65F4BD3829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83" t="15544" r="13113" b="23133"/>
          <a:stretch>
            <a:fillRect/>
          </a:stretch>
        </p:blipFill>
        <p:spPr bwMode="auto">
          <a:xfrm>
            <a:off x="6756520" y="828674"/>
            <a:ext cx="622943" cy="564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386D4FD6-5BA7-121B-674C-FC2B1DCAA01E}"/>
              </a:ext>
            </a:extLst>
          </p:cNvPr>
          <p:cNvSpPr/>
          <p:nvPr/>
        </p:nvSpPr>
        <p:spPr>
          <a:xfrm>
            <a:off x="561355" y="1549388"/>
            <a:ext cx="1488027" cy="1507577"/>
          </a:xfrm>
          <a:prstGeom prst="roundRect">
            <a:avLst/>
          </a:prstGeom>
          <a:solidFill>
            <a:srgbClr val="A1C9E6">
              <a:alpha val="3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it-IT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Interfaccia semplice e coerente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Responsività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DA97487-6317-3870-B33A-B5E11AF24715}"/>
              </a:ext>
            </a:extLst>
          </p:cNvPr>
          <p:cNvSpPr txBox="1"/>
          <p:nvPr/>
        </p:nvSpPr>
        <p:spPr>
          <a:xfrm>
            <a:off x="359413" y="1647170"/>
            <a:ext cx="18059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Usability</a:t>
            </a:r>
            <a:endParaRPr lang="it-IT" sz="10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8837D7C1-9840-5DDE-DABD-540AE267100C}"/>
              </a:ext>
            </a:extLst>
          </p:cNvPr>
          <p:cNvSpPr/>
          <p:nvPr/>
        </p:nvSpPr>
        <p:spPr>
          <a:xfrm>
            <a:off x="2658770" y="1511876"/>
            <a:ext cx="1464995" cy="1545089"/>
          </a:xfrm>
          <a:prstGeom prst="roundRect">
            <a:avLst/>
          </a:prstGeom>
          <a:solidFill>
            <a:srgbClr val="A1C9E6">
              <a:alpha val="3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4313" indent="-214313">
              <a:buFont typeface="Arial" panose="020B0604020202020204" pitchFamily="34" charset="0"/>
              <a:buChar char="•"/>
            </a:pPr>
            <a:endParaRPr lang="it-IT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it-IT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Integrità e sicurezza dei dati </a:t>
            </a:r>
          </a:p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Gestione degli errori</a:t>
            </a:r>
          </a:p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Password sicura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3B68F01-B68B-B73F-D6E5-AB24314DF646}"/>
              </a:ext>
            </a:extLst>
          </p:cNvPr>
          <p:cNvSpPr txBox="1"/>
          <p:nvPr/>
        </p:nvSpPr>
        <p:spPr>
          <a:xfrm>
            <a:off x="2715468" y="1549388"/>
            <a:ext cx="127502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Reliability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513D53D1-38B0-3938-E9D3-9EBE7391BED0}"/>
              </a:ext>
            </a:extLst>
          </p:cNvPr>
          <p:cNvSpPr/>
          <p:nvPr/>
        </p:nvSpPr>
        <p:spPr>
          <a:xfrm>
            <a:off x="4589716" y="1475639"/>
            <a:ext cx="1464430" cy="1658037"/>
          </a:xfrm>
          <a:prstGeom prst="roundRect">
            <a:avLst/>
          </a:prstGeom>
          <a:solidFill>
            <a:srgbClr val="A1C9E6">
              <a:alpha val="3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Gestione carico utenti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AE48F8FB-0AC8-DC56-98A1-59AFB66207AF}"/>
              </a:ext>
            </a:extLst>
          </p:cNvPr>
          <p:cNvSpPr txBox="1"/>
          <p:nvPr/>
        </p:nvSpPr>
        <p:spPr>
          <a:xfrm>
            <a:off x="4526804" y="1519327"/>
            <a:ext cx="14644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</a:p>
        </p:txBody>
      </p:sp>
      <p:pic>
        <p:nvPicPr>
          <p:cNvPr id="13" name="Picture 2" descr="Icona Delle Prestazioni Del Vettore, Icone Delle Prestazioni, Analisi,  Prestazione PNG e Vector per il download gratuito">
            <a:extLst>
              <a:ext uri="{FF2B5EF4-FFF2-40B4-BE49-F238E27FC236}">
                <a16:creationId xmlns:a16="http://schemas.microsoft.com/office/drawing/2014/main" id="{127F061F-1532-2664-AA03-715A79984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6874" y="831010"/>
            <a:ext cx="564291" cy="564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B12D6C8F-7C63-D06F-7F9B-F840A5A6B1E2}"/>
              </a:ext>
            </a:extLst>
          </p:cNvPr>
          <p:cNvSpPr/>
          <p:nvPr/>
        </p:nvSpPr>
        <p:spPr>
          <a:xfrm>
            <a:off x="6502509" y="1475639"/>
            <a:ext cx="1464431" cy="1601564"/>
          </a:xfrm>
          <a:prstGeom prst="roundRect">
            <a:avLst/>
          </a:prstGeom>
          <a:solidFill>
            <a:srgbClr val="A1C9E6">
              <a:alpha val="3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Struttura modulare del codice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it-IT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Architettura three-</a:t>
            </a:r>
            <a:r>
              <a:rPr lang="it-IT" sz="1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tier</a:t>
            </a:r>
            <a:endParaRPr lang="it-IT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8A0B5462-2419-5A21-1DB6-3A36C0073437}"/>
              </a:ext>
            </a:extLst>
          </p:cNvPr>
          <p:cNvSpPr txBox="1"/>
          <p:nvPr/>
        </p:nvSpPr>
        <p:spPr>
          <a:xfrm>
            <a:off x="6486449" y="1510364"/>
            <a:ext cx="14653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Supportability</a:t>
            </a:r>
            <a:endParaRPr lang="it-IT" sz="10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15FD1C93-387F-A21B-624F-55F0F234EDD7}"/>
              </a:ext>
            </a:extLst>
          </p:cNvPr>
          <p:cNvSpPr/>
          <p:nvPr/>
        </p:nvSpPr>
        <p:spPr>
          <a:xfrm>
            <a:off x="1598719" y="3521881"/>
            <a:ext cx="1488027" cy="1507577"/>
          </a:xfrm>
          <a:prstGeom prst="roundRect">
            <a:avLst/>
          </a:prstGeom>
          <a:solidFill>
            <a:srgbClr val="A1C9E6">
              <a:alpha val="3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it-IT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Monitoraggio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Manutenzione e aggiornamenti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B6E789A1-3514-5A93-9102-F9E0B39DD6F0}"/>
              </a:ext>
            </a:extLst>
          </p:cNvPr>
          <p:cNvSpPr txBox="1"/>
          <p:nvPr/>
        </p:nvSpPr>
        <p:spPr>
          <a:xfrm>
            <a:off x="1383065" y="3701011"/>
            <a:ext cx="18059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</a:t>
            </a:r>
            <a:endParaRPr lang="it-IT" sz="10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86B57675-8A9C-C318-B817-DE9078DC0F7F}"/>
              </a:ext>
            </a:extLst>
          </p:cNvPr>
          <p:cNvSpPr/>
          <p:nvPr/>
        </p:nvSpPr>
        <p:spPr>
          <a:xfrm>
            <a:off x="5541165" y="3521881"/>
            <a:ext cx="1488027" cy="1507577"/>
          </a:xfrm>
          <a:prstGeom prst="roundRect">
            <a:avLst/>
          </a:prstGeom>
          <a:solidFill>
            <a:srgbClr val="A1C9E6">
              <a:alpha val="3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it-IT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Conformità al GDPR</a:t>
            </a:r>
          </a:p>
        </p:txBody>
      </p:sp>
      <p:pic>
        <p:nvPicPr>
          <p:cNvPr id="20" name="Picture 2" descr="413 mila immagini, foto stock e illustrazioni esenti da diritti d'autore a  tema Operate icon | Shutterstock">
            <a:extLst>
              <a:ext uri="{FF2B5EF4-FFF2-40B4-BE49-F238E27FC236}">
                <a16:creationId xmlns:a16="http://schemas.microsoft.com/office/drawing/2014/main" id="{198D221E-7536-B9DB-51B9-AE3AF6D8C7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78" t="13729" r="14434" b="20977"/>
          <a:stretch>
            <a:fillRect/>
          </a:stretch>
        </p:blipFill>
        <p:spPr bwMode="auto">
          <a:xfrm>
            <a:off x="2081761" y="2961420"/>
            <a:ext cx="524228" cy="522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134866F1-6071-55D5-CC4C-F427E1A0DA18}"/>
              </a:ext>
            </a:extLst>
          </p:cNvPr>
          <p:cNvSpPr txBox="1"/>
          <p:nvPr/>
        </p:nvSpPr>
        <p:spPr>
          <a:xfrm>
            <a:off x="5643424" y="3722911"/>
            <a:ext cx="11703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Legal</a:t>
            </a:r>
          </a:p>
        </p:txBody>
      </p:sp>
      <p:pic>
        <p:nvPicPr>
          <p:cNvPr id="25" name="Picture 4" descr="Icona di GDPR General Data Protection Regulation, stile solido 534776 Arte  vettoriale a Vecteezy">
            <a:extLst>
              <a:ext uri="{FF2B5EF4-FFF2-40B4-BE49-F238E27FC236}">
                <a16:creationId xmlns:a16="http://schemas.microsoft.com/office/drawing/2014/main" id="{04F0C063-0C46-F317-F970-C6AACC7577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82" t="13647" r="19882" b="13568"/>
          <a:stretch>
            <a:fillRect/>
          </a:stretch>
        </p:blipFill>
        <p:spPr bwMode="auto">
          <a:xfrm>
            <a:off x="6066091" y="2935042"/>
            <a:ext cx="454006" cy="548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6740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8">
          <a:extLst>
            <a:ext uri="{FF2B5EF4-FFF2-40B4-BE49-F238E27FC236}">
              <a16:creationId xmlns:a16="http://schemas.microsoft.com/office/drawing/2014/main" id="{3AF5391B-1950-B93C-84F0-EF1AABB83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603055D0-D441-0899-4CAB-982A0A777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0820" y="0"/>
            <a:ext cx="3642360" cy="794327"/>
          </a:xfrm>
        </p:spPr>
        <p:txBody>
          <a:bodyPr>
            <a:noAutofit/>
          </a:bodyPr>
          <a:lstStyle/>
          <a:p>
            <a:pPr algn="ctr"/>
            <a:r>
              <a:rPr lang="it-IT" sz="5000">
                <a:ln/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it-IT" sz="5000">
                <a:ln/>
                <a:solidFill>
                  <a:schemeClr val="accent3"/>
                </a:solidFill>
              </a:rPr>
              <a:t> </a:t>
            </a:r>
            <a:r>
              <a:rPr lang="it-IT" sz="5000">
                <a:ln/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Cases</a:t>
            </a:r>
            <a:endParaRPr lang="it-IT" sz="5000" b="1" dirty="0">
              <a:ln/>
              <a:solidFill>
                <a:schemeClr val="accent3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2" name="Picture 2" descr="Actor, diagram, uml, use case, chart, data, graph icon - Download on  Iconfinder">
            <a:extLst>
              <a:ext uri="{FF2B5EF4-FFF2-40B4-BE49-F238E27FC236}">
                <a16:creationId xmlns:a16="http://schemas.microsoft.com/office/drawing/2014/main" id="{8377067E-1AAE-DD3E-3EA5-C304977FC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1419" y="1140619"/>
            <a:ext cx="3263504" cy="326350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Ovale 3">
            <a:extLst>
              <a:ext uri="{FF2B5EF4-FFF2-40B4-BE49-F238E27FC236}">
                <a16:creationId xmlns:a16="http://schemas.microsoft.com/office/drawing/2014/main" id="{32F1FB8F-FAB6-D90C-588F-8D7182A86DEC}"/>
              </a:ext>
            </a:extLst>
          </p:cNvPr>
          <p:cNvSpPr/>
          <p:nvPr/>
        </p:nvSpPr>
        <p:spPr>
          <a:xfrm>
            <a:off x="4311078" y="1471897"/>
            <a:ext cx="1502456" cy="518686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50"/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F6D6080F-C65B-237B-4653-88AB2F7D5D87}"/>
              </a:ext>
            </a:extLst>
          </p:cNvPr>
          <p:cNvSpPr/>
          <p:nvPr/>
        </p:nvSpPr>
        <p:spPr>
          <a:xfrm>
            <a:off x="4342612" y="3552757"/>
            <a:ext cx="1502456" cy="518686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50"/>
          </a:p>
        </p:txBody>
      </p:sp>
    </p:spTree>
    <p:extLst>
      <p:ext uri="{BB962C8B-B14F-4D97-AF65-F5344CB8AC3E}">
        <p14:creationId xmlns:p14="http://schemas.microsoft.com/office/powerpoint/2010/main" val="1445788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698314-4DB9-2FE6-BE5E-29A307F45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765" y="0"/>
            <a:ext cx="7124469" cy="566057"/>
          </a:xfrm>
        </p:spPr>
        <p:txBody>
          <a:bodyPr>
            <a:normAutofit fontScale="90000"/>
          </a:bodyPr>
          <a:lstStyle/>
          <a:p>
            <a:pPr algn="ctr"/>
            <a:r>
              <a:rPr lang="it-IT" sz="3500" b="1" dirty="0">
                <a:ln/>
                <a:solidFill>
                  <a:schemeClr val="accent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UC 3: Segnalazione notizia sospetta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D2BC782-7466-2826-6EB6-25E96506FAD0}"/>
              </a:ext>
            </a:extLst>
          </p:cNvPr>
          <p:cNvSpPr txBox="1"/>
          <p:nvPr/>
        </p:nvSpPr>
        <p:spPr>
          <a:xfrm>
            <a:off x="218585" y="566057"/>
            <a:ext cx="837895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500" dirty="0">
                <a:solidFill>
                  <a:schemeClr val="accent6"/>
                </a:solidFill>
              </a:rPr>
              <a:t>Attore: Utente Registrato</a:t>
            </a:r>
          </a:p>
          <a:p>
            <a:r>
              <a:rPr lang="it-IT" sz="1500" dirty="0">
                <a:solidFill>
                  <a:schemeClr val="accent6"/>
                </a:solidFill>
              </a:rPr>
              <a:t>Entry </a:t>
            </a:r>
            <a:r>
              <a:rPr lang="it-IT" sz="1500" dirty="0" err="1">
                <a:solidFill>
                  <a:schemeClr val="accent6"/>
                </a:solidFill>
              </a:rPr>
              <a:t>Condition</a:t>
            </a:r>
            <a:r>
              <a:rPr lang="it-IT" sz="1500" dirty="0">
                <a:solidFill>
                  <a:schemeClr val="accent6"/>
                </a:solidFill>
              </a:rPr>
              <a:t>: L'utente autenticato visualizza una notizia</a:t>
            </a:r>
          </a:p>
          <a:p>
            <a:endParaRPr lang="it-IT" sz="1500" dirty="0">
              <a:solidFill>
                <a:schemeClr val="accent6"/>
              </a:solidFill>
            </a:endParaRPr>
          </a:p>
          <a:p>
            <a:r>
              <a:rPr lang="it-IT" sz="1500" dirty="0">
                <a:solidFill>
                  <a:schemeClr val="accent6"/>
                </a:solidFill>
              </a:rPr>
              <a:t>Flusso di Eventi: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5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L’utente effettua il login (e-mail, password)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5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L’utente invia i dati al sistema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5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 sistema controlla le credenziali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5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 sistema reindirizza l’utente alla sua homepage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5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L’utente accede alla pagina dell’articolo che ritiene sospetto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5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L'utente clicca "Segnala come sospetta", si apre il form di segnalazione con campi obbligatori: titolo, breve descrizione della motivazione, URL di una fonte affidabile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5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L'utente conferma l'invio e invia la segnalazione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5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L’utente nella propria area personale visualizza la lista delle segnalazioni inviate</a:t>
            </a:r>
          </a:p>
          <a:p>
            <a:endParaRPr lang="it-IT" sz="1500" dirty="0">
              <a:solidFill>
                <a:schemeClr val="accent6"/>
              </a:solidFill>
            </a:endParaRPr>
          </a:p>
          <a:p>
            <a:r>
              <a:rPr lang="it-IT" sz="1500" dirty="0">
                <a:solidFill>
                  <a:schemeClr val="accent6"/>
                </a:solidFill>
              </a:rPr>
              <a:t>Exit </a:t>
            </a:r>
            <a:r>
              <a:rPr lang="it-IT" sz="1500" dirty="0" err="1">
                <a:solidFill>
                  <a:schemeClr val="accent6"/>
                </a:solidFill>
              </a:rPr>
              <a:t>Condition</a:t>
            </a:r>
            <a:r>
              <a:rPr lang="it-IT" sz="1500" dirty="0">
                <a:solidFill>
                  <a:schemeClr val="accent6"/>
                </a:solidFill>
              </a:rPr>
              <a:t>: Segnalazione registrata correttamente</a:t>
            </a:r>
          </a:p>
          <a:p>
            <a:r>
              <a:rPr lang="it-IT" sz="1500" dirty="0">
                <a:solidFill>
                  <a:schemeClr val="accent6"/>
                </a:solidFill>
              </a:rPr>
              <a:t>Flussi alternativi/eccezioni: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sz="1500" dirty="0">
                <a:solidFill>
                  <a:schemeClr val="accent6"/>
                </a:solidFill>
              </a:rPr>
              <a:t>Se al punto 6 l’URL inserito non è valido, il sistema mostra un errore e suggerisce di copiare l’URL corretto. (UC 2.6 URL non valido)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C95E5AE3-B5E7-31A0-D798-C074F43CD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0"/>
            <a:ext cx="7284720" cy="548640"/>
          </a:xfrm>
        </p:spPr>
        <p:txBody>
          <a:bodyPr>
            <a:normAutofit fontScale="90000"/>
          </a:bodyPr>
          <a:lstStyle/>
          <a:p>
            <a:pPr algn="ctr"/>
            <a:r>
              <a:rPr lang="it-IT" sz="3500" b="1" dirty="0">
                <a:ln/>
                <a:solidFill>
                  <a:schemeClr val="accent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UC 3: Segnalazione notizia sospetta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96C6B32-1E7B-9C75-E105-4E0734ADA2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806" y="771617"/>
            <a:ext cx="3318387" cy="4141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66BF6A7B-0F65-8429-9743-DD494882FE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spcFirstLastPara="1" vert="horz" wrap="square" lIns="68580" tIns="34290" rIns="68580" bIns="34290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dirty="0" err="1">
                <a:ln/>
                <a:solidFill>
                  <a:schemeClr val="accent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Sequence</a:t>
            </a:r>
            <a:r>
              <a:rPr lang="it-IT" b="1" dirty="0">
                <a:ln/>
                <a:solidFill>
                  <a:schemeClr val="accent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b="1" dirty="0" err="1">
                <a:ln/>
                <a:solidFill>
                  <a:schemeClr val="accent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diagram</a:t>
            </a:r>
            <a:endParaRPr lang="it-IT" b="1" dirty="0">
              <a:ln/>
              <a:solidFill>
                <a:schemeClr val="accent3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8609A91-F413-76AD-55BF-46653494F6A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48723" y="1316553"/>
            <a:ext cx="3046555" cy="3046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75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8">
          <a:extLst>
            <a:ext uri="{FF2B5EF4-FFF2-40B4-BE49-F238E27FC236}">
              <a16:creationId xmlns:a16="http://schemas.microsoft.com/office/drawing/2014/main" id="{05CC380F-DF3C-0BA4-0BF1-2522499A9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ABF8D193-F500-1D56-012D-6D2610C40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0"/>
            <a:ext cx="7284720" cy="548640"/>
          </a:xfrm>
        </p:spPr>
        <p:txBody>
          <a:bodyPr>
            <a:normAutofit fontScale="90000"/>
          </a:bodyPr>
          <a:lstStyle/>
          <a:p>
            <a:pPr algn="ctr"/>
            <a:r>
              <a:rPr lang="it-IT" sz="3500" dirty="0">
                <a:ln/>
                <a:solidFill>
                  <a:schemeClr val="accent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SD</a:t>
            </a:r>
            <a:r>
              <a:rPr lang="it-IT" sz="3500" b="1" dirty="0">
                <a:ln/>
                <a:solidFill>
                  <a:schemeClr val="accent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500" dirty="0">
                <a:ln/>
                <a:solidFill>
                  <a:schemeClr val="accent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</a:t>
            </a:r>
            <a:r>
              <a:rPr lang="it-IT" sz="3500" b="1" dirty="0">
                <a:ln/>
                <a:solidFill>
                  <a:schemeClr val="accent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Segnalazione notizia sospetta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01B205CD-1AA0-E2A3-AC0E-A47358C041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4" y="667617"/>
            <a:ext cx="8929511" cy="40223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6666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9D902-53E5-2052-B5AC-D61EEBC40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CDF14FC9-E62F-B7EC-DFD8-B63C1E9AA6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55854" y="942109"/>
            <a:ext cx="2881746" cy="2373745"/>
          </a:xfrm>
          <a:prstGeom prst="rect">
            <a:avLst/>
          </a:prstGeom>
        </p:spPr>
        <p:txBody>
          <a:bodyPr spcFirstLastPara="1" vert="horz" wrap="square" lIns="68580" tIns="34290" rIns="68580" bIns="34290" rtlCol="0" anchor="b" anchorCtr="0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>
                <a:ln/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dirty="0">
                <a:ln/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n/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lang="it-IT" b="1" dirty="0">
              <a:ln/>
              <a:solidFill>
                <a:schemeClr val="accent3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2" name="Immagine 1" descr="Immagine che contiene testo, schermata, diagramma, design&#10;&#10;Il contenuto generato dall'IA potrebbe non essere corretto.">
            <a:extLst>
              <a:ext uri="{FF2B5EF4-FFF2-40B4-BE49-F238E27FC236}">
                <a16:creationId xmlns:a16="http://schemas.microsoft.com/office/drawing/2014/main" id="{20ABD203-1D7F-9D03-F8C5-1B4FEEAD3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116" y="116188"/>
            <a:ext cx="5058320" cy="4911123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4171775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A860BA-AF0C-4022-75DD-C55B4479C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1470" y="0"/>
            <a:ext cx="4649703" cy="745434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it-IT" sz="5000" b="1" dirty="0">
                <a:ln/>
                <a:solidFill>
                  <a:schemeClr val="accent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Architettura</a:t>
            </a:r>
          </a:p>
        </p:txBody>
      </p:sp>
      <p:sp>
        <p:nvSpPr>
          <p:cNvPr id="7" name="Smussatura 6">
            <a:extLst>
              <a:ext uri="{FF2B5EF4-FFF2-40B4-BE49-F238E27FC236}">
                <a16:creationId xmlns:a16="http://schemas.microsoft.com/office/drawing/2014/main" id="{851178F6-8D5D-D4BD-3CAD-E7428595CA71}"/>
              </a:ext>
            </a:extLst>
          </p:cNvPr>
          <p:cNvSpPr/>
          <p:nvPr/>
        </p:nvSpPr>
        <p:spPr>
          <a:xfrm>
            <a:off x="1018903" y="1637211"/>
            <a:ext cx="1644784" cy="1297578"/>
          </a:xfrm>
          <a:prstGeom prst="bevel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accent6"/>
              </a:solidFill>
            </a:endParaRPr>
          </a:p>
        </p:txBody>
      </p:sp>
      <p:sp>
        <p:nvSpPr>
          <p:cNvPr id="8" name="Smussatura 7">
            <a:extLst>
              <a:ext uri="{FF2B5EF4-FFF2-40B4-BE49-F238E27FC236}">
                <a16:creationId xmlns:a16="http://schemas.microsoft.com/office/drawing/2014/main" id="{C37AAAE9-794A-FFC6-A021-7195EA9B6B29}"/>
              </a:ext>
            </a:extLst>
          </p:cNvPr>
          <p:cNvSpPr/>
          <p:nvPr/>
        </p:nvSpPr>
        <p:spPr>
          <a:xfrm>
            <a:off x="3771916" y="1637211"/>
            <a:ext cx="1644784" cy="1297578"/>
          </a:xfrm>
          <a:prstGeom prst="bevel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accent6"/>
              </a:solidFill>
            </a:endParaRPr>
          </a:p>
        </p:txBody>
      </p:sp>
      <p:sp>
        <p:nvSpPr>
          <p:cNvPr id="9" name="Smussatura 8">
            <a:extLst>
              <a:ext uri="{FF2B5EF4-FFF2-40B4-BE49-F238E27FC236}">
                <a16:creationId xmlns:a16="http://schemas.microsoft.com/office/drawing/2014/main" id="{82C33D3E-EA55-CFC2-1C9C-A3637A7DE590}"/>
              </a:ext>
            </a:extLst>
          </p:cNvPr>
          <p:cNvSpPr/>
          <p:nvPr/>
        </p:nvSpPr>
        <p:spPr>
          <a:xfrm>
            <a:off x="6405155" y="1637211"/>
            <a:ext cx="1644784" cy="1297578"/>
          </a:xfrm>
          <a:prstGeom prst="bevel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accent6"/>
              </a:solidFill>
            </a:endParaRPr>
          </a:p>
        </p:txBody>
      </p:sp>
      <p:pic>
        <p:nvPicPr>
          <p:cNvPr id="17" name="Elemento grafico 16" descr="Server con riempimento a tinta unita">
            <a:extLst>
              <a:ext uri="{FF2B5EF4-FFF2-40B4-BE49-F238E27FC236}">
                <a16:creationId xmlns:a16="http://schemas.microsoft.com/office/drawing/2014/main" id="{4313F495-68B0-A77E-6313-261B160008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77032" y="1968724"/>
            <a:ext cx="603026" cy="603026"/>
          </a:xfrm>
          <a:prstGeom prst="rect">
            <a:avLst/>
          </a:prstGeom>
        </p:spPr>
      </p:pic>
      <p:pic>
        <p:nvPicPr>
          <p:cNvPr id="21" name="Elemento grafico 20" descr="Database contorno">
            <a:extLst>
              <a:ext uri="{FF2B5EF4-FFF2-40B4-BE49-F238E27FC236}">
                <a16:creationId xmlns:a16="http://schemas.microsoft.com/office/drawing/2014/main" id="{465D5362-F17F-2DEB-FED2-356E21AFC1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70652" y="1827265"/>
            <a:ext cx="811999" cy="811999"/>
          </a:xfrm>
          <a:prstGeom prst="rect">
            <a:avLst/>
          </a:prstGeom>
        </p:spPr>
      </p:pic>
      <p:pic>
        <p:nvPicPr>
          <p:cNvPr id="23" name="Elemento grafico 22" descr="Monitor con riempimento a tinta unita">
            <a:extLst>
              <a:ext uri="{FF2B5EF4-FFF2-40B4-BE49-F238E27FC236}">
                <a16:creationId xmlns:a16="http://schemas.microsoft.com/office/drawing/2014/main" id="{E44C9997-0427-CAAB-A98C-CF5D6EA265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52920" y="1869958"/>
            <a:ext cx="793189" cy="793189"/>
          </a:xfrm>
          <a:prstGeom prst="rect">
            <a:avLst/>
          </a:prstGeom>
        </p:spPr>
      </p:pic>
      <p:sp>
        <p:nvSpPr>
          <p:cNvPr id="24" name="Terminatore 23">
            <a:extLst>
              <a:ext uri="{FF2B5EF4-FFF2-40B4-BE49-F238E27FC236}">
                <a16:creationId xmlns:a16="http://schemas.microsoft.com/office/drawing/2014/main" id="{994ABBCF-A0F8-DAA2-258F-7CFCBB28C84C}"/>
              </a:ext>
            </a:extLst>
          </p:cNvPr>
          <p:cNvSpPr/>
          <p:nvPr/>
        </p:nvSpPr>
        <p:spPr>
          <a:xfrm>
            <a:off x="1286940" y="3307581"/>
            <a:ext cx="1280160" cy="339634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995D63D0-2EAB-3BA9-9244-D9421D454900}"/>
              </a:ext>
            </a:extLst>
          </p:cNvPr>
          <p:cNvSpPr txBox="1"/>
          <p:nvPr/>
        </p:nvSpPr>
        <p:spPr>
          <a:xfrm>
            <a:off x="1323516" y="3337674"/>
            <a:ext cx="12435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INTERFACE</a:t>
            </a:r>
          </a:p>
        </p:txBody>
      </p:sp>
      <p:sp>
        <p:nvSpPr>
          <p:cNvPr id="27" name="Terminatore 26">
            <a:extLst>
              <a:ext uri="{FF2B5EF4-FFF2-40B4-BE49-F238E27FC236}">
                <a16:creationId xmlns:a16="http://schemas.microsoft.com/office/drawing/2014/main" id="{55B1146E-4910-3447-FDB8-F7DFCAB96DF0}"/>
              </a:ext>
            </a:extLst>
          </p:cNvPr>
          <p:cNvSpPr/>
          <p:nvPr/>
        </p:nvSpPr>
        <p:spPr>
          <a:xfrm>
            <a:off x="3737450" y="3215099"/>
            <a:ext cx="1784857" cy="493262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A09282C6-E874-1E62-50B4-E8CA9F3D1F23}"/>
              </a:ext>
            </a:extLst>
          </p:cNvPr>
          <p:cNvSpPr txBox="1"/>
          <p:nvPr/>
        </p:nvSpPr>
        <p:spPr>
          <a:xfrm>
            <a:off x="3853044" y="3224395"/>
            <a:ext cx="14379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APPLICATION LOGIC</a:t>
            </a:r>
          </a:p>
        </p:txBody>
      </p:sp>
      <p:sp>
        <p:nvSpPr>
          <p:cNvPr id="29" name="Terminatore 28">
            <a:extLst>
              <a:ext uri="{FF2B5EF4-FFF2-40B4-BE49-F238E27FC236}">
                <a16:creationId xmlns:a16="http://schemas.microsoft.com/office/drawing/2014/main" id="{B52B01DF-0746-563D-E510-8C4F2D6D6BFC}"/>
              </a:ext>
            </a:extLst>
          </p:cNvPr>
          <p:cNvSpPr/>
          <p:nvPr/>
        </p:nvSpPr>
        <p:spPr>
          <a:xfrm>
            <a:off x="6692657" y="3294588"/>
            <a:ext cx="1314432" cy="4297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CE70E469-E11C-FA02-0EAC-723B4A454485}"/>
              </a:ext>
            </a:extLst>
          </p:cNvPr>
          <p:cNvSpPr txBox="1"/>
          <p:nvPr/>
        </p:nvSpPr>
        <p:spPr>
          <a:xfrm>
            <a:off x="6770652" y="3335332"/>
            <a:ext cx="11280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STORAGE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5">
          <a:extLst>
            <a:ext uri="{FF2B5EF4-FFF2-40B4-BE49-F238E27FC236}">
              <a16:creationId xmlns:a16="http://schemas.microsoft.com/office/drawing/2014/main" id="{77A07072-C9B1-C969-80FF-0C233FDFF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E76B1E-FEE7-6971-458E-FD1131E2B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3687" y="0"/>
            <a:ext cx="4649703" cy="745434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it-IT" sz="5000" b="1" dirty="0">
                <a:ln/>
                <a:solidFill>
                  <a:schemeClr val="accent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Architettura</a:t>
            </a:r>
          </a:p>
        </p:txBody>
      </p:sp>
      <p:pic>
        <p:nvPicPr>
          <p:cNvPr id="4" name="Immagine 3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EB817FC0-4468-0F1B-3D0F-5AAD95FB9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6244" y="926003"/>
            <a:ext cx="4885053" cy="398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618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1">
            <a:extLst>
              <a:ext uri="{FF2B5EF4-FFF2-40B4-BE49-F238E27FC236}">
                <a16:creationId xmlns:a16="http://schemas.microsoft.com/office/drawing/2014/main" id="{74BF0642-1E67-044E-5657-B0E3CFC38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682" y="254481"/>
            <a:ext cx="5887590" cy="1054667"/>
          </a:xfrm>
        </p:spPr>
        <p:txBody>
          <a:bodyPr>
            <a:noAutofit/>
          </a:bodyPr>
          <a:lstStyle/>
          <a:p>
            <a:pPr algn="ctr"/>
            <a:r>
              <a:rPr lang="it-IT" sz="5000" dirty="0">
                <a:ln/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endParaRPr lang="it-IT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oogle Shape;12884;p62">
            <a:extLst>
              <a:ext uri="{FF2B5EF4-FFF2-40B4-BE49-F238E27FC236}">
                <a16:creationId xmlns:a16="http://schemas.microsoft.com/office/drawing/2014/main" id="{E135CE1D-B682-7431-875B-5BB8BE420985}"/>
              </a:ext>
            </a:extLst>
          </p:cNvPr>
          <p:cNvGrpSpPr/>
          <p:nvPr/>
        </p:nvGrpSpPr>
        <p:grpSpPr>
          <a:xfrm>
            <a:off x="3648025" y="1959688"/>
            <a:ext cx="1082350" cy="1183423"/>
            <a:chOff x="4193490" y="3350084"/>
            <a:chExt cx="289939" cy="334661"/>
          </a:xfrm>
          <a:solidFill>
            <a:schemeClr val="accent6"/>
          </a:solidFill>
        </p:grpSpPr>
        <p:sp>
          <p:nvSpPr>
            <p:cNvPr id="8" name="Google Shape;12885;p62">
              <a:extLst>
                <a:ext uri="{FF2B5EF4-FFF2-40B4-BE49-F238E27FC236}">
                  <a16:creationId xmlns:a16="http://schemas.microsoft.com/office/drawing/2014/main" id="{8D73FB45-BA56-7450-7B85-4105B5CB5CD9}"/>
                </a:ext>
              </a:extLst>
            </p:cNvPr>
            <p:cNvSpPr/>
            <p:nvPr/>
          </p:nvSpPr>
          <p:spPr>
            <a:xfrm>
              <a:off x="4193490" y="3350084"/>
              <a:ext cx="246364" cy="150110"/>
            </a:xfrm>
            <a:custGeom>
              <a:avLst/>
              <a:gdLst/>
              <a:ahLst/>
              <a:cxnLst/>
              <a:rect l="l" t="t" r="r" b="b"/>
              <a:pathLst>
                <a:path w="7740" h="4716" extrusionOk="0">
                  <a:moveTo>
                    <a:pt x="4382" y="298"/>
                  </a:moveTo>
                  <a:lnTo>
                    <a:pt x="4299" y="1048"/>
                  </a:lnTo>
                  <a:lnTo>
                    <a:pt x="3668" y="1048"/>
                  </a:lnTo>
                  <a:lnTo>
                    <a:pt x="3620" y="524"/>
                  </a:lnTo>
                  <a:lnTo>
                    <a:pt x="3584" y="298"/>
                  </a:lnTo>
                  <a:close/>
                  <a:moveTo>
                    <a:pt x="6013" y="929"/>
                  </a:moveTo>
                  <a:lnTo>
                    <a:pt x="7204" y="2120"/>
                  </a:lnTo>
                  <a:lnTo>
                    <a:pt x="6025" y="2096"/>
                  </a:lnTo>
                  <a:lnTo>
                    <a:pt x="6013" y="929"/>
                  </a:lnTo>
                  <a:close/>
                  <a:moveTo>
                    <a:pt x="3406" y="0"/>
                  </a:moveTo>
                  <a:cubicBezTo>
                    <a:pt x="3358" y="0"/>
                    <a:pt x="3322" y="12"/>
                    <a:pt x="3287" y="48"/>
                  </a:cubicBezTo>
                  <a:cubicBezTo>
                    <a:pt x="3263" y="72"/>
                    <a:pt x="3239" y="119"/>
                    <a:pt x="3239" y="167"/>
                  </a:cubicBezTo>
                  <a:lnTo>
                    <a:pt x="3275" y="393"/>
                  </a:lnTo>
                  <a:lnTo>
                    <a:pt x="143" y="393"/>
                  </a:lnTo>
                  <a:cubicBezTo>
                    <a:pt x="60" y="393"/>
                    <a:pt x="1" y="465"/>
                    <a:pt x="1" y="536"/>
                  </a:cubicBezTo>
                  <a:lnTo>
                    <a:pt x="1" y="1191"/>
                  </a:lnTo>
                  <a:cubicBezTo>
                    <a:pt x="1" y="1286"/>
                    <a:pt x="72" y="1346"/>
                    <a:pt x="143" y="1346"/>
                  </a:cubicBezTo>
                  <a:cubicBezTo>
                    <a:pt x="239" y="1346"/>
                    <a:pt x="298" y="1262"/>
                    <a:pt x="298" y="1191"/>
                  </a:cubicBezTo>
                  <a:lnTo>
                    <a:pt x="298" y="691"/>
                  </a:lnTo>
                  <a:lnTo>
                    <a:pt x="3299" y="691"/>
                  </a:lnTo>
                  <a:lnTo>
                    <a:pt x="3358" y="1203"/>
                  </a:lnTo>
                  <a:cubicBezTo>
                    <a:pt x="3382" y="1286"/>
                    <a:pt x="3441" y="1346"/>
                    <a:pt x="3513" y="1346"/>
                  </a:cubicBezTo>
                  <a:lnTo>
                    <a:pt x="4418" y="1346"/>
                  </a:lnTo>
                  <a:cubicBezTo>
                    <a:pt x="4489" y="1346"/>
                    <a:pt x="4573" y="1286"/>
                    <a:pt x="4573" y="1203"/>
                  </a:cubicBezTo>
                  <a:lnTo>
                    <a:pt x="4632" y="691"/>
                  </a:lnTo>
                  <a:lnTo>
                    <a:pt x="5680" y="691"/>
                  </a:lnTo>
                  <a:lnTo>
                    <a:pt x="5704" y="2239"/>
                  </a:lnTo>
                  <a:cubicBezTo>
                    <a:pt x="5704" y="2322"/>
                    <a:pt x="5775" y="2382"/>
                    <a:pt x="5847" y="2382"/>
                  </a:cubicBezTo>
                  <a:lnTo>
                    <a:pt x="7394" y="2394"/>
                  </a:lnTo>
                  <a:lnTo>
                    <a:pt x="7394" y="4572"/>
                  </a:lnTo>
                  <a:cubicBezTo>
                    <a:pt x="7394" y="4656"/>
                    <a:pt x="7466" y="4715"/>
                    <a:pt x="7549" y="4715"/>
                  </a:cubicBezTo>
                  <a:cubicBezTo>
                    <a:pt x="7632" y="4715"/>
                    <a:pt x="7692" y="4644"/>
                    <a:pt x="7692" y="4572"/>
                  </a:cubicBezTo>
                  <a:lnTo>
                    <a:pt x="7692" y="2251"/>
                  </a:lnTo>
                  <a:cubicBezTo>
                    <a:pt x="7740" y="2215"/>
                    <a:pt x="7728" y="2191"/>
                    <a:pt x="7692" y="2155"/>
                  </a:cubicBezTo>
                  <a:lnTo>
                    <a:pt x="5966" y="429"/>
                  </a:lnTo>
                  <a:cubicBezTo>
                    <a:pt x="5942" y="405"/>
                    <a:pt x="5894" y="393"/>
                    <a:pt x="5858" y="393"/>
                  </a:cubicBezTo>
                  <a:lnTo>
                    <a:pt x="4692" y="393"/>
                  </a:lnTo>
                  <a:lnTo>
                    <a:pt x="4715" y="167"/>
                  </a:lnTo>
                  <a:cubicBezTo>
                    <a:pt x="4715" y="119"/>
                    <a:pt x="4704" y="72"/>
                    <a:pt x="4668" y="48"/>
                  </a:cubicBezTo>
                  <a:cubicBezTo>
                    <a:pt x="4644" y="12"/>
                    <a:pt x="4596" y="0"/>
                    <a:pt x="45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Google Shape;12886;p62">
              <a:extLst>
                <a:ext uri="{FF2B5EF4-FFF2-40B4-BE49-F238E27FC236}">
                  <a16:creationId xmlns:a16="http://schemas.microsoft.com/office/drawing/2014/main" id="{18E87D47-2D91-3E98-7B37-A89CF3BB7B48}"/>
                </a:ext>
              </a:extLst>
            </p:cNvPr>
            <p:cNvSpPr/>
            <p:nvPr/>
          </p:nvSpPr>
          <p:spPr>
            <a:xfrm>
              <a:off x="4193872" y="3405023"/>
              <a:ext cx="9517" cy="44753"/>
            </a:xfrm>
            <a:custGeom>
              <a:avLst/>
              <a:gdLst/>
              <a:ahLst/>
              <a:cxnLst/>
              <a:rect l="l" t="t" r="r" b="b"/>
              <a:pathLst>
                <a:path w="299" h="1406" extrusionOk="0">
                  <a:moveTo>
                    <a:pt x="155" y="1"/>
                  </a:moveTo>
                  <a:cubicBezTo>
                    <a:pt x="60" y="1"/>
                    <a:pt x="0" y="72"/>
                    <a:pt x="0" y="156"/>
                  </a:cubicBezTo>
                  <a:lnTo>
                    <a:pt x="0" y="1251"/>
                  </a:lnTo>
                  <a:cubicBezTo>
                    <a:pt x="0" y="1346"/>
                    <a:pt x="72" y="1406"/>
                    <a:pt x="155" y="1406"/>
                  </a:cubicBezTo>
                  <a:cubicBezTo>
                    <a:pt x="239" y="1406"/>
                    <a:pt x="298" y="1322"/>
                    <a:pt x="298" y="1251"/>
                  </a:cubicBezTo>
                  <a:lnTo>
                    <a:pt x="298" y="156"/>
                  </a:lnTo>
                  <a:cubicBezTo>
                    <a:pt x="298" y="72"/>
                    <a:pt x="227" y="1"/>
                    <a:pt x="1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Google Shape;12887;p62">
              <a:extLst>
                <a:ext uri="{FF2B5EF4-FFF2-40B4-BE49-F238E27FC236}">
                  <a16:creationId xmlns:a16="http://schemas.microsoft.com/office/drawing/2014/main" id="{5792889A-EC2D-8FDA-AC95-391593E6C2A4}"/>
                </a:ext>
              </a:extLst>
            </p:cNvPr>
            <p:cNvSpPr/>
            <p:nvPr/>
          </p:nvSpPr>
          <p:spPr>
            <a:xfrm>
              <a:off x="4275356" y="3444460"/>
              <a:ext cx="128116" cy="9485"/>
            </a:xfrm>
            <a:custGeom>
              <a:avLst/>
              <a:gdLst/>
              <a:ahLst/>
              <a:cxnLst/>
              <a:rect l="l" t="t" r="r" b="b"/>
              <a:pathLst>
                <a:path w="4025" h="298" extrusionOk="0">
                  <a:moveTo>
                    <a:pt x="155" y="0"/>
                  </a:moveTo>
                  <a:cubicBezTo>
                    <a:pt x="60" y="0"/>
                    <a:pt x="0" y="71"/>
                    <a:pt x="0" y="143"/>
                  </a:cubicBezTo>
                  <a:cubicBezTo>
                    <a:pt x="0" y="226"/>
                    <a:pt x="72" y="298"/>
                    <a:pt x="155" y="298"/>
                  </a:cubicBezTo>
                  <a:lnTo>
                    <a:pt x="3870" y="298"/>
                  </a:lnTo>
                  <a:cubicBezTo>
                    <a:pt x="3965" y="298"/>
                    <a:pt x="4025" y="226"/>
                    <a:pt x="4025" y="143"/>
                  </a:cubicBezTo>
                  <a:cubicBezTo>
                    <a:pt x="4025" y="71"/>
                    <a:pt x="3965" y="0"/>
                    <a:pt x="3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Google Shape;12888;p62">
              <a:extLst>
                <a:ext uri="{FF2B5EF4-FFF2-40B4-BE49-F238E27FC236}">
                  <a16:creationId xmlns:a16="http://schemas.microsoft.com/office/drawing/2014/main" id="{F973D7D8-A8D9-0DEB-076D-E7294443ED18}"/>
                </a:ext>
              </a:extLst>
            </p:cNvPr>
            <p:cNvSpPr/>
            <p:nvPr/>
          </p:nvSpPr>
          <p:spPr>
            <a:xfrm>
              <a:off x="4275356" y="3463781"/>
              <a:ext cx="128116" cy="9485"/>
            </a:xfrm>
            <a:custGeom>
              <a:avLst/>
              <a:gdLst/>
              <a:ahLst/>
              <a:cxnLst/>
              <a:rect l="l" t="t" r="r" b="b"/>
              <a:pathLst>
                <a:path w="4025" h="298" extrusionOk="0">
                  <a:moveTo>
                    <a:pt x="155" y="0"/>
                  </a:moveTo>
                  <a:cubicBezTo>
                    <a:pt x="60" y="0"/>
                    <a:pt x="0" y="72"/>
                    <a:pt x="0" y="155"/>
                  </a:cubicBezTo>
                  <a:cubicBezTo>
                    <a:pt x="0" y="226"/>
                    <a:pt x="72" y="298"/>
                    <a:pt x="155" y="298"/>
                  </a:cubicBezTo>
                  <a:lnTo>
                    <a:pt x="3870" y="298"/>
                  </a:lnTo>
                  <a:cubicBezTo>
                    <a:pt x="3965" y="298"/>
                    <a:pt x="4025" y="226"/>
                    <a:pt x="4025" y="155"/>
                  </a:cubicBezTo>
                  <a:cubicBezTo>
                    <a:pt x="4025" y="72"/>
                    <a:pt x="3965" y="0"/>
                    <a:pt x="3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Google Shape;12889;p62">
              <a:extLst>
                <a:ext uri="{FF2B5EF4-FFF2-40B4-BE49-F238E27FC236}">
                  <a16:creationId xmlns:a16="http://schemas.microsoft.com/office/drawing/2014/main" id="{8A13D3D8-81CD-E5E5-1224-6B2EEF7FCC58}"/>
                </a:ext>
              </a:extLst>
            </p:cNvPr>
            <p:cNvSpPr/>
            <p:nvPr/>
          </p:nvSpPr>
          <p:spPr>
            <a:xfrm>
              <a:off x="4223442" y="3439527"/>
              <a:ext cx="38673" cy="38673"/>
            </a:xfrm>
            <a:custGeom>
              <a:avLst/>
              <a:gdLst/>
              <a:ahLst/>
              <a:cxnLst/>
              <a:rect l="l" t="t" r="r" b="b"/>
              <a:pathLst>
                <a:path w="1215" h="1215" extrusionOk="0">
                  <a:moveTo>
                    <a:pt x="905" y="322"/>
                  </a:moveTo>
                  <a:lnTo>
                    <a:pt x="905" y="917"/>
                  </a:lnTo>
                  <a:lnTo>
                    <a:pt x="310" y="917"/>
                  </a:lnTo>
                  <a:lnTo>
                    <a:pt x="310" y="322"/>
                  </a:lnTo>
                  <a:close/>
                  <a:moveTo>
                    <a:pt x="143" y="0"/>
                  </a:moveTo>
                  <a:cubicBezTo>
                    <a:pt x="48" y="0"/>
                    <a:pt x="0" y="72"/>
                    <a:pt x="0" y="155"/>
                  </a:cubicBezTo>
                  <a:lnTo>
                    <a:pt x="0" y="1060"/>
                  </a:lnTo>
                  <a:cubicBezTo>
                    <a:pt x="0" y="1155"/>
                    <a:pt x="72" y="1215"/>
                    <a:pt x="143" y="1215"/>
                  </a:cubicBezTo>
                  <a:lnTo>
                    <a:pt x="1048" y="1215"/>
                  </a:lnTo>
                  <a:cubicBezTo>
                    <a:pt x="1143" y="1215"/>
                    <a:pt x="1203" y="1131"/>
                    <a:pt x="1203" y="1060"/>
                  </a:cubicBezTo>
                  <a:lnTo>
                    <a:pt x="1203" y="155"/>
                  </a:lnTo>
                  <a:cubicBezTo>
                    <a:pt x="1215" y="72"/>
                    <a:pt x="1143" y="0"/>
                    <a:pt x="10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Google Shape;12890;p62">
              <a:extLst>
                <a:ext uri="{FF2B5EF4-FFF2-40B4-BE49-F238E27FC236}">
                  <a16:creationId xmlns:a16="http://schemas.microsoft.com/office/drawing/2014/main" id="{94B943E2-3FE5-3E7C-384B-63D9474B5F39}"/>
                </a:ext>
              </a:extLst>
            </p:cNvPr>
            <p:cNvSpPr/>
            <p:nvPr/>
          </p:nvSpPr>
          <p:spPr>
            <a:xfrm>
              <a:off x="4275356" y="3525913"/>
              <a:ext cx="128116" cy="9517"/>
            </a:xfrm>
            <a:custGeom>
              <a:avLst/>
              <a:gdLst/>
              <a:ahLst/>
              <a:cxnLst/>
              <a:rect l="l" t="t" r="r" b="b"/>
              <a:pathLst>
                <a:path w="4025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227"/>
                    <a:pt x="72" y="299"/>
                    <a:pt x="155" y="299"/>
                  </a:cubicBezTo>
                  <a:lnTo>
                    <a:pt x="3870" y="299"/>
                  </a:lnTo>
                  <a:cubicBezTo>
                    <a:pt x="3965" y="299"/>
                    <a:pt x="4025" y="227"/>
                    <a:pt x="4025" y="144"/>
                  </a:cubicBezTo>
                  <a:cubicBezTo>
                    <a:pt x="4025" y="72"/>
                    <a:pt x="3965" y="1"/>
                    <a:pt x="38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Google Shape;12891;p62">
              <a:extLst>
                <a:ext uri="{FF2B5EF4-FFF2-40B4-BE49-F238E27FC236}">
                  <a16:creationId xmlns:a16="http://schemas.microsoft.com/office/drawing/2014/main" id="{DB956EE3-664C-4A39-08CF-D10D4686C5DE}"/>
                </a:ext>
              </a:extLst>
            </p:cNvPr>
            <p:cNvSpPr/>
            <p:nvPr/>
          </p:nvSpPr>
          <p:spPr>
            <a:xfrm>
              <a:off x="4275356" y="3544884"/>
              <a:ext cx="128116" cy="9485"/>
            </a:xfrm>
            <a:custGeom>
              <a:avLst/>
              <a:gdLst/>
              <a:ahLst/>
              <a:cxnLst/>
              <a:rect l="l" t="t" r="r" b="b"/>
              <a:pathLst>
                <a:path w="4025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26"/>
                    <a:pt x="72" y="298"/>
                    <a:pt x="155" y="298"/>
                  </a:cubicBezTo>
                  <a:lnTo>
                    <a:pt x="3870" y="298"/>
                  </a:lnTo>
                  <a:cubicBezTo>
                    <a:pt x="3965" y="298"/>
                    <a:pt x="4025" y="226"/>
                    <a:pt x="4025" y="143"/>
                  </a:cubicBezTo>
                  <a:cubicBezTo>
                    <a:pt x="4025" y="72"/>
                    <a:pt x="3965" y="0"/>
                    <a:pt x="3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Google Shape;12892;p62">
              <a:extLst>
                <a:ext uri="{FF2B5EF4-FFF2-40B4-BE49-F238E27FC236}">
                  <a16:creationId xmlns:a16="http://schemas.microsoft.com/office/drawing/2014/main" id="{76BE9079-4FD2-39D3-BBF1-F4DA6A0B8F8E}"/>
                </a:ext>
              </a:extLst>
            </p:cNvPr>
            <p:cNvSpPr/>
            <p:nvPr/>
          </p:nvSpPr>
          <p:spPr>
            <a:xfrm>
              <a:off x="4223442" y="3521011"/>
              <a:ext cx="38673" cy="38673"/>
            </a:xfrm>
            <a:custGeom>
              <a:avLst/>
              <a:gdLst/>
              <a:ahLst/>
              <a:cxnLst/>
              <a:rect l="l" t="t" r="r" b="b"/>
              <a:pathLst>
                <a:path w="1215" h="1215" extrusionOk="0">
                  <a:moveTo>
                    <a:pt x="905" y="298"/>
                  </a:moveTo>
                  <a:lnTo>
                    <a:pt x="905" y="893"/>
                  </a:lnTo>
                  <a:lnTo>
                    <a:pt x="310" y="893"/>
                  </a:lnTo>
                  <a:lnTo>
                    <a:pt x="310" y="298"/>
                  </a:lnTo>
                  <a:close/>
                  <a:moveTo>
                    <a:pt x="143" y="0"/>
                  </a:moveTo>
                  <a:cubicBezTo>
                    <a:pt x="48" y="0"/>
                    <a:pt x="0" y="83"/>
                    <a:pt x="0" y="155"/>
                  </a:cubicBezTo>
                  <a:lnTo>
                    <a:pt x="0" y="1060"/>
                  </a:lnTo>
                  <a:cubicBezTo>
                    <a:pt x="0" y="1155"/>
                    <a:pt x="72" y="1215"/>
                    <a:pt x="143" y="1215"/>
                  </a:cubicBezTo>
                  <a:lnTo>
                    <a:pt x="1048" y="1215"/>
                  </a:lnTo>
                  <a:cubicBezTo>
                    <a:pt x="1143" y="1215"/>
                    <a:pt x="1203" y="1131"/>
                    <a:pt x="1203" y="1060"/>
                  </a:cubicBezTo>
                  <a:lnTo>
                    <a:pt x="1203" y="155"/>
                  </a:lnTo>
                  <a:cubicBezTo>
                    <a:pt x="1215" y="83"/>
                    <a:pt x="1143" y="0"/>
                    <a:pt x="10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Google Shape;12893;p62">
              <a:extLst>
                <a:ext uri="{FF2B5EF4-FFF2-40B4-BE49-F238E27FC236}">
                  <a16:creationId xmlns:a16="http://schemas.microsoft.com/office/drawing/2014/main" id="{2823D654-D489-6C99-0D11-BD519F58FC77}"/>
                </a:ext>
              </a:extLst>
            </p:cNvPr>
            <p:cNvSpPr/>
            <p:nvPr/>
          </p:nvSpPr>
          <p:spPr>
            <a:xfrm>
              <a:off x="4223442" y="3602464"/>
              <a:ext cx="38673" cy="38705"/>
            </a:xfrm>
            <a:custGeom>
              <a:avLst/>
              <a:gdLst/>
              <a:ahLst/>
              <a:cxnLst/>
              <a:rect l="l" t="t" r="r" b="b"/>
              <a:pathLst>
                <a:path w="1215" h="1216" extrusionOk="0">
                  <a:moveTo>
                    <a:pt x="905" y="299"/>
                  </a:moveTo>
                  <a:lnTo>
                    <a:pt x="905" y="894"/>
                  </a:lnTo>
                  <a:lnTo>
                    <a:pt x="310" y="894"/>
                  </a:lnTo>
                  <a:lnTo>
                    <a:pt x="310" y="299"/>
                  </a:lnTo>
                  <a:close/>
                  <a:moveTo>
                    <a:pt x="143" y="1"/>
                  </a:moveTo>
                  <a:cubicBezTo>
                    <a:pt x="48" y="1"/>
                    <a:pt x="0" y="84"/>
                    <a:pt x="0" y="156"/>
                  </a:cubicBezTo>
                  <a:lnTo>
                    <a:pt x="0" y="1061"/>
                  </a:lnTo>
                  <a:cubicBezTo>
                    <a:pt x="0" y="1156"/>
                    <a:pt x="72" y="1215"/>
                    <a:pt x="143" y="1215"/>
                  </a:cubicBezTo>
                  <a:lnTo>
                    <a:pt x="1048" y="1215"/>
                  </a:lnTo>
                  <a:cubicBezTo>
                    <a:pt x="1143" y="1215"/>
                    <a:pt x="1203" y="1132"/>
                    <a:pt x="1203" y="1061"/>
                  </a:cubicBezTo>
                  <a:lnTo>
                    <a:pt x="1203" y="156"/>
                  </a:lnTo>
                  <a:cubicBezTo>
                    <a:pt x="1215" y="60"/>
                    <a:pt x="1143" y="1"/>
                    <a:pt x="10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Google Shape;12894;p62">
              <a:extLst>
                <a:ext uri="{FF2B5EF4-FFF2-40B4-BE49-F238E27FC236}">
                  <a16:creationId xmlns:a16="http://schemas.microsoft.com/office/drawing/2014/main" id="{60D9C61E-5DDB-6C3A-3601-C93591FB4EB2}"/>
                </a:ext>
              </a:extLst>
            </p:cNvPr>
            <p:cNvSpPr/>
            <p:nvPr/>
          </p:nvSpPr>
          <p:spPr>
            <a:xfrm>
              <a:off x="4193872" y="3460375"/>
              <a:ext cx="289558" cy="224370"/>
            </a:xfrm>
            <a:custGeom>
              <a:avLst/>
              <a:gdLst/>
              <a:ahLst/>
              <a:cxnLst/>
              <a:rect l="l" t="t" r="r" b="b"/>
              <a:pathLst>
                <a:path w="9097" h="7049" extrusionOk="0">
                  <a:moveTo>
                    <a:pt x="6108" y="3751"/>
                  </a:moveTo>
                  <a:lnTo>
                    <a:pt x="8502" y="4620"/>
                  </a:lnTo>
                  <a:lnTo>
                    <a:pt x="7894" y="4894"/>
                  </a:lnTo>
                  <a:cubicBezTo>
                    <a:pt x="7847" y="4917"/>
                    <a:pt x="7811" y="4953"/>
                    <a:pt x="7799" y="5013"/>
                  </a:cubicBezTo>
                  <a:cubicBezTo>
                    <a:pt x="7787" y="5060"/>
                    <a:pt x="7799" y="5120"/>
                    <a:pt x="7847" y="5155"/>
                  </a:cubicBezTo>
                  <a:lnTo>
                    <a:pt x="8752" y="6060"/>
                  </a:lnTo>
                  <a:lnTo>
                    <a:pt x="8406" y="6406"/>
                  </a:lnTo>
                  <a:lnTo>
                    <a:pt x="7501" y="5489"/>
                  </a:lnTo>
                  <a:cubicBezTo>
                    <a:pt x="7478" y="5465"/>
                    <a:pt x="7430" y="5453"/>
                    <a:pt x="7394" y="5453"/>
                  </a:cubicBezTo>
                  <a:lnTo>
                    <a:pt x="7370" y="5453"/>
                  </a:lnTo>
                  <a:cubicBezTo>
                    <a:pt x="7323" y="5465"/>
                    <a:pt x="7275" y="5489"/>
                    <a:pt x="7251" y="5536"/>
                  </a:cubicBezTo>
                  <a:lnTo>
                    <a:pt x="6966" y="6156"/>
                  </a:lnTo>
                  <a:lnTo>
                    <a:pt x="6108" y="3751"/>
                  </a:lnTo>
                  <a:close/>
                  <a:moveTo>
                    <a:pt x="155" y="0"/>
                  </a:moveTo>
                  <a:cubicBezTo>
                    <a:pt x="60" y="0"/>
                    <a:pt x="0" y="83"/>
                    <a:pt x="0" y="155"/>
                  </a:cubicBezTo>
                  <a:lnTo>
                    <a:pt x="0" y="6894"/>
                  </a:lnTo>
                  <a:cubicBezTo>
                    <a:pt x="0" y="6989"/>
                    <a:pt x="72" y="7049"/>
                    <a:pt x="155" y="7049"/>
                  </a:cubicBezTo>
                  <a:lnTo>
                    <a:pt x="7573" y="7049"/>
                  </a:lnTo>
                  <a:cubicBezTo>
                    <a:pt x="7668" y="7049"/>
                    <a:pt x="7728" y="6965"/>
                    <a:pt x="7728" y="6894"/>
                  </a:cubicBezTo>
                  <a:lnTo>
                    <a:pt x="7728" y="6156"/>
                  </a:lnTo>
                  <a:lnTo>
                    <a:pt x="8204" y="6632"/>
                  </a:lnTo>
                  <a:cubicBezTo>
                    <a:pt x="8263" y="6691"/>
                    <a:pt x="8335" y="6715"/>
                    <a:pt x="8430" y="6715"/>
                  </a:cubicBezTo>
                  <a:cubicBezTo>
                    <a:pt x="8513" y="6715"/>
                    <a:pt x="8585" y="6691"/>
                    <a:pt x="8644" y="6632"/>
                  </a:cubicBezTo>
                  <a:lnTo>
                    <a:pt x="8990" y="6287"/>
                  </a:lnTo>
                  <a:cubicBezTo>
                    <a:pt x="9097" y="6156"/>
                    <a:pt x="9097" y="5953"/>
                    <a:pt x="8978" y="5822"/>
                  </a:cubicBezTo>
                  <a:lnTo>
                    <a:pt x="8228" y="5084"/>
                  </a:lnTo>
                  <a:lnTo>
                    <a:pt x="8644" y="4882"/>
                  </a:lnTo>
                  <a:cubicBezTo>
                    <a:pt x="8763" y="4822"/>
                    <a:pt x="8835" y="4703"/>
                    <a:pt x="8823" y="4584"/>
                  </a:cubicBezTo>
                  <a:cubicBezTo>
                    <a:pt x="8811" y="4465"/>
                    <a:pt x="8740" y="4346"/>
                    <a:pt x="8621" y="4310"/>
                  </a:cubicBezTo>
                  <a:lnTo>
                    <a:pt x="7728" y="3989"/>
                  </a:lnTo>
                  <a:lnTo>
                    <a:pt x="7728" y="1762"/>
                  </a:lnTo>
                  <a:cubicBezTo>
                    <a:pt x="7728" y="1667"/>
                    <a:pt x="7656" y="1607"/>
                    <a:pt x="7573" y="1607"/>
                  </a:cubicBezTo>
                  <a:cubicBezTo>
                    <a:pt x="7489" y="1607"/>
                    <a:pt x="7430" y="1691"/>
                    <a:pt x="7430" y="1762"/>
                  </a:cubicBezTo>
                  <a:lnTo>
                    <a:pt x="7430" y="3893"/>
                  </a:lnTo>
                  <a:lnTo>
                    <a:pt x="6227" y="3453"/>
                  </a:lnTo>
                  <a:cubicBezTo>
                    <a:pt x="6193" y="3442"/>
                    <a:pt x="6158" y="3437"/>
                    <a:pt x="6124" y="3437"/>
                  </a:cubicBezTo>
                  <a:cubicBezTo>
                    <a:pt x="6041" y="3437"/>
                    <a:pt x="5962" y="3469"/>
                    <a:pt x="5894" y="3536"/>
                  </a:cubicBezTo>
                  <a:cubicBezTo>
                    <a:pt x="5799" y="3620"/>
                    <a:pt x="5775" y="3739"/>
                    <a:pt x="5823" y="3858"/>
                  </a:cubicBezTo>
                  <a:lnTo>
                    <a:pt x="6085" y="4620"/>
                  </a:lnTo>
                  <a:lnTo>
                    <a:pt x="2727" y="4620"/>
                  </a:lnTo>
                  <a:cubicBezTo>
                    <a:pt x="2632" y="4620"/>
                    <a:pt x="2572" y="4691"/>
                    <a:pt x="2572" y="4763"/>
                  </a:cubicBezTo>
                  <a:cubicBezTo>
                    <a:pt x="2572" y="4858"/>
                    <a:pt x="2644" y="4917"/>
                    <a:pt x="2727" y="4917"/>
                  </a:cubicBezTo>
                  <a:lnTo>
                    <a:pt x="6204" y="4917"/>
                  </a:lnTo>
                  <a:lnTo>
                    <a:pt x="6311" y="5215"/>
                  </a:lnTo>
                  <a:lnTo>
                    <a:pt x="2727" y="5215"/>
                  </a:lnTo>
                  <a:cubicBezTo>
                    <a:pt x="2632" y="5215"/>
                    <a:pt x="2572" y="5286"/>
                    <a:pt x="2572" y="5358"/>
                  </a:cubicBezTo>
                  <a:cubicBezTo>
                    <a:pt x="2572" y="5453"/>
                    <a:pt x="2644" y="5513"/>
                    <a:pt x="2727" y="5513"/>
                  </a:cubicBezTo>
                  <a:lnTo>
                    <a:pt x="6418" y="5513"/>
                  </a:lnTo>
                  <a:lnTo>
                    <a:pt x="6668" y="6239"/>
                  </a:lnTo>
                  <a:cubicBezTo>
                    <a:pt x="6716" y="6358"/>
                    <a:pt x="6811" y="6453"/>
                    <a:pt x="6954" y="6453"/>
                  </a:cubicBezTo>
                  <a:cubicBezTo>
                    <a:pt x="7085" y="6453"/>
                    <a:pt x="7204" y="6394"/>
                    <a:pt x="7251" y="6275"/>
                  </a:cubicBezTo>
                  <a:lnTo>
                    <a:pt x="7406" y="5929"/>
                  </a:lnTo>
                  <a:lnTo>
                    <a:pt x="7406" y="6727"/>
                  </a:lnTo>
                  <a:lnTo>
                    <a:pt x="298" y="6727"/>
                  </a:lnTo>
                  <a:lnTo>
                    <a:pt x="298" y="155"/>
                  </a:lnTo>
                  <a:cubicBezTo>
                    <a:pt x="298" y="60"/>
                    <a:pt x="227" y="0"/>
                    <a:pt x="1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Dati 19">
            <a:extLst>
              <a:ext uri="{FF2B5EF4-FFF2-40B4-BE49-F238E27FC236}">
                <a16:creationId xmlns:a16="http://schemas.microsoft.com/office/drawing/2014/main" id="{07518065-FAC2-FAB6-B12E-4F6615E87EDD}"/>
              </a:ext>
            </a:extLst>
          </p:cNvPr>
          <p:cNvSpPr/>
          <p:nvPr/>
        </p:nvSpPr>
        <p:spPr>
          <a:xfrm>
            <a:off x="5925834" y="1475232"/>
            <a:ext cx="1782555" cy="678730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Plan</a:t>
            </a:r>
          </a:p>
        </p:txBody>
      </p:sp>
      <p:sp>
        <p:nvSpPr>
          <p:cNvPr id="21" name="Dati 20">
            <a:extLst>
              <a:ext uri="{FF2B5EF4-FFF2-40B4-BE49-F238E27FC236}">
                <a16:creationId xmlns:a16="http://schemas.microsoft.com/office/drawing/2014/main" id="{24F2A6C6-0D5E-DE4A-4B53-0A49EFC26E1B}"/>
              </a:ext>
            </a:extLst>
          </p:cNvPr>
          <p:cNvSpPr/>
          <p:nvPr/>
        </p:nvSpPr>
        <p:spPr>
          <a:xfrm>
            <a:off x="5429840" y="2415965"/>
            <a:ext cx="1991477" cy="668808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Case </a:t>
            </a:r>
            <a:r>
              <a:rPr lang="it-IT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Specification</a:t>
            </a:r>
            <a:endParaRPr lang="it-IT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Dati 21">
            <a:extLst>
              <a:ext uri="{FF2B5EF4-FFF2-40B4-BE49-F238E27FC236}">
                <a16:creationId xmlns:a16="http://schemas.microsoft.com/office/drawing/2014/main" id="{3B62EDE4-C33C-2902-15A7-3618BDCC1E6A}"/>
              </a:ext>
            </a:extLst>
          </p:cNvPr>
          <p:cNvSpPr/>
          <p:nvPr/>
        </p:nvSpPr>
        <p:spPr>
          <a:xfrm>
            <a:off x="5041460" y="3346776"/>
            <a:ext cx="2086737" cy="678730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  <a:r>
              <a:rPr lang="it-IT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Execution</a:t>
            </a:r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Report</a:t>
            </a:r>
          </a:p>
        </p:txBody>
      </p:sp>
      <p:sp>
        <p:nvSpPr>
          <p:cNvPr id="23" name="Dati 22">
            <a:extLst>
              <a:ext uri="{FF2B5EF4-FFF2-40B4-BE49-F238E27FC236}">
                <a16:creationId xmlns:a16="http://schemas.microsoft.com/office/drawing/2014/main" id="{921EA162-D404-B2E4-5D36-7EB370DB60E4}"/>
              </a:ext>
            </a:extLst>
          </p:cNvPr>
          <p:cNvSpPr/>
          <p:nvPr/>
        </p:nvSpPr>
        <p:spPr>
          <a:xfrm>
            <a:off x="1279990" y="1471281"/>
            <a:ext cx="1782555" cy="678730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Unità</a:t>
            </a:r>
          </a:p>
        </p:txBody>
      </p:sp>
      <p:sp>
        <p:nvSpPr>
          <p:cNvPr id="24" name="Dati 23">
            <a:extLst>
              <a:ext uri="{FF2B5EF4-FFF2-40B4-BE49-F238E27FC236}">
                <a16:creationId xmlns:a16="http://schemas.microsoft.com/office/drawing/2014/main" id="{6ADEEC3B-F509-BA29-8225-921420CB9177}"/>
              </a:ext>
            </a:extLst>
          </p:cNvPr>
          <p:cNvSpPr/>
          <p:nvPr/>
        </p:nvSpPr>
        <p:spPr>
          <a:xfrm>
            <a:off x="973480" y="2464381"/>
            <a:ext cx="1960182" cy="678730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Integrazione</a:t>
            </a:r>
          </a:p>
        </p:txBody>
      </p:sp>
      <p:sp>
        <p:nvSpPr>
          <p:cNvPr id="25" name="Dati 24">
            <a:extLst>
              <a:ext uri="{FF2B5EF4-FFF2-40B4-BE49-F238E27FC236}">
                <a16:creationId xmlns:a16="http://schemas.microsoft.com/office/drawing/2014/main" id="{6324543E-D42F-4D78-206D-AE16EF5BD42D}"/>
              </a:ext>
            </a:extLst>
          </p:cNvPr>
          <p:cNvSpPr/>
          <p:nvPr/>
        </p:nvSpPr>
        <p:spPr>
          <a:xfrm>
            <a:off x="704955" y="3457481"/>
            <a:ext cx="1782555" cy="678730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3FA18B-3EEB-CD8B-CFED-81433CA9D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52" y="-21515"/>
            <a:ext cx="8756724" cy="1194655"/>
          </a:xfrm>
        </p:spPr>
        <p:txBody>
          <a:bodyPr>
            <a:noAutofit/>
          </a:bodyPr>
          <a:lstStyle/>
          <a:p>
            <a:pPr algn="ctr"/>
            <a:r>
              <a:rPr lang="it-IT" sz="3900" dirty="0">
                <a:ln/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Plan</a:t>
            </a:r>
            <a:br>
              <a:rPr lang="it-IT" sz="3900" dirty="0">
                <a:ln/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Segnalazione di notizie sospette TC02</a:t>
            </a:r>
            <a:br>
              <a:rPr lang="it-IT" dirty="0"/>
            </a:br>
            <a:endParaRPr lang="it-IT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magine 2" descr="Immagine che contiene testo, Carattere, schermata, numero&#10;&#10;Il contenuto generato dall'IA potrebbe non essere corretto.">
            <a:extLst>
              <a:ext uri="{FF2B5EF4-FFF2-40B4-BE49-F238E27FC236}">
                <a16:creationId xmlns:a16="http://schemas.microsoft.com/office/drawing/2014/main" id="{2C604689-5F85-28EF-2F36-E5A4539AE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34" y="2105708"/>
            <a:ext cx="7765384" cy="280800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F14AD504-AF77-787A-A0B6-6632CB86841C}"/>
              </a:ext>
            </a:extLst>
          </p:cNvPr>
          <p:cNvSpPr txBox="1"/>
          <p:nvPr/>
        </p:nvSpPr>
        <p:spPr>
          <a:xfrm>
            <a:off x="118334" y="1582488"/>
            <a:ext cx="60296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parametri per la segnalazione della notizia sono: </a:t>
            </a:r>
            <a:r>
              <a:rPr lang="it-IT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titolo, motivazione e URL da fonte affidabile</a:t>
            </a:r>
            <a:endParaRPr lang="it-IT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5">
          <a:extLst>
            <a:ext uri="{FF2B5EF4-FFF2-40B4-BE49-F238E27FC236}">
              <a16:creationId xmlns:a16="http://schemas.microsoft.com/office/drawing/2014/main" id="{5BC038AC-1722-8177-9557-8D5B9B34E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9DCA1C-2E56-F982-FD89-E0AE627A8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9072" y="0"/>
            <a:ext cx="7199469" cy="1133502"/>
          </a:xfrm>
        </p:spPr>
        <p:txBody>
          <a:bodyPr>
            <a:noAutofit/>
          </a:bodyPr>
          <a:lstStyle/>
          <a:p>
            <a:pPr algn="ctr"/>
            <a:r>
              <a:rPr lang="it-IT" sz="4000" dirty="0">
                <a:ln/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Case </a:t>
            </a:r>
            <a:r>
              <a:rPr lang="it-IT" sz="4000" dirty="0" err="1">
                <a:ln/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Specification</a:t>
            </a:r>
            <a:br>
              <a:rPr lang="it-IT" sz="4000" dirty="0">
                <a:ln/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4000" dirty="0">
                <a:ln/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TC02.4</a:t>
            </a:r>
            <a:endParaRPr lang="it-I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magine 5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F091B950-43DF-03F2-4C88-164F45741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077" y="1249312"/>
            <a:ext cx="8321041" cy="3811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530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93752C47-412A-3FBE-D95E-D32CEA817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4" y="1102957"/>
            <a:ext cx="9031791" cy="393608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itolo 1">
            <a:extLst>
              <a:ext uri="{FF2B5EF4-FFF2-40B4-BE49-F238E27FC236}">
                <a16:creationId xmlns:a16="http://schemas.microsoft.com/office/drawing/2014/main" id="{9E9E00D6-3469-2CEF-E500-F075F8F04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2582" y="0"/>
            <a:ext cx="6463018" cy="622300"/>
          </a:xfrm>
        </p:spPr>
        <p:txBody>
          <a:bodyPr>
            <a:noAutofit/>
          </a:bodyPr>
          <a:lstStyle/>
          <a:p>
            <a:pPr algn="ctr"/>
            <a:r>
              <a:rPr lang="it-IT" sz="5000" dirty="0">
                <a:ln/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  <a:r>
              <a:rPr lang="it-IT" sz="5000" dirty="0" err="1">
                <a:ln/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Execution</a:t>
            </a:r>
            <a:r>
              <a:rPr lang="it-IT" sz="5000" dirty="0">
                <a:ln/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Report</a:t>
            </a:r>
            <a:endParaRPr lang="it-IT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Elementi grafici, simbolo, logo, Carattere&#10;&#10;Il contenuto generato dall'IA potrebbe non essere corretto.">
            <a:extLst>
              <a:ext uri="{FF2B5EF4-FFF2-40B4-BE49-F238E27FC236}">
                <a16:creationId xmlns:a16="http://schemas.microsoft.com/office/drawing/2014/main" id="{41030C81-71FE-D739-0742-BE73556647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782" b="18089"/>
          <a:stretch>
            <a:fillRect/>
          </a:stretch>
        </p:blipFill>
        <p:spPr>
          <a:xfrm>
            <a:off x="1674964" y="772524"/>
            <a:ext cx="4995661" cy="2287265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ADE7B262-0DE0-B210-178A-10A51CDB3FA2}"/>
              </a:ext>
            </a:extLst>
          </p:cNvPr>
          <p:cNvSpPr txBox="1"/>
          <p:nvPr/>
        </p:nvSpPr>
        <p:spPr>
          <a:xfrm>
            <a:off x="4685120" y="3227343"/>
            <a:ext cx="320511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5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Grazie per l’attenzione 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CCB1E3C-4481-7D0C-B0D4-CEF4C1BD0644}"/>
              </a:ext>
            </a:extLst>
          </p:cNvPr>
          <p:cNvSpPr txBox="1"/>
          <p:nvPr/>
        </p:nvSpPr>
        <p:spPr>
          <a:xfrm>
            <a:off x="3650498" y="4620280"/>
            <a:ext cx="60402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 al repository:</a:t>
            </a:r>
          </a:p>
          <a:p>
            <a:r>
              <a:rPr lang="it-IT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https://github.com/Federica-DeSimone/FakeNews-Checker.git</a:t>
            </a:r>
            <a:endParaRPr lang="it-IT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gital Security Consulting by Slidesgo">
  <a:themeElements>
    <a:clrScheme name="Simple Light">
      <a:dk1>
        <a:srgbClr val="F3F3F3"/>
      </a:dk1>
      <a:lt1>
        <a:srgbClr val="000B42"/>
      </a:lt1>
      <a:dk2>
        <a:srgbClr val="00EFFF"/>
      </a:dk2>
      <a:lt2>
        <a:srgbClr val="00C9F8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3F3F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575</TotalTime>
  <Words>349</Words>
  <Application>Microsoft Macintosh PowerPoint</Application>
  <PresentationFormat>Presentazione su schermo (16:9)</PresentationFormat>
  <Paragraphs>94</Paragraphs>
  <Slides>19</Slides>
  <Notes>16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6" baseType="lpstr">
      <vt:lpstr>Century</vt:lpstr>
      <vt:lpstr>Arial</vt:lpstr>
      <vt:lpstr>Times New Roman</vt:lpstr>
      <vt:lpstr>Aldrich</vt:lpstr>
      <vt:lpstr>Saira</vt:lpstr>
      <vt:lpstr>Courier New</vt:lpstr>
      <vt:lpstr>Digital Security Consulting by Slidesgo</vt:lpstr>
      <vt:lpstr>FakeNews Checker</vt:lpstr>
      <vt:lpstr>Presentazione standard di PowerPoint</vt:lpstr>
      <vt:lpstr>Presentazione standard di PowerPoint</vt:lpstr>
      <vt:lpstr>Presentazione standard di PowerPoint</vt:lpstr>
      <vt:lpstr>Requisiti funzionali</vt:lpstr>
      <vt:lpstr>Presentazione standard di PowerPoint</vt:lpstr>
      <vt:lpstr>Use Cases</vt:lpstr>
      <vt:lpstr>UC 3: Segnalazione notizia sospetta</vt:lpstr>
      <vt:lpstr>UC 3: Segnalazione notizia sospetta</vt:lpstr>
      <vt:lpstr>Sequence diagram</vt:lpstr>
      <vt:lpstr>SD 10: Segnalazione notizia sospetta</vt:lpstr>
      <vt:lpstr>State machine diagram</vt:lpstr>
      <vt:lpstr>Architettura</vt:lpstr>
      <vt:lpstr>Architettura</vt:lpstr>
      <vt:lpstr>Testing</vt:lpstr>
      <vt:lpstr>Test Plan Segnalazione di notizie sospette TC02 </vt:lpstr>
      <vt:lpstr>Test Case Specification TC02.4</vt:lpstr>
      <vt:lpstr>Test Execution Report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Swami Falasca</cp:lastModifiedBy>
  <cp:revision>45</cp:revision>
  <dcterms:modified xsi:type="dcterms:W3CDTF">2026-01-14T12:22:26Z</dcterms:modified>
</cp:coreProperties>
</file>